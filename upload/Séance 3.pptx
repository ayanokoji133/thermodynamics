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slideMasters/_rels/slideMaster1.xml.rels" ContentType="application/vnd.openxmlformats-package.relationships+xml"/>
  <Override PartName="/ppt/slideMasters/slideMaster1.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theme/theme4.xml" ContentType="application/vnd.openxmlformats-officedocument.theme+xml"/>
  <Override PartName="/ppt/slideLayouts/_rels/slideLayout3.xml.rels" ContentType="application/vnd.openxmlformats-package.relationships+xml"/>
  <Override PartName="/ppt/slideLayouts/_rels/slideLayout2.xml.rels" ContentType="application/vnd.openxmlformats-package.relationships+xml"/>
  <Override PartName="/ppt/slideLayouts/_rels/slideLayout1.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_rels/presentation.xml.rels" ContentType="application/vnd.openxmlformats-package.relationships+xml"/>
  <Override PartName="/ppt/notesMasters/_rels/notesMaster1.xml.rels" ContentType="application/vnd.openxmlformats-package.relationships+xml"/>
  <Override PartName="/ppt/notesMasters/notesMaster1.xml" ContentType="application/vnd.openxmlformats-officedocument.presentationml.notesMaster+xml"/>
  <Override PartName="/ppt/media/image29.emf" ContentType="image/x-emf"/>
  <Override PartName="/ppt/media/image26.wmf" ContentType="image/x-wmf"/>
  <Override PartName="/ppt/media/image30.emf" ContentType="image/x-emf"/>
  <Override PartName="/ppt/media/image28.emf" ContentType="image/x-emf"/>
  <Override PartName="/ppt/media/image25.wmf" ContentType="image/x-wmf"/>
  <Override PartName="/ppt/media/image27.emf" ContentType="image/x-emf"/>
  <Override PartName="/ppt/media/image24.wmf" ContentType="image/x-wmf"/>
  <Override PartName="/ppt/media/image23.wmf" ContentType="image/x-wmf"/>
  <Override PartName="/ppt/media/image22.wmf" ContentType="image/x-wmf"/>
  <Override PartName="/ppt/media/image21.wmf" ContentType="image/x-wmf"/>
  <Override PartName="/ppt/media/image19.wmf" ContentType="image/x-wmf"/>
  <Override PartName="/ppt/media/image20.wmf" ContentType="image/x-wmf"/>
  <Override PartName="/ppt/media/image17.png" ContentType="image/png"/>
  <Override PartName="/ppt/media/image18.wmf" ContentType="image/x-wmf"/>
  <Override PartName="/ppt/media/image16.emf" ContentType="image/x-emf"/>
  <Override PartName="/ppt/media/image15.emf" ContentType="image/x-emf"/>
  <Override PartName="/ppt/media/image14.emf" ContentType="image/x-emf"/>
  <Override PartName="/ppt/media/image1.png" ContentType="image/png"/>
  <Override PartName="/ppt/media/image3.emf" ContentType="image/x-emf"/>
  <Override PartName="/ppt/media/image13.emf" ContentType="image/x-emf"/>
  <Override PartName="/ppt/media/image4.emf" ContentType="image/x-emf"/>
  <Override PartName="/ppt/media/image32.emf" ContentType="image/x-emf"/>
  <Override PartName="/ppt/media/image34.wmf" ContentType="image/x-wmf"/>
  <Override PartName="/ppt/media/image35.png" ContentType="image/png"/>
  <Override PartName="/ppt/media/image41.png" ContentType="image/png"/>
  <Override PartName="/ppt/media/image31.wmf" ContentType="image/x-wmf"/>
  <Override PartName="/ppt/media/image43.wmf" ContentType="image/x-wmf"/>
  <Override PartName="/ppt/media/image46.emf" ContentType="image/x-emf"/>
  <Override PartName="/ppt/media/image48.emf" ContentType="image/x-emf"/>
  <Override PartName="/ppt/media/image11.emf" ContentType="image/x-emf"/>
  <Override PartName="/ppt/media/image2.emf" ContentType="image/x-emf"/>
  <Override PartName="/ppt/media/image44.wmf" ContentType="image/x-wmf"/>
  <Override PartName="/ppt/media/image12.emf" ContentType="image/x-emf"/>
  <Override PartName="/ppt/media/image33.emf" ContentType="image/x-emf"/>
  <Override PartName="/ppt/media/image38.emf" ContentType="image/x-emf"/>
  <Override PartName="/ppt/media/image36.png" ContentType="image/png"/>
  <Override PartName="/ppt/media/image45.emf" ContentType="image/x-emf"/>
  <Override PartName="/ppt/media/image47.emf" ContentType="image/x-emf"/>
  <Override PartName="/ppt/media/image10.emf" ContentType="image/x-emf"/>
  <Override PartName="/ppt/media/image39.png" ContentType="image/png"/>
  <Override PartName="/ppt/media/image42.wmf" ContentType="image/x-wmf"/>
  <Override PartName="/ppt/media/image9.emf" ContentType="image/x-emf"/>
  <Override PartName="/ppt/media/image7.png" ContentType="image/png"/>
  <Override PartName="/ppt/media/image6.png" ContentType="image/png"/>
  <Override PartName="/ppt/media/image8.emf" ContentType="image/x-emf"/>
  <Override PartName="/ppt/media/image5.png" ContentType="image/png"/>
  <Override PartName="/ppt/media/image40.wmf" ContentType="image/x-wmf"/>
  <Override PartName="/ppt/media/image37.png" ContentType="image/png"/>
  <Override PartName="/ppt/embeddings/oleObject1.bin" ContentType="application/vnd.openxmlformats-officedocument.oleObject"/>
  <Override PartName="/ppt/embeddings/oleObject2.bin" ContentType="application/vnd.openxmlformats-officedocument.oleObject"/>
  <Override PartName="/ppt/embeddings/oleObject3.bin" ContentType="application/vnd.openxmlformats-officedocument.oleObject"/>
  <Override PartName="/ppt/embeddings/oleObject4.bin" ContentType="application/vnd.openxmlformats-officedocument.oleObject"/>
  <Override PartName="/ppt/embeddings/oleObject5.bin" ContentType="application/vnd.openxmlformats-officedocument.oleObject"/>
  <Override PartName="/ppt/embeddings/oleObject6.bin" ContentType="application/vnd.openxmlformats-officedocument.oleObject"/>
  <Override PartName="/ppt/embeddings/oleObject7.bin" ContentType="application/vnd.openxmlformats-officedocument.oleObject"/>
  <Override PartName="/ppt/slides/_rels/slide26.xml.rels" ContentType="application/vnd.openxmlformats-package.relationships+xml"/>
  <Override PartName="/ppt/slides/_rels/slide9.xml.rels" ContentType="application/vnd.openxmlformats-package.relationships+xml"/>
  <Override PartName="/ppt/slides/_rels/slide14.xml.rels" ContentType="application/vnd.openxmlformats-package.relationships+xml"/>
  <Override PartName="/ppt/slides/_rels/slide32.xml.rels" ContentType="application/vnd.openxmlformats-package.relationships+xml"/>
  <Override PartName="/ppt/slides/_rels/slide31.xml.rels" ContentType="application/vnd.openxmlformats-package.relationships+xml"/>
  <Override PartName="/ppt/slides/_rels/slide29.xml.rels" ContentType="application/vnd.openxmlformats-package.relationships+xml"/>
  <Override PartName="/ppt/slides/_rels/slide5.xml.rels" ContentType="application/vnd.openxmlformats-package.relationships+xml"/>
  <Override PartName="/ppt/slides/_rels/slide22.xml.rels" ContentType="application/vnd.openxmlformats-package.relationships+xml"/>
  <Override PartName="/ppt/slides/_rels/slide19.xml.rels" ContentType="application/vnd.openxmlformats-package.relationships+xml"/>
  <Override PartName="/ppt/slides/_rels/slide13.xml.rels" ContentType="application/vnd.openxmlformats-package.relationships+xml"/>
  <Override PartName="/ppt/slides/_rels/slide12.xml.rels" ContentType="application/vnd.openxmlformats-package.relationships+xml"/>
  <Override PartName="/ppt/slides/_rels/slide30.xml.rels" ContentType="application/vnd.openxmlformats-package.relationships+xml"/>
  <Override PartName="/ppt/slides/_rels/slide28.xml.rels" ContentType="application/vnd.openxmlformats-package.relationships+xml"/>
  <Override PartName="/ppt/slides/_rels/slide21.xml.rels" ContentType="application/vnd.openxmlformats-package.relationships+xml"/>
  <Override PartName="/ppt/slides/_rels/slide4.xml.rels" ContentType="application/vnd.openxmlformats-package.relationships+xml"/>
  <Override PartName="/ppt/slides/_rels/slide27.xml.rels" ContentType="application/vnd.openxmlformats-package.relationships+xml"/>
  <Override PartName="/ppt/slides/_rels/slide18.xml.rels" ContentType="application/vnd.openxmlformats-package.relationships+xml"/>
  <Override PartName="/ppt/slides/_rels/slide11.xml.rels" ContentType="application/vnd.openxmlformats-package.relationships+xml"/>
  <Override PartName="/ppt/slides/_rels/slide20.xml.rels" ContentType="application/vnd.openxmlformats-package.relationships+xml"/>
  <Override PartName="/ppt/slides/_rels/slide3.xml.rels" ContentType="application/vnd.openxmlformats-package.relationships+xml"/>
  <Override PartName="/ppt/slides/_rels/slide17.xml.rels" ContentType="application/vnd.openxmlformats-package.relationships+xml"/>
  <Override PartName="/ppt/slides/_rels/slide10.xml.rels" ContentType="application/vnd.openxmlformats-package.relationships+xml"/>
  <Override PartName="/ppt/slides/_rels/slide8.xml.rels" ContentType="application/vnd.openxmlformats-package.relationships+xml"/>
  <Override PartName="/ppt/slides/_rels/slide25.xml.rels" ContentType="application/vnd.openxmlformats-package.relationships+xml"/>
  <Override PartName="/ppt/slides/_rels/slide2.xml.rels" ContentType="application/vnd.openxmlformats-package.relationships+xml"/>
  <Override PartName="/ppt/slides/_rels/slide16.xml.rels" ContentType="application/vnd.openxmlformats-package.relationships+xml"/>
  <Override PartName="/ppt/slides/_rels/slide1.xml.rels" ContentType="application/vnd.openxmlformats-package.relationships+xml"/>
  <Override PartName="/ppt/slides/_rels/slide24.xml.rels" ContentType="application/vnd.openxmlformats-package.relationships+xml"/>
  <Override PartName="/ppt/slides/_rels/slide7.xml.rels" ContentType="application/vnd.openxmlformats-package.relationships+xml"/>
  <Override PartName="/ppt/slides/_rels/slide15.xml.rels" ContentType="application/vnd.openxmlformats-package.relationships+xml"/>
  <Override PartName="/ppt/slides/_rels/slide23.xml.rels" ContentType="application/vnd.openxmlformats-package.relationships+xml"/>
  <Override PartName="/ppt/slides/_rels/slide6.xml.rels" ContentType="application/vnd.openxmlformats-package.relationships+xml"/>
  <Override PartName="/ppt/slides/slide29.xml" ContentType="application/vnd.openxmlformats-officedocument.presentationml.slide+xml"/>
  <Override PartName="/ppt/slides/slide28.xml" ContentType="application/vnd.openxmlformats-officedocument.presentationml.slide+xml"/>
  <Override PartName="/ppt/slides/slide27.xml" ContentType="application/vnd.openxmlformats-officedocument.presentationml.slide+xml"/>
  <Override PartName="/ppt/slides/slide21.xml" ContentType="application/vnd.openxmlformats-officedocument.presentationml.slide+xml"/>
  <Override PartName="/ppt/slides/slide19.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5.xml" ContentType="application/vnd.openxmlformats-officedocument.presentationml.slide+xml"/>
  <Override PartName="/ppt/slides/slide13.xml" ContentType="application/vnd.openxmlformats-officedocument.presentationml.slide+xml"/>
  <Override PartName="/ppt/slides/slide25.xml" ContentType="application/vnd.openxmlformats-officedocument.presentationml.slide+xml"/>
  <Override PartName="/ppt/slides/slide30.xml" ContentType="application/vnd.openxmlformats-officedocument.presentationml.slide+xml"/>
  <Override PartName="/ppt/slides/slide12.xml" ContentType="application/vnd.openxmlformats-officedocument.presentationml.slide+xml"/>
  <Override PartName="/ppt/slides/slide4.xml" ContentType="application/vnd.openxmlformats-officedocument.presentationml.slide+xml"/>
  <Override PartName="/ppt/slides/slide18.xml" ContentType="application/vnd.openxmlformats-officedocument.presentationml.slide+xml"/>
  <Override PartName="/ppt/slides/slide2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11.xml" ContentType="application/vnd.openxmlformats-officedocument.presentationml.slide+xml"/>
  <Override PartName="/ppt/slides/slide3.xml" ContentType="application/vnd.openxmlformats-officedocument.presentationml.slide+xml"/>
  <Override PartName="/ppt/slides/slide9.xml" ContentType="application/vnd.openxmlformats-officedocument.presentationml.slide+xml"/>
  <Override PartName="/ppt/slides/slide17.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8.xml" ContentType="application/vnd.openxmlformats-officedocument.presentationml.slide+xml"/>
  <Override PartName="/ppt/slides/slide16.xml" ContentType="application/vnd.openxmlformats-officedocument.presentationml.slide+xml"/>
  <Override PartName="/ppt/slides/slide1.xml" ContentType="application/vnd.openxmlformats-officedocument.presentationml.slide+xml"/>
  <Override PartName="/ppt/slides/slide7.xml" ContentType="application/vnd.openxmlformats-officedocument.presentationml.slide+xml"/>
  <Override PartName="/ppt/slides/slide15.xml" ContentType="application/vnd.openxmlformats-officedocument.presentationml.slide+xml"/>
  <Override PartName="/ppt/slides/slide6.xml" ContentType="application/vnd.openxmlformats-officedocument.presentationml.slide+xml"/>
  <Override PartName="/ppt/slides/slide14.xml" ContentType="application/vnd.openxmlformats-officedocument.presentationml.slide+xml"/>
  <Override PartName="/ppt/slides/slide26.xml" ContentType="application/vnd.openxmlformats-officedocument.presentationml.slide+xml"/>
  <Override PartName="/ppt/notesSlides/_rels/notesSlide31.xml.rels" ContentType="application/vnd.openxmlformats-package.relationships+xml"/>
  <Override PartName="/ppt/notesSlides/notesSlide31.xml" ContentType="application/vnd.openxmlformats-officedocument.presentationml.notesSlide+xml"/>
</Types>
</file>

<file path=_rels/.rels><?xml version="1.0" encoding="UTF-8"?>
<Relationships xmlns="http://schemas.openxmlformats.org/package/2006/relationships"><Relationship Id="rId1" Type="http://schemas.openxmlformats.org/officedocument/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Lst>
  <p:sldSz cx="9144000" cy="68580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slide" Target="slides/slide23.xml"/><Relationship Id="rId27" Type="http://schemas.openxmlformats.org/officeDocument/2006/relationships/slide" Target="slides/slide24.xml"/><Relationship Id="rId28" Type="http://schemas.openxmlformats.org/officeDocument/2006/relationships/slide" Target="slides/slide25.xml"/><Relationship Id="rId29" Type="http://schemas.openxmlformats.org/officeDocument/2006/relationships/slide" Target="slides/slide26.xml"/><Relationship Id="rId30" Type="http://schemas.openxmlformats.org/officeDocument/2006/relationships/slide" Target="slides/slide27.xml"/><Relationship Id="rId31" Type="http://schemas.openxmlformats.org/officeDocument/2006/relationships/slide" Target="slides/slide28.xml"/><Relationship Id="rId32" Type="http://schemas.openxmlformats.org/officeDocument/2006/relationships/slide" Target="slides/slide29.xml"/><Relationship Id="rId33" Type="http://schemas.openxmlformats.org/officeDocument/2006/relationships/slide" Target="slides/slide30.xml"/><Relationship Id="rId34" Type="http://schemas.openxmlformats.org/officeDocument/2006/relationships/slide" Target="slides/slide31.xml"/><Relationship Id="rId35" Type="http://schemas.openxmlformats.org/officeDocument/2006/relationships/slide" Target="slides/slide32.xml"/><Relationship Id="rId36"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4.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 name=""/>
          <p:cNvSpPr/>
          <p:nvPr/>
        </p:nvSpPr>
        <p:spPr>
          <a:xfrm>
            <a:off x="0" y="0"/>
            <a:ext cx="6858000" cy="9144000"/>
          </a:xfrm>
          <a:prstGeom prst="rect">
            <a:avLst/>
          </a:prstGeom>
          <a:solidFill>
            <a:srgbClr val="ffffff"/>
          </a:solidFill>
          <a:ln w="0">
            <a:noFill/>
          </a:ln>
        </p:spPr>
        <p:txBody>
          <a:bodyPr lIns="90000" rIns="90000" tIns="45000" bIns="45000" anchor="ctr" anchorCtr="1">
            <a:noAutofit/>
          </a:bodyPr>
          <a:p>
            <a:endParaRPr b="0" lang="en-US" sz="1800" strike="noStrike" u="none">
              <a:solidFill>
                <a:srgbClr val="000000"/>
              </a:solidFill>
              <a:effectLst/>
              <a:uFillTx/>
              <a:latin typeface="Arial"/>
            </a:endParaRPr>
          </a:p>
        </p:txBody>
      </p:sp>
      <p:sp>
        <p:nvSpPr>
          <p:cNvPr id="16" name="PlaceHolder 1"/>
          <p:cNvSpPr>
            <a:spLocks noGrp="1"/>
          </p:cNvSpPr>
          <p:nvPr>
            <p:ph type="hdr"/>
          </p:nvPr>
        </p:nvSpPr>
        <p:spPr>
          <a:xfrm>
            <a:off x="-360" y="0"/>
            <a:ext cx="2971800" cy="457200"/>
          </a:xfrm>
          <a:prstGeom prst="rect">
            <a:avLst/>
          </a:prstGeom>
          <a:noFill/>
          <a:ln w="0">
            <a:noFill/>
          </a:ln>
        </p:spPr>
        <p:txBody>
          <a:bodyPr lIns="90000" rIns="90000" tIns="46800" bIns="46800" anchor="t">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trike="noStrike" u="none">
              <a:solidFill>
                <a:srgbClr val="000000"/>
              </a:solidFill>
              <a:effectLst/>
              <a:uFillTx/>
              <a:latin typeface="Arial"/>
            </a:endParaRPr>
          </a:p>
        </p:txBody>
      </p:sp>
      <p:sp>
        <p:nvSpPr>
          <p:cNvPr id="17" name="PlaceHolder 2"/>
          <p:cNvSpPr>
            <a:spLocks noGrp="1"/>
          </p:cNvSpPr>
          <p:nvPr>
            <p:ph type="dt" idx="10"/>
          </p:nvPr>
        </p:nvSpPr>
        <p:spPr>
          <a:xfrm>
            <a:off x="3884400" y="0"/>
            <a:ext cx="2971800" cy="457200"/>
          </a:xfrm>
          <a:prstGeom prst="rect">
            <a:avLst/>
          </a:prstGeom>
          <a:noFill/>
          <a:ln w="0">
            <a:noFill/>
          </a:ln>
        </p:spPr>
        <p:txBody>
          <a:bodyPr lIns="90000" rIns="90000" tIns="46800" bIns="46800" anchor="t">
            <a:noAutofit/>
          </a:bodyPr>
          <a:lstStyle>
            <a:lvl1pPr indent="0" algn="r">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fr-FR" sz="1200" strike="noStrike" u="none">
                <a:solidFill>
                  <a:srgbClr val="000000"/>
                </a:solidFill>
                <a:effectLst/>
                <a:uFillTx/>
                <a:latin typeface="Calibri"/>
              </a:defRPr>
            </a:lvl1pPr>
          </a:lstStyle>
          <a:p>
            <a:pPr indent="0" algn="r">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200" strike="noStrike" u="none">
                <a:solidFill>
                  <a:srgbClr val="000000"/>
                </a:solidFill>
                <a:effectLst/>
                <a:uFillTx/>
                <a:latin typeface="Calibri"/>
              </a:rPr>
              <a:t>&lt;date/time&gt;</a:t>
            </a:r>
            <a:endParaRPr b="0" lang="en-US" sz="1200" strike="noStrike" u="none">
              <a:solidFill>
                <a:srgbClr val="000000"/>
              </a:solidFill>
              <a:effectLst/>
              <a:uFillTx/>
              <a:latin typeface="Arial"/>
            </a:endParaRPr>
          </a:p>
        </p:txBody>
      </p:sp>
      <p:sp>
        <p:nvSpPr>
          <p:cNvPr id="18" name="PlaceHolder 3"/>
          <p:cNvSpPr>
            <a:spLocks noGrp="1"/>
          </p:cNvSpPr>
          <p:nvPr>
            <p:ph type="sldImg"/>
          </p:nvPr>
        </p:nvSpPr>
        <p:spPr>
          <a:xfrm>
            <a:off x="1143000" y="685440"/>
            <a:ext cx="4572000" cy="3429000"/>
          </a:xfrm>
          <a:prstGeom prst="rect">
            <a:avLst/>
          </a:prstGeom>
          <a:noFill/>
          <a:ln w="12600">
            <a:solidFill>
              <a:srgbClr val="000000"/>
            </a:solidFill>
            <a:miter/>
          </a:ln>
        </p:spPr>
        <p:txBody>
          <a:bodyPr lIns="90000" rIns="90000" tIns="46800" bIns="4680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4400" strike="noStrike" u="none">
                <a:solidFill>
                  <a:srgbClr val="000000"/>
                </a:solidFill>
                <a:effectLst/>
                <a:uFillTx/>
                <a:latin typeface="Calibri"/>
              </a:rPr>
              <a:t>Click to move the slide</a:t>
            </a:r>
            <a:endParaRPr b="0" lang="en-US" sz="4400" strike="noStrike" u="none">
              <a:solidFill>
                <a:srgbClr val="000000"/>
              </a:solidFill>
              <a:effectLst/>
              <a:uFillTx/>
              <a:latin typeface="Calibri"/>
            </a:endParaRPr>
          </a:p>
        </p:txBody>
      </p:sp>
      <p:sp>
        <p:nvSpPr>
          <p:cNvPr id="19" name="PlaceHolder 4"/>
          <p:cNvSpPr>
            <a:spLocks noGrp="1"/>
          </p:cNvSpPr>
          <p:nvPr>
            <p:ph type="body"/>
          </p:nvPr>
        </p:nvSpPr>
        <p:spPr>
          <a:xfrm>
            <a:off x="685800" y="4343400"/>
            <a:ext cx="5486400" cy="4114800"/>
          </a:xfrm>
          <a:prstGeom prst="rect">
            <a:avLst/>
          </a:prstGeom>
          <a:noFill/>
          <a:ln w="0">
            <a:noFill/>
          </a:ln>
        </p:spPr>
        <p:txBody>
          <a:bodyPr lIns="90000" rIns="90000" tIns="46800" bIns="4680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Calibri"/>
              </a:rPr>
              <a:t>Click to edit the notes format</a:t>
            </a:r>
            <a:endParaRPr b="0" lang="en-US" sz="1200" strike="noStrike" u="none">
              <a:solidFill>
                <a:srgbClr val="000000"/>
              </a:solidFill>
              <a:effectLst/>
              <a:uFillTx/>
              <a:latin typeface="Calibri"/>
            </a:endParaRPr>
          </a:p>
        </p:txBody>
      </p:sp>
      <p:sp>
        <p:nvSpPr>
          <p:cNvPr id="20" name="PlaceHolder 5"/>
          <p:cNvSpPr>
            <a:spLocks noGrp="1"/>
          </p:cNvSpPr>
          <p:nvPr>
            <p:ph type="ftr" idx="11"/>
          </p:nvPr>
        </p:nvSpPr>
        <p:spPr>
          <a:xfrm>
            <a:off x="-360" y="8685360"/>
            <a:ext cx="2971800" cy="457200"/>
          </a:xfrm>
          <a:prstGeom prst="rect">
            <a:avLst/>
          </a:prstGeom>
          <a:noFill/>
          <a:ln w="0">
            <a:noFill/>
          </a:ln>
        </p:spPr>
        <p:txBody>
          <a:bodyPr lIns="90000" rIns="90000" tIns="46800" bIns="46800" anchor="b">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trike="noStrike" u="none">
              <a:solidFill>
                <a:srgbClr val="000000"/>
              </a:solidFill>
              <a:effectLst/>
              <a:uFillTx/>
              <a:latin typeface="Arial"/>
            </a:endParaRPr>
          </a:p>
        </p:txBody>
      </p:sp>
      <p:sp>
        <p:nvSpPr>
          <p:cNvPr id="21" name="PlaceHolder 6"/>
          <p:cNvSpPr>
            <a:spLocks noGrp="1"/>
          </p:cNvSpPr>
          <p:nvPr>
            <p:ph type="sldNum" idx="12"/>
          </p:nvPr>
        </p:nvSpPr>
        <p:spPr>
          <a:xfrm>
            <a:off x="3884400" y="8685360"/>
            <a:ext cx="2971800" cy="457200"/>
          </a:xfrm>
          <a:prstGeom prst="rect">
            <a:avLst/>
          </a:prstGeom>
          <a:noFill/>
          <a:ln w="0">
            <a:noFill/>
          </a:ln>
        </p:spPr>
        <p:txBody>
          <a:bodyPr lIns="90000" rIns="90000" tIns="46800" bIns="46800" anchor="b">
            <a:noAutofit/>
          </a:bodyPr>
          <a:lstStyle>
            <a:lvl1pPr indent="0" algn="r">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fr-FR" sz="1200" strike="noStrike" u="none">
                <a:solidFill>
                  <a:srgbClr val="000000"/>
                </a:solidFill>
                <a:effectLst/>
                <a:uFillTx/>
                <a:latin typeface="Calibri"/>
              </a:defRPr>
            </a:lvl1pPr>
          </a:lstStyle>
          <a:p>
            <a:pPr indent="0" algn="r">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AB541876-07E6-47C5-A1EF-094486F0C1CA}" type="slidenum">
              <a:rPr b="0" lang="fr-FR" sz="1200" strike="noStrike" u="none">
                <a:solidFill>
                  <a:srgbClr val="000000"/>
                </a:solidFill>
                <a:effectLst/>
                <a:uFillTx/>
                <a:latin typeface="Calibri"/>
              </a:rPr>
              <a:t>&lt;number&gt;</a:t>
            </a:fld>
            <a:endParaRPr b="0" lang="en-US" sz="1200" strike="noStrike" u="none">
              <a:solidFill>
                <a:srgbClr val="000000"/>
              </a:solidFill>
              <a:effectLst/>
              <a:uFillTx/>
              <a:latin typeface="Arial"/>
            </a:endParaRPr>
          </a:p>
        </p:txBody>
      </p:sp>
    </p:spTree>
  </p:cSld>
  <p:clrMap bg1="lt1" bg2="lt2" tx1="dk1" tx2="dk2" accent1="accent1" accent2="accent2" accent3="accent3" accent4="accent4" accent5="accent5" accent6="accent6" hlink="hlink" folHlink="folHlink"/>
</p:notesMaster>
</file>

<file path=ppt/notesSlides/_rels/notesSlide31.xml.rels><?xml version="1.0" encoding="UTF-8"?>
<Relationships xmlns="http://schemas.openxmlformats.org/package/2006/relationships"><Relationship Id="rId1" Type="http://schemas.openxmlformats.org/officeDocument/2006/relationships/slide" Target="../slides/slide31.xml"/><Relationship Id="rId2" Type="http://schemas.openxmlformats.org/officeDocument/2006/relationships/notesMaster" Target="../notesMasters/notesMaster1.xml"/>
</Relationships>
</file>

<file path=ppt/notesSlides/notesSlide3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2" name="Text Box 1"/>
          <p:cNvSpPr/>
          <p:nvPr/>
        </p:nvSpPr>
        <p:spPr>
          <a:xfrm>
            <a:off x="1143000" y="695160"/>
            <a:ext cx="4572000" cy="3429000"/>
          </a:xfrm>
          <a:prstGeom prst="rect">
            <a:avLst/>
          </a:prstGeom>
          <a:solidFill>
            <a:srgbClr val="ffffff"/>
          </a:solidFill>
          <a:ln w="9360">
            <a:solidFill>
              <a:srgbClr val="000000"/>
            </a:solidFill>
            <a:miter/>
          </a:ln>
        </p:spPr>
        <p:style>
          <a:lnRef idx="0"/>
          <a:fillRef idx="0"/>
          <a:effectRef idx="0"/>
          <a:fontRef idx="minor"/>
        </p:style>
        <p:txBody>
          <a:bodyPr wrap="none" lIns="90000" rIns="90000" tIns="46800" bIns="46800" anchor="ctr">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trike="noStrike" u="none">
              <a:solidFill>
                <a:srgbClr val="000000"/>
              </a:solidFill>
              <a:effectLst/>
              <a:uFillTx/>
              <a:latin typeface="Arial"/>
            </a:endParaRPr>
          </a:p>
        </p:txBody>
      </p:sp>
      <p:sp>
        <p:nvSpPr>
          <p:cNvPr id="503" name="PlaceHolder 1"/>
          <p:cNvSpPr>
            <a:spLocks noGrp="1"/>
          </p:cNvSpPr>
          <p:nvPr>
            <p:ph type="body"/>
          </p:nvPr>
        </p:nvSpPr>
        <p:spPr>
          <a:xfrm>
            <a:off x="685800" y="4343400"/>
            <a:ext cx="5479920" cy="4114800"/>
          </a:xfrm>
          <a:prstGeom prst="rect">
            <a:avLst/>
          </a:prstGeom>
          <a:noFill/>
          <a:ln w="0">
            <a:noFill/>
          </a:ln>
        </p:spPr>
        <p:txBody>
          <a:bodyPr lIns="0" rIns="0" tIns="0" bIns="0" anchor="ctr">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ar-MA" sz="1200" strike="noStrike" u="none">
              <a:solidFill>
                <a:srgbClr val="000000"/>
              </a:solidFill>
              <a:effectLst/>
              <a:uFillTx/>
              <a:latin typeface="Calibri"/>
              <a:ea typeface="Arial"/>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4400" strike="noStrike" u="none">
                <a:solidFill>
                  <a:srgbClr val="000000"/>
                </a:solidFill>
                <a:effectLst/>
                <a:uFillTx/>
                <a:latin typeface="Calibri"/>
              </a:rPr>
              <a:t>Click to edit the title text format</a:t>
            </a:r>
            <a:endParaRPr b="0" lang="en-US" sz="4400" strike="noStrike" u="none">
              <a:solidFill>
                <a:srgbClr val="000000"/>
              </a:solidFill>
              <a:effectLst/>
              <a:uFillTx/>
              <a:latin typeface="Calibri"/>
            </a:endParaRPr>
          </a:p>
        </p:txBody>
      </p:sp>
      <p:sp>
        <p:nvSpPr>
          <p:cNvPr id="1" name="PlaceHolder 2"/>
          <p:cNvSpPr>
            <a:spLocks noGrp="1"/>
          </p:cNvSpPr>
          <p:nvPr>
            <p:ph type="body"/>
          </p:nvPr>
        </p:nvSpPr>
        <p:spPr>
          <a:xfrm>
            <a:off x="457200" y="1600200"/>
            <a:ext cx="8229600" cy="4525920"/>
          </a:xfrm>
          <a:prstGeom prst="rect">
            <a:avLst/>
          </a:prstGeom>
          <a:noFill/>
          <a:ln w="0">
            <a:noFill/>
          </a:ln>
        </p:spPr>
        <p:txBody>
          <a:bodyPr lIns="90000" rIns="90000" tIns="46800" bIns="46800" anchor="t">
            <a:normAutofit/>
          </a:bodyPr>
          <a:p>
            <a:pPr marL="343080" indent="-343080">
              <a:spcBef>
                <a:spcPts val="79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3200" strike="noStrike" u="none">
                <a:solidFill>
                  <a:srgbClr val="000000"/>
                </a:solidFill>
                <a:effectLst/>
                <a:uFillTx/>
                <a:latin typeface="Calibri"/>
              </a:rPr>
              <a:t>Click to edit the outline text format</a:t>
            </a:r>
            <a:endParaRPr b="0" lang="en-US" sz="3200" strike="noStrike" u="none">
              <a:solidFill>
                <a:srgbClr val="000000"/>
              </a:solidFill>
              <a:effectLst/>
              <a:uFillTx/>
              <a:latin typeface="Calibri"/>
            </a:endParaRPr>
          </a:p>
          <a:p>
            <a:pPr lvl="1" marL="743040" indent="-285840">
              <a:spcBef>
                <a:spcPts val="79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3200" strike="noStrike" u="none">
                <a:solidFill>
                  <a:srgbClr val="000000"/>
                </a:solidFill>
                <a:effectLst/>
                <a:uFillTx/>
                <a:latin typeface="Calibri"/>
              </a:rPr>
              <a:t>Second Outline Level</a:t>
            </a:r>
            <a:endParaRPr b="0" lang="en-US" sz="3200" strike="noStrike" u="none">
              <a:solidFill>
                <a:srgbClr val="000000"/>
              </a:solidFill>
              <a:effectLst/>
              <a:uFillTx/>
              <a:latin typeface="Calibri"/>
            </a:endParaRPr>
          </a:p>
          <a:p>
            <a:pPr lvl="2" marL="1143000" indent="-228600">
              <a:spcBef>
                <a:spcPts val="79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3200" strike="noStrike" u="none">
                <a:solidFill>
                  <a:srgbClr val="000000"/>
                </a:solidFill>
                <a:effectLst/>
                <a:uFillTx/>
                <a:latin typeface="Calibri"/>
              </a:rPr>
              <a:t>Third Outline Level</a:t>
            </a:r>
            <a:endParaRPr b="0" lang="en-US" sz="3200" strike="noStrike" u="none">
              <a:solidFill>
                <a:srgbClr val="000000"/>
              </a:solidFill>
              <a:effectLst/>
              <a:uFillTx/>
              <a:latin typeface="Calibri"/>
            </a:endParaRPr>
          </a:p>
          <a:p>
            <a:pPr lvl="3" marL="1600200" indent="-228600">
              <a:spcBef>
                <a:spcPts val="79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3200" strike="noStrike" u="none">
                <a:solidFill>
                  <a:srgbClr val="000000"/>
                </a:solidFill>
                <a:effectLst/>
                <a:uFillTx/>
                <a:latin typeface="Calibri"/>
              </a:rPr>
              <a:t>Fourth Outline Level</a:t>
            </a:r>
            <a:endParaRPr b="0" lang="en-US" sz="3200" strike="noStrike" u="none">
              <a:solidFill>
                <a:srgbClr val="000000"/>
              </a:solidFill>
              <a:effectLst/>
              <a:uFillTx/>
              <a:latin typeface="Calibri"/>
            </a:endParaRPr>
          </a:p>
          <a:p>
            <a:pPr lvl="4" marL="2057400" indent="-228600">
              <a:spcBef>
                <a:spcPts val="79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3200" strike="noStrike" u="none">
                <a:solidFill>
                  <a:srgbClr val="000000"/>
                </a:solidFill>
                <a:effectLst/>
                <a:uFillTx/>
                <a:latin typeface="Calibri"/>
              </a:rPr>
              <a:t>Fifth Outline Level</a:t>
            </a:r>
            <a:endParaRPr b="0" lang="en-US" sz="3200" strike="noStrike" u="none">
              <a:solidFill>
                <a:srgbClr val="000000"/>
              </a:solidFill>
              <a:effectLst/>
              <a:uFillTx/>
              <a:latin typeface="Calibri"/>
            </a:endParaRPr>
          </a:p>
          <a:p>
            <a:pPr lvl="5" marL="2057400" indent="-228600">
              <a:spcBef>
                <a:spcPts val="79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3200" strike="noStrike" u="none">
                <a:solidFill>
                  <a:srgbClr val="000000"/>
                </a:solidFill>
                <a:effectLst/>
                <a:uFillTx/>
                <a:latin typeface="Calibri"/>
              </a:rPr>
              <a:t>Sixth Outline Level</a:t>
            </a:r>
            <a:endParaRPr b="0" lang="en-US" sz="3200" strike="noStrike" u="none">
              <a:solidFill>
                <a:srgbClr val="000000"/>
              </a:solidFill>
              <a:effectLst/>
              <a:uFillTx/>
              <a:latin typeface="Calibri"/>
            </a:endParaRPr>
          </a:p>
          <a:p>
            <a:pPr lvl="6" marL="2057400" indent="-228600">
              <a:spcBef>
                <a:spcPts val="79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3200" strike="noStrike" u="none">
                <a:solidFill>
                  <a:srgbClr val="000000"/>
                </a:solidFill>
                <a:effectLst/>
                <a:uFillTx/>
                <a:latin typeface="Calibri"/>
              </a:rPr>
              <a:t>Seventh Outline Level</a:t>
            </a:r>
            <a:endParaRPr b="0" lang="en-US" sz="3200" strike="noStrike" u="none">
              <a:solidFill>
                <a:srgbClr val="000000"/>
              </a:solidFill>
              <a:effectLst/>
              <a:uFillTx/>
              <a:latin typeface="Calibri"/>
            </a:endParaRPr>
          </a:p>
        </p:txBody>
      </p:sp>
      <p:sp>
        <p:nvSpPr>
          <p:cNvPr id="2" name="PlaceHolder 3"/>
          <p:cNvSpPr>
            <a:spLocks noGrp="1"/>
          </p:cNvSpPr>
          <p:nvPr>
            <p:ph type="dt" idx="1"/>
          </p:nvPr>
        </p:nvSpPr>
        <p:spPr>
          <a:xfrm>
            <a:off x="456840" y="6356520"/>
            <a:ext cx="2133720" cy="365040"/>
          </a:xfrm>
          <a:prstGeom prst="rect">
            <a:avLst/>
          </a:prstGeom>
          <a:noFill/>
          <a:ln w="0">
            <a:noFill/>
          </a:ln>
        </p:spPr>
        <p:txBody>
          <a:bodyPr lIns="90000" rIns="90000" tIns="46800" bIns="46800" anchor="ctr">
            <a:noAutofit/>
          </a:bodyPr>
          <a:lstStyle>
            <a:lvl1pPr indent="0">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fr-FR" sz="1200" strike="noStrike" u="none">
                <a:solidFill>
                  <a:srgbClr val="898989"/>
                </a:solidFill>
                <a:effectLst/>
                <a:uFillTx/>
                <a:latin typeface="Calibri"/>
              </a:defRPr>
            </a:lvl1pPr>
          </a:lstStyle>
          <a:p>
            <a:pPr indent="0">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200" strike="noStrike" u="none">
                <a:solidFill>
                  <a:srgbClr val="898989"/>
                </a:solidFill>
                <a:effectLst/>
                <a:uFillTx/>
                <a:latin typeface="Calibri"/>
              </a:rPr>
              <a:t>&lt;date/time&gt;</a:t>
            </a:r>
            <a:endParaRPr b="0" lang="en-US" sz="1200" strike="noStrike" u="none">
              <a:solidFill>
                <a:srgbClr val="000000"/>
              </a:solidFill>
              <a:effectLst/>
              <a:uFillTx/>
              <a:latin typeface="Arial"/>
            </a:endParaRPr>
          </a:p>
        </p:txBody>
      </p:sp>
      <p:sp>
        <p:nvSpPr>
          <p:cNvPr id="3" name="PlaceHolder 4"/>
          <p:cNvSpPr>
            <a:spLocks noGrp="1"/>
          </p:cNvSpPr>
          <p:nvPr>
            <p:ph type="ftr" idx="2"/>
          </p:nvPr>
        </p:nvSpPr>
        <p:spPr>
          <a:xfrm>
            <a:off x="3124080" y="6356520"/>
            <a:ext cx="2895840" cy="365040"/>
          </a:xfrm>
          <a:prstGeom prst="rect">
            <a:avLst/>
          </a:prstGeom>
          <a:noFill/>
          <a:ln w="0">
            <a:noFill/>
          </a:ln>
        </p:spPr>
        <p:txBody>
          <a:bodyPr lIns="90000" rIns="90000" tIns="46800" bIns="46800" anchor="ctr">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trike="noStrike" u="none">
              <a:solidFill>
                <a:srgbClr val="000000"/>
              </a:solidFill>
              <a:effectLst/>
              <a:uFillTx/>
              <a:latin typeface="Arial"/>
            </a:endParaRPr>
          </a:p>
        </p:txBody>
      </p:sp>
      <p:sp>
        <p:nvSpPr>
          <p:cNvPr id="4" name="PlaceHolder 5"/>
          <p:cNvSpPr>
            <a:spLocks noGrp="1"/>
          </p:cNvSpPr>
          <p:nvPr>
            <p:ph type="sldNum" idx="3"/>
          </p:nvPr>
        </p:nvSpPr>
        <p:spPr>
          <a:xfrm>
            <a:off x="6552720" y="6356520"/>
            <a:ext cx="2133720" cy="365040"/>
          </a:xfrm>
          <a:prstGeom prst="rect">
            <a:avLst/>
          </a:prstGeom>
          <a:noFill/>
          <a:ln w="0">
            <a:noFill/>
          </a:ln>
        </p:spPr>
        <p:txBody>
          <a:bodyPr lIns="90000" rIns="90000" tIns="46800" bIns="46800" anchor="ctr">
            <a:noAutofit/>
          </a:bodyPr>
          <a:lstStyle>
            <a:lvl1pPr indent="0" algn="r">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fr-FR" sz="1200" strike="noStrike" u="none">
                <a:solidFill>
                  <a:srgbClr val="898989"/>
                </a:solidFill>
                <a:effectLst/>
                <a:uFillTx/>
                <a:latin typeface="Calibri"/>
              </a:defRPr>
            </a:lvl1pPr>
          </a:lstStyle>
          <a:p>
            <a:pPr indent="0" algn="r">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FD7F48B6-FF91-4B29-92BF-E32794B74112}" type="slidenum">
              <a:rPr b="0" lang="fr-FR" sz="1200" strike="noStrike" u="none">
                <a:solidFill>
                  <a:srgbClr val="898989"/>
                </a:solidFill>
                <a:effectLst/>
                <a:uFillTx/>
                <a:latin typeface="Calibri"/>
              </a:rPr>
              <a:t>&lt;number&gt;</a:t>
            </a:fld>
            <a:endParaRPr b="0" lang="en-US" sz="1200" strike="noStrike" u="none">
              <a:solidFill>
                <a:srgbClr val="000000"/>
              </a:solidFill>
              <a:effectLst/>
              <a:uFillTx/>
              <a:latin typeface="Arial"/>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1">
    <p:bg>
      <p:bgPr>
        <a:solidFill>
          <a:srgbClr val="ffffff"/>
        </a:solidFill>
      </p:bgPr>
    </p:bg>
    <p:spTree>
      <p:nvGrpSpPr>
        <p:cNvPr id="1" name=""/>
        <p:cNvGrpSpPr/>
        <p:nvPr/>
      </p:nvGrpSpPr>
      <p:grpSpPr>
        <a:xfrm>
          <a:off x="0" y="0"/>
          <a:ext cx="0" cy="0"/>
          <a:chOff x="0" y="0"/>
          <a:chExt cx="0" cy="0"/>
        </a:xfrm>
      </p:grpSpPr>
      <p:sp>
        <p:nvSpPr>
          <p:cNvPr id="5"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4400" strike="noStrike" u="none">
                <a:solidFill>
                  <a:srgbClr val="000000"/>
                </a:solidFill>
                <a:effectLst/>
                <a:uFillTx/>
                <a:latin typeface="Calibri"/>
              </a:rPr>
              <a:t>Click to edit the title text format</a:t>
            </a:r>
            <a:endParaRPr b="0" lang="en-US" sz="4400" strike="noStrike" u="none">
              <a:solidFill>
                <a:srgbClr val="000000"/>
              </a:solidFill>
              <a:effectLst/>
              <a:uFillTx/>
              <a:latin typeface="Calibri"/>
            </a:endParaRPr>
          </a:p>
        </p:txBody>
      </p:sp>
      <p:sp>
        <p:nvSpPr>
          <p:cNvPr id="6" name="PlaceHolder 2"/>
          <p:cNvSpPr>
            <a:spLocks noGrp="1"/>
          </p:cNvSpPr>
          <p:nvPr>
            <p:ph type="body"/>
          </p:nvPr>
        </p:nvSpPr>
        <p:spPr>
          <a:xfrm>
            <a:off x="457200" y="1600200"/>
            <a:ext cx="8229600" cy="4525920"/>
          </a:xfrm>
          <a:prstGeom prst="rect">
            <a:avLst/>
          </a:prstGeom>
          <a:noFill/>
          <a:ln w="0">
            <a:noFill/>
          </a:ln>
        </p:spPr>
        <p:txBody>
          <a:bodyPr lIns="90000" rIns="90000" tIns="46800" bIns="46800" anchor="t">
            <a:normAutofit/>
          </a:bodyPr>
          <a:p>
            <a:pPr marL="343080" indent="-343080">
              <a:spcBef>
                <a:spcPts val="79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3200" strike="noStrike" u="none">
                <a:solidFill>
                  <a:srgbClr val="000000"/>
                </a:solidFill>
                <a:effectLst/>
                <a:uFillTx/>
                <a:latin typeface="Calibri"/>
              </a:rPr>
              <a:t>Click to edit the outline text format</a:t>
            </a:r>
            <a:endParaRPr b="0" lang="en-US" sz="3200" strike="noStrike" u="none">
              <a:solidFill>
                <a:srgbClr val="000000"/>
              </a:solidFill>
              <a:effectLst/>
              <a:uFillTx/>
              <a:latin typeface="Calibri"/>
            </a:endParaRPr>
          </a:p>
          <a:p>
            <a:pPr lvl="1" marL="743040" indent="-285840">
              <a:spcBef>
                <a:spcPts val="79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3200" strike="noStrike" u="none">
                <a:solidFill>
                  <a:srgbClr val="000000"/>
                </a:solidFill>
                <a:effectLst/>
                <a:uFillTx/>
                <a:latin typeface="Calibri"/>
              </a:rPr>
              <a:t>Second Outline Level</a:t>
            </a:r>
            <a:endParaRPr b="0" lang="en-US" sz="3200" strike="noStrike" u="none">
              <a:solidFill>
                <a:srgbClr val="000000"/>
              </a:solidFill>
              <a:effectLst/>
              <a:uFillTx/>
              <a:latin typeface="Calibri"/>
            </a:endParaRPr>
          </a:p>
          <a:p>
            <a:pPr lvl="2" marL="1143000" indent="-228600">
              <a:spcBef>
                <a:spcPts val="79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3200" strike="noStrike" u="none">
                <a:solidFill>
                  <a:srgbClr val="000000"/>
                </a:solidFill>
                <a:effectLst/>
                <a:uFillTx/>
                <a:latin typeface="Calibri"/>
              </a:rPr>
              <a:t>Third Outline Level</a:t>
            </a:r>
            <a:endParaRPr b="0" lang="en-US" sz="3200" strike="noStrike" u="none">
              <a:solidFill>
                <a:srgbClr val="000000"/>
              </a:solidFill>
              <a:effectLst/>
              <a:uFillTx/>
              <a:latin typeface="Calibri"/>
            </a:endParaRPr>
          </a:p>
          <a:p>
            <a:pPr lvl="3" marL="1600200" indent="-228600">
              <a:spcBef>
                <a:spcPts val="79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3200" strike="noStrike" u="none">
                <a:solidFill>
                  <a:srgbClr val="000000"/>
                </a:solidFill>
                <a:effectLst/>
                <a:uFillTx/>
                <a:latin typeface="Calibri"/>
              </a:rPr>
              <a:t>Fourth Outline Level</a:t>
            </a:r>
            <a:endParaRPr b="0" lang="en-US" sz="3200" strike="noStrike" u="none">
              <a:solidFill>
                <a:srgbClr val="000000"/>
              </a:solidFill>
              <a:effectLst/>
              <a:uFillTx/>
              <a:latin typeface="Calibri"/>
            </a:endParaRPr>
          </a:p>
          <a:p>
            <a:pPr lvl="4" marL="2057400" indent="-228600">
              <a:spcBef>
                <a:spcPts val="79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3200" strike="noStrike" u="none">
                <a:solidFill>
                  <a:srgbClr val="000000"/>
                </a:solidFill>
                <a:effectLst/>
                <a:uFillTx/>
                <a:latin typeface="Calibri"/>
              </a:rPr>
              <a:t>Fifth Outline Level</a:t>
            </a:r>
            <a:endParaRPr b="0" lang="en-US" sz="3200" strike="noStrike" u="none">
              <a:solidFill>
                <a:srgbClr val="000000"/>
              </a:solidFill>
              <a:effectLst/>
              <a:uFillTx/>
              <a:latin typeface="Calibri"/>
            </a:endParaRPr>
          </a:p>
          <a:p>
            <a:pPr lvl="5" marL="2057400" indent="-228600">
              <a:spcBef>
                <a:spcPts val="79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3200" strike="noStrike" u="none">
                <a:solidFill>
                  <a:srgbClr val="000000"/>
                </a:solidFill>
                <a:effectLst/>
                <a:uFillTx/>
                <a:latin typeface="Calibri"/>
              </a:rPr>
              <a:t>Sixth Outline Level</a:t>
            </a:r>
            <a:endParaRPr b="0" lang="en-US" sz="3200" strike="noStrike" u="none">
              <a:solidFill>
                <a:srgbClr val="000000"/>
              </a:solidFill>
              <a:effectLst/>
              <a:uFillTx/>
              <a:latin typeface="Calibri"/>
            </a:endParaRPr>
          </a:p>
          <a:p>
            <a:pPr lvl="6" marL="2057400" indent="-228600">
              <a:spcBef>
                <a:spcPts val="79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3200" strike="noStrike" u="none">
                <a:solidFill>
                  <a:srgbClr val="000000"/>
                </a:solidFill>
                <a:effectLst/>
                <a:uFillTx/>
                <a:latin typeface="Calibri"/>
              </a:rPr>
              <a:t>Seventh Outline Level</a:t>
            </a:r>
            <a:endParaRPr b="0" lang="en-US" sz="3200" strike="noStrike" u="none">
              <a:solidFill>
                <a:srgbClr val="000000"/>
              </a:solidFill>
              <a:effectLst/>
              <a:uFillTx/>
              <a:latin typeface="Calibri"/>
            </a:endParaRPr>
          </a:p>
        </p:txBody>
      </p:sp>
      <p:sp>
        <p:nvSpPr>
          <p:cNvPr id="7" name="PlaceHolder 3"/>
          <p:cNvSpPr>
            <a:spLocks noGrp="1"/>
          </p:cNvSpPr>
          <p:nvPr>
            <p:ph type="sldNum" idx="4"/>
          </p:nvPr>
        </p:nvSpPr>
        <p:spPr>
          <a:xfrm>
            <a:off x="6552720" y="6243480"/>
            <a:ext cx="2133720" cy="457200"/>
          </a:xfrm>
          <a:prstGeom prst="rect">
            <a:avLst/>
          </a:prstGeom>
          <a:noFill/>
          <a:ln w="0">
            <a:noFill/>
          </a:ln>
        </p:spPr>
        <p:txBody>
          <a:bodyPr lIns="90000" rIns="90000" tIns="46800" bIns="46800" anchor="ctr">
            <a:noAutofit/>
          </a:bodyPr>
          <a:lstStyle>
            <a:lvl1pPr indent="0" algn="r">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fr-FR" sz="1200" strike="noStrike" u="none">
                <a:solidFill>
                  <a:srgbClr val="898989"/>
                </a:solidFill>
                <a:effectLst/>
                <a:uFillTx/>
                <a:latin typeface="Calibri"/>
              </a:defRPr>
            </a:lvl1pPr>
          </a:lstStyle>
          <a:p>
            <a:pPr indent="0" algn="r">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36908C66-6905-4666-BC7A-0C02DA113BE8}" type="slidenum">
              <a:rPr b="0" lang="fr-FR" sz="1200" strike="noStrike" u="none">
                <a:solidFill>
                  <a:srgbClr val="898989"/>
                </a:solidFill>
                <a:effectLst/>
                <a:uFillTx/>
                <a:latin typeface="Calibri"/>
              </a:rPr>
              <a:t>&lt;number&gt;</a:t>
            </a:fld>
            <a:endParaRPr b="0" lang="en-US" sz="1200" strike="noStrike" u="none">
              <a:solidFill>
                <a:srgbClr val="000000"/>
              </a:solidFill>
              <a:effectLst/>
              <a:uFillTx/>
              <a:latin typeface="Arial"/>
            </a:endParaRPr>
          </a:p>
        </p:txBody>
      </p:sp>
      <p:sp>
        <p:nvSpPr>
          <p:cNvPr id="8" name="PlaceHolder 4"/>
          <p:cNvSpPr>
            <a:spLocks noGrp="1"/>
          </p:cNvSpPr>
          <p:nvPr>
            <p:ph type="dt" idx="5"/>
          </p:nvPr>
        </p:nvSpPr>
        <p:spPr>
          <a:xfrm>
            <a:off x="456840" y="6243480"/>
            <a:ext cx="2133720" cy="457200"/>
          </a:xfrm>
          <a:prstGeom prst="rect">
            <a:avLst/>
          </a:prstGeom>
          <a:noFill/>
          <a:ln w="0">
            <a:noFill/>
          </a:ln>
        </p:spPr>
        <p:txBody>
          <a:bodyPr lIns="90000" rIns="90000" tIns="46800" bIns="46800" anchor="ctr">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trike="noStrike" u="none">
              <a:solidFill>
                <a:srgbClr val="000000"/>
              </a:solidFill>
              <a:effectLst/>
              <a:uFillTx/>
              <a:latin typeface="Arial"/>
            </a:endParaRPr>
          </a:p>
        </p:txBody>
      </p:sp>
      <p:sp>
        <p:nvSpPr>
          <p:cNvPr id="9" name="PlaceHolder 5"/>
          <p:cNvSpPr>
            <a:spLocks noGrp="1"/>
          </p:cNvSpPr>
          <p:nvPr>
            <p:ph type="ftr" idx="6"/>
          </p:nvPr>
        </p:nvSpPr>
        <p:spPr>
          <a:xfrm>
            <a:off x="3124080" y="6243480"/>
            <a:ext cx="2895840" cy="457200"/>
          </a:xfrm>
          <a:prstGeom prst="rect">
            <a:avLst/>
          </a:prstGeom>
          <a:noFill/>
          <a:ln w="0">
            <a:noFill/>
          </a:ln>
        </p:spPr>
        <p:txBody>
          <a:bodyPr lIns="90000" rIns="90000" tIns="46800" bIns="46800" anchor="ctr">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trike="noStrike" u="none">
              <a:solidFill>
                <a:srgbClr val="000000"/>
              </a:solidFill>
              <a:effectLst/>
              <a:uFillTx/>
              <a:latin typeface="Arial"/>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2">
    <p:bg>
      <p:bgPr>
        <a:solidFill>
          <a:srgbClr val="ffffff"/>
        </a:solidFill>
      </p:bgPr>
    </p:bg>
    <p:spTree>
      <p:nvGrpSpPr>
        <p:cNvPr id="1" name=""/>
        <p:cNvGrpSpPr/>
        <p:nvPr/>
      </p:nvGrpSpPr>
      <p:grpSpPr>
        <a:xfrm>
          <a:off x="0" y="0"/>
          <a:ext cx="0" cy="0"/>
          <a:chOff x="0" y="0"/>
          <a:chExt cx="0" cy="0"/>
        </a:xfrm>
      </p:grpSpPr>
      <p:sp>
        <p:nvSpPr>
          <p:cNvPr id="10"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4400" strike="noStrike" u="none">
                <a:solidFill>
                  <a:srgbClr val="000000"/>
                </a:solidFill>
                <a:effectLst/>
                <a:uFillTx/>
                <a:latin typeface="Calibri"/>
              </a:rPr>
              <a:t>Click to edit the title text format</a:t>
            </a:r>
            <a:endParaRPr b="0" lang="en-US" sz="4400" strike="noStrike" u="none">
              <a:solidFill>
                <a:srgbClr val="000000"/>
              </a:solidFill>
              <a:effectLst/>
              <a:uFillTx/>
              <a:latin typeface="Calibri"/>
            </a:endParaRPr>
          </a:p>
        </p:txBody>
      </p:sp>
      <p:sp>
        <p:nvSpPr>
          <p:cNvPr id="11" name="PlaceHolder 2"/>
          <p:cNvSpPr>
            <a:spLocks noGrp="1"/>
          </p:cNvSpPr>
          <p:nvPr>
            <p:ph type="body"/>
          </p:nvPr>
        </p:nvSpPr>
        <p:spPr>
          <a:xfrm>
            <a:off x="457200" y="1600200"/>
            <a:ext cx="8229600" cy="4525920"/>
          </a:xfrm>
          <a:prstGeom prst="rect">
            <a:avLst/>
          </a:prstGeom>
          <a:noFill/>
          <a:ln w="0">
            <a:noFill/>
          </a:ln>
        </p:spPr>
        <p:txBody>
          <a:bodyPr lIns="90000" rIns="90000" tIns="46800" bIns="46800" anchor="t">
            <a:normAutofit/>
          </a:bodyPr>
          <a:p>
            <a:pPr marL="343080" indent="-343080">
              <a:spcBef>
                <a:spcPts val="79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3200" strike="noStrike" u="none">
                <a:solidFill>
                  <a:srgbClr val="000000"/>
                </a:solidFill>
                <a:effectLst/>
                <a:uFillTx/>
                <a:latin typeface="Calibri"/>
              </a:rPr>
              <a:t>Click to edit the outline text format</a:t>
            </a:r>
            <a:endParaRPr b="0" lang="en-US" sz="3200" strike="noStrike" u="none">
              <a:solidFill>
                <a:srgbClr val="000000"/>
              </a:solidFill>
              <a:effectLst/>
              <a:uFillTx/>
              <a:latin typeface="Calibri"/>
            </a:endParaRPr>
          </a:p>
          <a:p>
            <a:pPr lvl="1" marL="743040" indent="-285840">
              <a:spcBef>
                <a:spcPts val="79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3200" strike="noStrike" u="none">
                <a:solidFill>
                  <a:srgbClr val="000000"/>
                </a:solidFill>
                <a:effectLst/>
                <a:uFillTx/>
                <a:latin typeface="Calibri"/>
              </a:rPr>
              <a:t>Second Outline Level</a:t>
            </a:r>
            <a:endParaRPr b="0" lang="en-US" sz="3200" strike="noStrike" u="none">
              <a:solidFill>
                <a:srgbClr val="000000"/>
              </a:solidFill>
              <a:effectLst/>
              <a:uFillTx/>
              <a:latin typeface="Calibri"/>
            </a:endParaRPr>
          </a:p>
          <a:p>
            <a:pPr lvl="2" marL="1143000" indent="-228600">
              <a:spcBef>
                <a:spcPts val="79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3200" strike="noStrike" u="none">
                <a:solidFill>
                  <a:srgbClr val="000000"/>
                </a:solidFill>
                <a:effectLst/>
                <a:uFillTx/>
                <a:latin typeface="Calibri"/>
              </a:rPr>
              <a:t>Third Outline Level</a:t>
            </a:r>
            <a:endParaRPr b="0" lang="en-US" sz="3200" strike="noStrike" u="none">
              <a:solidFill>
                <a:srgbClr val="000000"/>
              </a:solidFill>
              <a:effectLst/>
              <a:uFillTx/>
              <a:latin typeface="Calibri"/>
            </a:endParaRPr>
          </a:p>
          <a:p>
            <a:pPr lvl="3" marL="1600200" indent="-228600">
              <a:spcBef>
                <a:spcPts val="79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3200" strike="noStrike" u="none">
                <a:solidFill>
                  <a:srgbClr val="000000"/>
                </a:solidFill>
                <a:effectLst/>
                <a:uFillTx/>
                <a:latin typeface="Calibri"/>
              </a:rPr>
              <a:t>Fourth Outline Level</a:t>
            </a:r>
            <a:endParaRPr b="0" lang="en-US" sz="3200" strike="noStrike" u="none">
              <a:solidFill>
                <a:srgbClr val="000000"/>
              </a:solidFill>
              <a:effectLst/>
              <a:uFillTx/>
              <a:latin typeface="Calibri"/>
            </a:endParaRPr>
          </a:p>
          <a:p>
            <a:pPr lvl="4" marL="2057400" indent="-228600">
              <a:spcBef>
                <a:spcPts val="79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3200" strike="noStrike" u="none">
                <a:solidFill>
                  <a:srgbClr val="000000"/>
                </a:solidFill>
                <a:effectLst/>
                <a:uFillTx/>
                <a:latin typeface="Calibri"/>
              </a:rPr>
              <a:t>Fifth Outline Level</a:t>
            </a:r>
            <a:endParaRPr b="0" lang="en-US" sz="3200" strike="noStrike" u="none">
              <a:solidFill>
                <a:srgbClr val="000000"/>
              </a:solidFill>
              <a:effectLst/>
              <a:uFillTx/>
              <a:latin typeface="Calibri"/>
            </a:endParaRPr>
          </a:p>
          <a:p>
            <a:pPr lvl="5" marL="2057400" indent="-228600">
              <a:spcBef>
                <a:spcPts val="79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3200" strike="noStrike" u="none">
                <a:solidFill>
                  <a:srgbClr val="000000"/>
                </a:solidFill>
                <a:effectLst/>
                <a:uFillTx/>
                <a:latin typeface="Calibri"/>
              </a:rPr>
              <a:t>Sixth Outline Level</a:t>
            </a:r>
            <a:endParaRPr b="0" lang="en-US" sz="3200" strike="noStrike" u="none">
              <a:solidFill>
                <a:srgbClr val="000000"/>
              </a:solidFill>
              <a:effectLst/>
              <a:uFillTx/>
              <a:latin typeface="Calibri"/>
            </a:endParaRPr>
          </a:p>
          <a:p>
            <a:pPr lvl="6" marL="2057400" indent="-228600">
              <a:spcBef>
                <a:spcPts val="79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3200" strike="noStrike" u="none">
                <a:solidFill>
                  <a:srgbClr val="000000"/>
                </a:solidFill>
                <a:effectLst/>
                <a:uFillTx/>
                <a:latin typeface="Calibri"/>
              </a:rPr>
              <a:t>Seventh Outline Level</a:t>
            </a:r>
            <a:endParaRPr b="0" lang="en-US" sz="3200" strike="noStrike" u="none">
              <a:solidFill>
                <a:srgbClr val="000000"/>
              </a:solidFill>
              <a:effectLst/>
              <a:uFillTx/>
              <a:latin typeface="Calibri"/>
            </a:endParaRPr>
          </a:p>
        </p:txBody>
      </p:sp>
      <p:sp>
        <p:nvSpPr>
          <p:cNvPr id="12" name="PlaceHolder 3"/>
          <p:cNvSpPr>
            <a:spLocks noGrp="1"/>
          </p:cNvSpPr>
          <p:nvPr>
            <p:ph type="sldNum" idx="7"/>
          </p:nvPr>
        </p:nvSpPr>
        <p:spPr>
          <a:xfrm>
            <a:off x="6552720" y="6243480"/>
            <a:ext cx="2125800" cy="455760"/>
          </a:xfrm>
          <a:prstGeom prst="rect">
            <a:avLst/>
          </a:prstGeom>
          <a:noFill/>
          <a:ln w="0">
            <a:noFill/>
          </a:ln>
        </p:spPr>
        <p:txBody>
          <a:bodyPr lIns="90000" rIns="90000" tIns="46800" bIns="46800" anchor="ctr">
            <a:noAutofit/>
          </a:bodyPr>
          <a:lstStyle>
            <a:lvl1pPr indent="0" algn="r">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GB" sz="1200" strike="noStrike" u="none">
                <a:solidFill>
                  <a:srgbClr val="898989"/>
                </a:solidFill>
                <a:effectLst/>
                <a:uFillTx/>
                <a:latin typeface="Calibri"/>
              </a:defRPr>
            </a:lvl1pPr>
          </a:lstStyle>
          <a:p>
            <a:pPr indent="0" algn="r">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BFACCA39-907B-4743-BEEC-48091E20EC5B}" type="slidenum">
              <a:rPr b="0" lang="en-GB" sz="1200" strike="noStrike" u="none">
                <a:solidFill>
                  <a:srgbClr val="898989"/>
                </a:solidFill>
                <a:effectLst/>
                <a:uFillTx/>
                <a:latin typeface="Calibri"/>
              </a:rPr>
              <a:t>&lt;number&gt;</a:t>
            </a:fld>
            <a:endParaRPr b="0" lang="en-US" sz="1200" strike="noStrike" u="none">
              <a:solidFill>
                <a:srgbClr val="000000"/>
              </a:solidFill>
              <a:effectLst/>
              <a:uFillTx/>
              <a:latin typeface="Arial"/>
            </a:endParaRPr>
          </a:p>
        </p:txBody>
      </p:sp>
      <p:sp>
        <p:nvSpPr>
          <p:cNvPr id="13" name="PlaceHolder 4"/>
          <p:cNvSpPr>
            <a:spLocks noGrp="1"/>
          </p:cNvSpPr>
          <p:nvPr>
            <p:ph type="dt" idx="8"/>
          </p:nvPr>
        </p:nvSpPr>
        <p:spPr>
          <a:xfrm>
            <a:off x="456840" y="6243480"/>
            <a:ext cx="2125800" cy="455760"/>
          </a:xfrm>
          <a:prstGeom prst="rect">
            <a:avLst/>
          </a:prstGeom>
          <a:noFill/>
          <a:ln w="0">
            <a:noFill/>
          </a:ln>
        </p:spPr>
        <p:txBody>
          <a:bodyPr lIns="90000" rIns="90000" tIns="46800" bIns="46800" anchor="ctr">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trike="noStrike" u="none">
              <a:solidFill>
                <a:srgbClr val="000000"/>
              </a:solidFill>
              <a:effectLst/>
              <a:uFillTx/>
              <a:latin typeface="Arial"/>
            </a:endParaRPr>
          </a:p>
        </p:txBody>
      </p:sp>
      <p:sp>
        <p:nvSpPr>
          <p:cNvPr id="14" name="PlaceHolder 5"/>
          <p:cNvSpPr>
            <a:spLocks noGrp="1"/>
          </p:cNvSpPr>
          <p:nvPr>
            <p:ph type="ftr" idx="9"/>
          </p:nvPr>
        </p:nvSpPr>
        <p:spPr>
          <a:xfrm>
            <a:off x="3124080" y="6243480"/>
            <a:ext cx="2887920" cy="455760"/>
          </a:xfrm>
          <a:prstGeom prst="rect">
            <a:avLst/>
          </a:prstGeom>
          <a:noFill/>
          <a:ln w="0">
            <a:noFill/>
          </a:ln>
        </p:spPr>
        <p:txBody>
          <a:bodyPr lIns="90000" rIns="90000" tIns="46800" bIns="46800" anchor="ctr">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trike="noStrike" u="none">
              <a:solidFill>
                <a:srgbClr val="000000"/>
              </a:solidFill>
              <a:effectLst/>
              <a:uFillTx/>
              <a:latin typeface="Arial"/>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3.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
</Relationships>
</file>

<file path=ppt/slides/_rels/slide4.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emf"/><Relationship Id="rId3" Type="http://schemas.openxmlformats.org/officeDocument/2006/relationships/image" Target="../media/image3.emf"/><Relationship Id="rId4" Type="http://schemas.openxmlformats.org/officeDocument/2006/relationships/image" Target="../media/image4.emf"/><Relationship Id="rId5" Type="http://schemas.openxmlformats.org/officeDocument/2006/relationships/slideLayout" Target="../slideLayouts/slideLayout1.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1.xml"/>
</Relationships>
</file>

<file path=ppt/slides/_rels/slide7.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image" Target="../media/image7.png"/><Relationship Id="rId3" Type="http://schemas.openxmlformats.org/officeDocument/2006/relationships/slideLayout" Target="../slideLayouts/slideLayout1.xml"/>
</Relationships>
</file>

<file path=ppt/slides/_rels/slide8.xml.rels><?xml version="1.0" encoding="UTF-8"?>
<Relationships xmlns="http://schemas.openxmlformats.org/package/2006/relationships"><Relationship Id="rId1" Type="http://schemas.openxmlformats.org/officeDocument/2006/relationships/image" Target="../media/image8.emf"/><Relationship Id="rId2" Type="http://schemas.openxmlformats.org/officeDocument/2006/relationships/image" Target="../media/image9.emf"/><Relationship Id="rId3" Type="http://schemas.openxmlformats.org/officeDocument/2006/relationships/image" Target="../media/image10.emf"/><Relationship Id="rId4" Type="http://schemas.openxmlformats.org/officeDocument/2006/relationships/image" Target="../media/image11.emf"/><Relationship Id="rId5" Type="http://schemas.openxmlformats.org/officeDocument/2006/relationships/image" Target="../media/image12.emf"/><Relationship Id="rId6" Type="http://schemas.openxmlformats.org/officeDocument/2006/relationships/image" Target="../media/image13.emf"/><Relationship Id="rId7" Type="http://schemas.openxmlformats.org/officeDocument/2006/relationships/image" Target="../media/image14.emf"/><Relationship Id="rId8" Type="http://schemas.openxmlformats.org/officeDocument/2006/relationships/slideLayout" Target="../slideLayouts/slideLayout1.xml"/>
</Relationships>
</file>

<file path=ppt/slides/_rels/slide9.xml.rels><?xml version="1.0" encoding="UTF-8"?>
<Relationships xmlns="http://schemas.openxmlformats.org/package/2006/relationships"><Relationship Id="rId1" Type="http://schemas.openxmlformats.org/officeDocument/2006/relationships/image" Target="../media/image15.emf"/><Relationship Id="rId2" Type="http://schemas.openxmlformats.org/officeDocument/2006/relationships/image" Target="../media/image16.emf"/><Relationship Id="rId3" Type="http://schemas.openxmlformats.org/officeDocument/2006/relationships/slideLayout" Target="../slideLayouts/slideLayout1.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1.xml.rels><?xml version="1.0" encoding="UTF-8"?>
<Relationships xmlns="http://schemas.openxmlformats.org/package/2006/relationships"><Relationship Id="rId1" Type="http://schemas.openxmlformats.org/officeDocument/2006/relationships/image" Target="../media/image17.png"/><Relationship Id="rId2" Type="http://schemas.openxmlformats.org/officeDocument/2006/relationships/slideLayout" Target="../slideLayouts/slideLayout1.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5.xml.rels><?xml version="1.0" encoding="UTF-8"?>
<Relationships xmlns="http://schemas.openxmlformats.org/package/2006/relationships"><Relationship Id="rId1" Type="http://schemas.openxmlformats.org/officeDocument/2006/relationships/oleObject" Target="../embeddings/oleObject1.bin"/><Relationship Id="rId2" Type="http://schemas.openxmlformats.org/officeDocument/2006/relationships/image" Target="../media/image18.wmf"/><Relationship Id="rId3" Type="http://schemas.openxmlformats.org/officeDocument/2006/relationships/oleObject" Target="../embeddings/oleObject2.bin"/><Relationship Id="rId4" Type="http://schemas.openxmlformats.org/officeDocument/2006/relationships/image" Target="../media/image19.wmf"/><Relationship Id="rId5" Type="http://schemas.openxmlformats.org/officeDocument/2006/relationships/oleObject" Target="../embeddings/oleObject3.bin"/><Relationship Id="rId6" Type="http://schemas.openxmlformats.org/officeDocument/2006/relationships/image" Target="../media/image20.wmf"/><Relationship Id="rId7" Type="http://schemas.openxmlformats.org/officeDocument/2006/relationships/oleObject" Target="../embeddings/oleObject4.bin"/><Relationship Id="rId8" Type="http://schemas.openxmlformats.org/officeDocument/2006/relationships/image" Target="../media/image21.wmf"/><Relationship Id="rId9" Type="http://schemas.openxmlformats.org/officeDocument/2006/relationships/oleObject" Target="../embeddings/oleObject5.bin"/><Relationship Id="rId10" Type="http://schemas.openxmlformats.org/officeDocument/2006/relationships/image" Target="../media/image22.wmf"/><Relationship Id="rId11" Type="http://schemas.openxmlformats.org/officeDocument/2006/relationships/oleObject" Target="../embeddings/oleObject6.bin"/><Relationship Id="rId12" Type="http://schemas.openxmlformats.org/officeDocument/2006/relationships/image" Target="../media/image23.wmf"/><Relationship Id="rId13" Type="http://schemas.openxmlformats.org/officeDocument/2006/relationships/oleObject" Target="../embeddings/oleObject7.bin"/><Relationship Id="rId14" Type="http://schemas.openxmlformats.org/officeDocument/2006/relationships/image" Target="../media/image24.wmf"/><Relationship Id="rId15" Type="http://schemas.openxmlformats.org/officeDocument/2006/relationships/slideLayout" Target="../slideLayouts/slideLayout1.xml"/>
</Relationships>
</file>

<file path=ppt/slides/_rels/slide16.xml.rels><?xml version="1.0" encoding="UTF-8"?>
<Relationships xmlns="http://schemas.openxmlformats.org/package/2006/relationships"><Relationship Id="rId1" Type="http://schemas.openxmlformats.org/officeDocument/2006/relationships/oleObject" Target="../embeddings/oleObject1.bin"/><Relationship Id="rId2" Type="http://schemas.openxmlformats.org/officeDocument/2006/relationships/image" Target="../media/image25.wmf"/><Relationship Id="rId3" Type="http://schemas.openxmlformats.org/officeDocument/2006/relationships/oleObject" Target="../embeddings/oleObject2.bin"/><Relationship Id="rId4" Type="http://schemas.openxmlformats.org/officeDocument/2006/relationships/image" Target="../media/image26.wmf"/><Relationship Id="rId5" Type="http://schemas.openxmlformats.org/officeDocument/2006/relationships/slideLayout" Target="../slideLayouts/slideLayout2.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18.xml.rels><?xml version="1.0" encoding="UTF-8"?>
<Relationships xmlns="http://schemas.openxmlformats.org/package/2006/relationships"><Relationship Id="rId1" Type="http://schemas.openxmlformats.org/officeDocument/2006/relationships/image" Target="../media/image27.emf"/><Relationship Id="rId2" Type="http://schemas.openxmlformats.org/officeDocument/2006/relationships/image" Target="../media/image28.emf"/><Relationship Id="rId3" Type="http://schemas.openxmlformats.org/officeDocument/2006/relationships/image" Target="../media/image29.emf"/><Relationship Id="rId4" Type="http://schemas.openxmlformats.org/officeDocument/2006/relationships/slideLayout" Target="../slideLayouts/slideLayout2.xml"/>
</Relationships>
</file>

<file path=ppt/slides/_rels/slide19.xml.rels><?xml version="1.0" encoding="UTF-8"?>
<Relationships xmlns="http://schemas.openxmlformats.org/package/2006/relationships"><Relationship Id="rId1" Type="http://schemas.openxmlformats.org/officeDocument/2006/relationships/image" Target="../media/image30.emf"/><Relationship Id="rId2" Type="http://schemas.openxmlformats.org/officeDocument/2006/relationships/slideLayout" Target="../slideLayouts/slideLayout1.xml"/>
</Relationships>
</file>

<file path=ppt/slides/_rels/slide20.xml.rels><?xml version="1.0" encoding="UTF-8"?>
<Relationships xmlns="http://schemas.openxmlformats.org/package/2006/relationships"><Relationship Id="rId1" Type="http://schemas.openxmlformats.org/officeDocument/2006/relationships/oleObject" Target="../embeddings/oleObject1.bin"/><Relationship Id="rId2" Type="http://schemas.openxmlformats.org/officeDocument/2006/relationships/image" Target="../media/image31.wmf"/><Relationship Id="rId3" Type="http://schemas.openxmlformats.org/officeDocument/2006/relationships/image" Target="../media/image32.emf"/><Relationship Id="rId4" Type="http://schemas.openxmlformats.org/officeDocument/2006/relationships/image" Target="../media/image33.emf"/><Relationship Id="rId5" Type="http://schemas.openxmlformats.org/officeDocument/2006/relationships/slideLayout" Target="../slideLayouts/slideLayout1.xml"/>
</Relationships>
</file>

<file path=ppt/slides/_rels/slide21.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22.xml.rels><?xml version="1.0" encoding="UTF-8"?>
<Relationships xmlns="http://schemas.openxmlformats.org/package/2006/relationships"><Relationship Id="rId1" Type="http://schemas.openxmlformats.org/officeDocument/2006/relationships/oleObject" Target="../embeddings/oleObject1.bin"/><Relationship Id="rId2" Type="http://schemas.openxmlformats.org/officeDocument/2006/relationships/image" Target="../media/image34.wmf"/><Relationship Id="rId3" Type="http://schemas.openxmlformats.org/officeDocument/2006/relationships/image" Target="../media/image35.png"/><Relationship Id="rId4" Type="http://schemas.openxmlformats.org/officeDocument/2006/relationships/slideLayout" Target="../slideLayouts/slideLayout1.xml"/>
</Relationships>
</file>

<file path=ppt/slides/_rels/slide23.xml.rels><?xml version="1.0" encoding="UTF-8"?>
<Relationships xmlns="http://schemas.openxmlformats.org/package/2006/relationships"><Relationship Id="rId1" Type="http://schemas.openxmlformats.org/officeDocument/2006/relationships/image" Target="../media/image36.png"/><Relationship Id="rId2" Type="http://schemas.openxmlformats.org/officeDocument/2006/relationships/image" Target="../media/image37.png"/><Relationship Id="rId3" Type="http://schemas.openxmlformats.org/officeDocument/2006/relationships/image" Target="../media/image38.emf"/><Relationship Id="rId4" Type="http://schemas.openxmlformats.org/officeDocument/2006/relationships/slideLayout" Target="../slideLayouts/slideLayout1.xml"/>
</Relationships>
</file>

<file path=ppt/slides/_rels/slide24.xml.rels><?xml version="1.0" encoding="UTF-8"?>
<Relationships xmlns="http://schemas.openxmlformats.org/package/2006/relationships"><Relationship Id="rId1" Type="http://schemas.openxmlformats.org/officeDocument/2006/relationships/image" Target="../media/image39.png"/><Relationship Id="rId2" Type="http://schemas.openxmlformats.org/officeDocument/2006/relationships/slideLayout" Target="../slideLayouts/slideLayout1.xml"/>
</Relationships>
</file>

<file path=ppt/slides/_rels/slide25.xml.rels><?xml version="1.0" encoding="UTF-8"?>
<Relationships xmlns="http://schemas.openxmlformats.org/package/2006/relationships"><Relationship Id="rId1" Type="http://schemas.openxmlformats.org/officeDocument/2006/relationships/oleObject" Target="../embeddings/oleObject1.bin"/><Relationship Id="rId2" Type="http://schemas.openxmlformats.org/officeDocument/2006/relationships/image" Target="../media/image40.wmf"/><Relationship Id="rId3" Type="http://schemas.openxmlformats.org/officeDocument/2006/relationships/image" Target="../media/image41.png"/><Relationship Id="rId4" Type="http://schemas.openxmlformats.org/officeDocument/2006/relationships/slideLayout" Target="../slideLayouts/slideLayout1.xml"/>
</Relationships>
</file>

<file path=ppt/slides/_rels/slide26.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7.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8.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9.xml.rels><?xml version="1.0" encoding="UTF-8"?>
<Relationships xmlns="http://schemas.openxmlformats.org/package/2006/relationships"><Relationship Id="rId1" Type="http://schemas.openxmlformats.org/officeDocument/2006/relationships/oleObject" Target="../embeddings/oleObject1.bin"/><Relationship Id="rId2" Type="http://schemas.openxmlformats.org/officeDocument/2006/relationships/image" Target="../media/image42.wmf"/><Relationship Id="rId3" Type="http://schemas.openxmlformats.org/officeDocument/2006/relationships/oleObject" Target="../embeddings/oleObject2.bin"/><Relationship Id="rId4" Type="http://schemas.openxmlformats.org/officeDocument/2006/relationships/image" Target="../media/image43.wmf"/><Relationship Id="rId5" Type="http://schemas.openxmlformats.org/officeDocument/2006/relationships/oleObject" Target="../embeddings/oleObject3.bin"/><Relationship Id="rId6" Type="http://schemas.openxmlformats.org/officeDocument/2006/relationships/image" Target="../media/image44.wmf"/><Relationship Id="rId7" Type="http://schemas.openxmlformats.org/officeDocument/2006/relationships/slideLayout" Target="../slideLayouts/slideLayout1.xml"/>
</Relationships>
</file>

<file path=ppt/slides/_rels/slide30.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31.xml.rels><?xml version="1.0" encoding="UTF-8"?>
<Relationships xmlns="http://schemas.openxmlformats.org/package/2006/relationships"><Relationship Id="rId1" Type="http://schemas.openxmlformats.org/officeDocument/2006/relationships/image" Target="../media/image45.emf"/><Relationship Id="rId2" Type="http://schemas.openxmlformats.org/officeDocument/2006/relationships/image" Target="../media/image46.emf"/><Relationship Id="rId3" Type="http://schemas.openxmlformats.org/officeDocument/2006/relationships/image" Target="../media/image47.emf"/><Relationship Id="rId4" Type="http://schemas.openxmlformats.org/officeDocument/2006/relationships/image" Target="../media/image48.emf"/><Relationship Id="rId5" Type="http://schemas.openxmlformats.org/officeDocument/2006/relationships/slideLayout" Target="../slideLayouts/slideLayout3.xml"/><Relationship Id="rId6" Type="http://schemas.openxmlformats.org/officeDocument/2006/relationships/notesSlide" Target="../notesSlides/notesSlide31.xml"/>
</Relationships>
</file>

<file path=ppt/slides/_rels/slide32.xml.rels><?xml version="1.0" encoding="UTF-8"?>
<Relationships xmlns="http://schemas.openxmlformats.org/package/2006/relationships"><Relationship Id="rId1" Type="http://schemas.openxmlformats.org/officeDocument/2006/relationships/slideLayout" Target="../slideLayouts/slideLayout1.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 name="Rectangle 4"/>
          <p:cNvSpPr/>
          <p:nvPr/>
        </p:nvSpPr>
        <p:spPr>
          <a:xfrm>
            <a:off x="0" y="-27000"/>
            <a:ext cx="9144000" cy="965160"/>
          </a:xfrm>
          <a:prstGeom prst="rect">
            <a:avLst/>
          </a:prstGeom>
          <a:solidFill>
            <a:srgbClr val="4f81bd"/>
          </a:solidFill>
          <a:ln w="0">
            <a:noFill/>
          </a:ln>
        </p:spPr>
        <p:style>
          <a:lnRef idx="0"/>
          <a:fillRef idx="0"/>
          <a:effectRef idx="0"/>
          <a:fontRef idx="minor"/>
        </p:style>
        <p:txBody>
          <a:bodyPr lIns="90000" rIns="90000" tIns="46800" bIns="46800" anchor="b" anchorCtr="1">
            <a:noAutofit/>
          </a:bodyPr>
          <a:p>
            <a:pPr>
              <a:lnSpc>
                <a:spcPct val="15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800" strike="noStrike" u="none">
                <a:solidFill>
                  <a:srgbClr val="cc3300"/>
                </a:solidFill>
                <a:effectLst/>
                <a:uFillTx/>
                <a:latin typeface="Times New Roman"/>
                <a:ea typeface="Times New Roman"/>
              </a:rPr>
              <a:t>Séance 3 :</a:t>
            </a:r>
            <a:r>
              <a:rPr b="1" lang="fr-FR" sz="2400" strike="noStrike" u="none">
                <a:solidFill>
                  <a:srgbClr val="cc3300"/>
                </a:solidFill>
                <a:effectLst/>
                <a:uFillTx/>
                <a:latin typeface="Times New Roman"/>
                <a:ea typeface="Times New Roman"/>
              </a:rPr>
              <a:t> </a:t>
            </a:r>
            <a:r>
              <a:rPr b="1" lang="fr-FR" sz="2400" strike="noStrike" u="none">
                <a:solidFill>
                  <a:srgbClr val="000000"/>
                </a:solidFill>
                <a:effectLst/>
                <a:uFillTx/>
                <a:latin typeface="Arial"/>
              </a:rPr>
              <a:t>Les Echanges d'énergie : travail, chaleur (2h)</a:t>
            </a:r>
            <a:endParaRPr b="0" lang="en-US" sz="2400" strike="noStrike" u="none">
              <a:solidFill>
                <a:srgbClr val="000000"/>
              </a:solidFill>
              <a:effectLst/>
              <a:uFillTx/>
              <a:latin typeface="Arial"/>
            </a:endParaRPr>
          </a:p>
        </p:txBody>
      </p:sp>
      <p:sp>
        <p:nvSpPr>
          <p:cNvPr id="23" name="Text Box 7"/>
          <p:cNvSpPr/>
          <p:nvPr/>
        </p:nvSpPr>
        <p:spPr>
          <a:xfrm>
            <a:off x="279360" y="1562040"/>
            <a:ext cx="8610480" cy="1596960"/>
          </a:xfrm>
          <a:prstGeom prst="rect">
            <a:avLst/>
          </a:prstGeom>
          <a:noFill/>
          <a:ln w="0">
            <a:noFill/>
          </a:ln>
        </p:spPr>
        <p:style>
          <a:lnRef idx="0"/>
          <a:fillRef idx="0"/>
          <a:effectRef idx="0"/>
          <a:fontRef idx="minor"/>
        </p:style>
        <p:txBody>
          <a:bodyPr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800" strike="noStrike" u="none">
                <a:solidFill>
                  <a:srgbClr val="000000"/>
                </a:solidFill>
                <a:effectLst/>
                <a:uFillTx/>
                <a:latin typeface="Times New Roman"/>
                <a:ea typeface="Times New Roman"/>
              </a:rPr>
              <a:t>- </a:t>
            </a:r>
            <a:r>
              <a:rPr b="0" lang="fr-FR" sz="2800" strike="noStrike" u="none">
                <a:solidFill>
                  <a:srgbClr val="000000"/>
                </a:solidFill>
                <a:effectLst/>
                <a:uFillTx/>
                <a:latin typeface="Arial"/>
              </a:rPr>
              <a:t>Echange de travail avec l’extérieur</a:t>
            </a:r>
            <a:endParaRPr b="0" lang="en-US" sz="2800" strike="noStrike" u="none">
              <a:solidFill>
                <a:srgbClr val="000000"/>
              </a:solidFill>
              <a:effectLst/>
              <a:uFillTx/>
              <a:latin typeface="Arial"/>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800" strike="noStrike" u="none">
                <a:solidFill>
                  <a:srgbClr val="000000"/>
                </a:solidFill>
                <a:effectLst/>
                <a:uFillTx/>
                <a:latin typeface="Arial"/>
              </a:rPr>
              <a:t>- Echange de chaleur avec l’extérieur</a:t>
            </a:r>
            <a:endParaRPr b="0" lang="en-US" sz="2800" strike="noStrike" u="none">
              <a:solidFill>
                <a:srgbClr val="000000"/>
              </a:solidFill>
              <a:effectLst/>
              <a:uFillTx/>
              <a:latin typeface="Arial"/>
            </a:endParaRPr>
          </a:p>
          <a:p>
            <a:pPr algn="just">
              <a:spcBef>
                <a:spcPts val="174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timing>
    <p:tnLst>
      <p:par>
        <p:cTn id="1" dur="indefinite" restart="never" nodeType="tmRoot">
          <p:childTnLst>
            <p:seq>
              <p:cTn id="2" dur="indefinite" nodeType="mainSeq">
                <p:childTnLst>
                  <p:par>
                    <p:cTn id="3" nodeType="clickEffect" fill="hold">
                      <p:stCondLst>
                        <p:cond delay="indefinite"/>
                      </p:stCondLst>
                      <p:childTnLst>
                        <p:par>
                          <p:cTn id="4" nodeType="withEffect" fill="hold">
                            <p:stCondLst>
                              <p:cond delay="0"/>
                            </p:stCondLst>
                            <p:childTnLst>
                              <p:par>
                                <p:cTn id="5" nodeType="clickEffect" fill="hold" presetClass="entr" presetID="27">
                                  <p:stCondLst>
                                    <p:cond delay="0"/>
                                  </p:stCondLst>
                                  <p:iterate type="lt">
                                    <p:tmAbs val="40"/>
                                  </p:iterate>
                                  <p:childTnLst>
                                    <p:set>
                                      <p:cBhvr>
                                        <p:cTn id="6" dur="1" fill="hold">
                                          <p:stCondLst>
                                            <p:cond delay="0"/>
                                          </p:stCondLst>
                                        </p:cTn>
                                        <p:tgtEl>
                                          <p:spTgt spid="23"/>
                                        </p:tgtEl>
                                        <p:attrNameLst>
                                          <p:attrName>style.visibility</p:attrName>
                                        </p:attrNameLst>
                                      </p:cBhvr>
                                      <p:to>
                                        <p:strVal val="visible"/>
                                      </p:to>
                                    </p:set>
                                    <p:anim calcmode="discrete" valueType="clr">
                                      <p:cBhvr additive="repl">
                                        <p:cTn id="7" dur="80"/>
                                        <p:tgtEl>
                                          <p:spTgt spid="23"/>
                                        </p:tgtEl>
                                        <p:attrNameLst>
                                          <p:attrName>style.color</p:attrName>
                                        </p:attrNameLst>
                                      </p:cBhvr>
                                      <p:tavLst>
                                        <p:tav tm="0">
                                          <p:val>
                                            <p:strVal val="rgb(77,80,-64)"/>
                                          </p:val>
                                        </p:tav>
                                        <p:tav tm="50000">
                                          <p:val>
                                            <p:strVal val="rgb(-1,0,0)"/>
                                          </p:val>
                                        </p:tav>
                                      </p:tavLst>
                                    </p:anim>
                                    <p:anim calcmode="discrete" valueType="clr">
                                      <p:cBhvr additive="repl">
                                        <p:cTn id="8" dur="80"/>
                                        <p:tgtEl>
                                          <p:spTgt spid="23"/>
                                        </p:tgtEl>
                                        <p:attrNameLst>
                                          <p:attrName>fillcolor</p:attrName>
                                        </p:attrNameLst>
                                      </p:cBhvr>
                                      <p:tavLst>
                                        <p:tav tm="0">
                                          <p:val>
                                            <p:strVal val="rgb(77,80,-64)"/>
                                          </p:val>
                                        </p:tav>
                                        <p:tav tm="50000">
                                          <p:val>
                                            <p:strVal val="rgb(-1,0,0)"/>
                                          </p:val>
                                        </p:tav>
                                      </p:tavLst>
                                    </p:anim>
                                    <p:set>
                                      <p:cBhvr>
                                        <p:cTn id="9" dur="80"/>
                                        <p:tgtEl>
                                          <p:spTgt spid="23"/>
                                        </p:tgtEl>
                                        <p:attrNameLst>
                                          <p:attrName>fill.type</p:attrName>
                                        </p:attrNameLst>
                                      </p:cBhvr>
                                      <p:to>
                                        <p:strVal val="solid"/>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 name="Rectangle 4"/>
          <p:cNvSpPr/>
          <p:nvPr/>
        </p:nvSpPr>
        <p:spPr>
          <a:xfrm>
            <a:off x="0" y="-27000"/>
            <a:ext cx="9144000" cy="965160"/>
          </a:xfrm>
          <a:prstGeom prst="rect">
            <a:avLst/>
          </a:prstGeom>
          <a:solidFill>
            <a:srgbClr val="4f81bd"/>
          </a:solidFill>
          <a:ln w="0">
            <a:noFill/>
          </a:ln>
        </p:spPr>
        <p:style>
          <a:lnRef idx="0"/>
          <a:fillRef idx="0"/>
          <a:effectRef idx="0"/>
          <a:fontRef idx="minor"/>
        </p:style>
        <p:txBody>
          <a:bodyPr lIns="90000" rIns="90000" tIns="46800" bIns="46800" anchor="b" anchorCtr="1">
            <a:noAutofit/>
          </a:bodyPr>
          <a:p>
            <a:pPr>
              <a:lnSpc>
                <a:spcPct val="15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800" strike="noStrike" u="none">
                <a:solidFill>
                  <a:srgbClr val="cc3300"/>
                </a:solidFill>
                <a:effectLst/>
                <a:uFillTx/>
                <a:latin typeface="Times New Roman"/>
                <a:ea typeface="Times New Roman"/>
              </a:rPr>
              <a:t>Séance 3 : </a:t>
            </a:r>
            <a:r>
              <a:rPr b="1" lang="fr-FR" sz="2800" strike="noStrike" u="none">
                <a:solidFill>
                  <a:srgbClr val="cc3300"/>
                </a:solidFill>
                <a:effectLst/>
                <a:uFillTx/>
                <a:latin typeface="Times New Roman"/>
                <a:ea typeface="Times New Roman"/>
              </a:rPr>
              <a:t>QUANTITE DE CHALEUR ET TRAVAIL</a:t>
            </a:r>
            <a:endParaRPr b="0" lang="en-US" sz="2800" strike="noStrike" u="none">
              <a:solidFill>
                <a:srgbClr val="000000"/>
              </a:solidFill>
              <a:effectLst/>
              <a:uFillTx/>
              <a:latin typeface="Arial"/>
            </a:endParaRPr>
          </a:p>
        </p:txBody>
      </p:sp>
      <p:sp>
        <p:nvSpPr>
          <p:cNvPr id="25" name="Rectangle 5"/>
          <p:cNvSpPr/>
          <p:nvPr/>
        </p:nvSpPr>
        <p:spPr>
          <a:xfrm>
            <a:off x="165240" y="851040"/>
            <a:ext cx="2819160" cy="533160"/>
          </a:xfrm>
          <a:prstGeom prst="rect">
            <a:avLst/>
          </a:prstGeom>
          <a:noFill/>
          <a:ln w="0">
            <a:noFill/>
          </a:ln>
        </p:spPr>
        <p:style>
          <a:lnRef idx="0"/>
          <a:fillRef idx="0"/>
          <a:effectRef idx="0"/>
          <a:fontRef idx="minor"/>
        </p:style>
        <p:txBody>
          <a:bodyPr lIns="90000" rIns="90000" tIns="46800" bIns="46800" anchor="t">
            <a:noAutofit/>
          </a:bodyPr>
          <a:p>
            <a:pPr>
              <a:lnSpc>
                <a:spcPct val="100000"/>
              </a:lnSpc>
              <a:spcBef>
                <a:spcPts val="9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3600" strike="noStrike" u="sng">
                <a:solidFill>
                  <a:srgbClr val="000000"/>
                </a:solidFill>
                <a:effectLst/>
                <a:uFillTx/>
                <a:latin typeface="Times New Roman"/>
              </a:rPr>
              <a:t>La chaleur </a:t>
            </a:r>
            <a:r>
              <a:rPr b="0" lang="fr-FR" sz="3600" strike="noStrike" u="none">
                <a:solidFill>
                  <a:srgbClr val="000000"/>
                </a:solidFill>
                <a:effectLst/>
                <a:uFillTx/>
                <a:latin typeface="Times New Roman"/>
              </a:rPr>
              <a:t>:</a:t>
            </a:r>
            <a:endParaRPr b="0" lang="en-US" sz="3600" strike="noStrike" u="none">
              <a:solidFill>
                <a:srgbClr val="000000"/>
              </a:solidFill>
              <a:effectLst/>
              <a:uFillTx/>
              <a:latin typeface="Arial"/>
            </a:endParaRPr>
          </a:p>
        </p:txBody>
      </p:sp>
      <p:sp>
        <p:nvSpPr>
          <p:cNvPr id="26" name="Text Box 7"/>
          <p:cNvSpPr/>
          <p:nvPr/>
        </p:nvSpPr>
        <p:spPr>
          <a:xfrm>
            <a:off x="279360" y="1562040"/>
            <a:ext cx="8610480" cy="2655720"/>
          </a:xfrm>
          <a:prstGeom prst="rect">
            <a:avLst/>
          </a:prstGeom>
          <a:noFill/>
          <a:ln w="0">
            <a:noFill/>
          </a:ln>
        </p:spPr>
        <p:style>
          <a:lnRef idx="0"/>
          <a:fillRef idx="0"/>
          <a:effectRef idx="0"/>
          <a:fontRef idx="minor"/>
        </p:style>
        <p:txBody>
          <a:bodyPr lIns="90000" rIns="90000" tIns="46800" bIns="46800" anchor="t">
            <a:spAutoFit/>
          </a:bodyPr>
          <a:p>
            <a:pPr algn="just">
              <a:lnSpc>
                <a:spcPct val="100000"/>
              </a:lnSpc>
              <a:spcBef>
                <a:spcPts val="174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800" strike="noStrike" u="none">
                <a:solidFill>
                  <a:srgbClr val="000000"/>
                </a:solidFill>
                <a:effectLst/>
                <a:uFillTx/>
                <a:latin typeface="Times New Roman"/>
                <a:ea typeface="Times New Roman"/>
              </a:rPr>
              <a:t>	</a:t>
            </a:r>
            <a:r>
              <a:rPr b="0" lang="fr-FR" sz="2800" strike="noStrike" u="none">
                <a:solidFill>
                  <a:srgbClr val="000000"/>
                </a:solidFill>
                <a:effectLst/>
                <a:uFillTx/>
                <a:latin typeface="Times New Roman"/>
                <a:ea typeface="Times New Roman"/>
              </a:rPr>
              <a:t>Deux corps de températures différentes mis en contact (le contact peut ne pas être matériel) échangent de l’énergie calorifique de manière à parvenir à un état d’équilibre thermique où la température est la même pour les deux corps. Un des corps a perdu une partie de son énergie au profit de l’autre. </a:t>
            </a:r>
            <a:endParaRPr b="0" lang="en-US" sz="2800" strike="noStrike" u="none">
              <a:solidFill>
                <a:srgbClr val="000000"/>
              </a:solidFill>
              <a:effectLst/>
              <a:uFillTx/>
              <a:latin typeface="Arial"/>
            </a:endParaRPr>
          </a:p>
        </p:txBody>
      </p:sp>
      <p:sp>
        <p:nvSpPr>
          <p:cNvPr id="27" name="Rectangle 8"/>
          <p:cNvSpPr/>
          <p:nvPr/>
        </p:nvSpPr>
        <p:spPr>
          <a:xfrm>
            <a:off x="436680" y="4765680"/>
            <a:ext cx="7585920" cy="52092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spcBef>
                <a:spcPts val="174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800" strike="noStrike" u="none">
                <a:solidFill>
                  <a:srgbClr val="000000"/>
                </a:solidFill>
                <a:effectLst/>
                <a:uFillTx/>
                <a:latin typeface="Times New Roman"/>
                <a:ea typeface="Times New Roman"/>
              </a:rPr>
              <a:t>On dit que les deux corps ont échangé de </a:t>
            </a:r>
            <a:r>
              <a:rPr b="0" i="1" lang="fr-FR" sz="2800" strike="noStrike" u="none">
                <a:solidFill>
                  <a:srgbClr val="000000"/>
                </a:solidFill>
                <a:effectLst/>
                <a:uFillTx/>
                <a:latin typeface="Times New Roman"/>
                <a:ea typeface="Times New Roman"/>
              </a:rPr>
              <a:t>la chaleur</a:t>
            </a:r>
            <a:r>
              <a:rPr b="0" lang="fr-FR" sz="2800" strike="noStrike" u="none">
                <a:solidFill>
                  <a:srgbClr val="000000"/>
                </a:solidFill>
                <a:effectLst/>
                <a:uFillTx/>
                <a:latin typeface="Times New Roman"/>
                <a:ea typeface="Times New Roman"/>
              </a:rPr>
              <a:t>.</a:t>
            </a:r>
            <a:endParaRPr b="0" lang="en-US" sz="2800" strike="noStrike" u="none">
              <a:solidFill>
                <a:srgbClr val="000000"/>
              </a:solidFill>
              <a:effectLst/>
              <a:uFillTx/>
              <a:latin typeface="Arial"/>
            </a:endParaRPr>
          </a:p>
        </p:txBody>
      </p:sp>
      <p:sp>
        <p:nvSpPr>
          <p:cNvPr id="28" name="Text Box 9"/>
          <p:cNvSpPr/>
          <p:nvPr/>
        </p:nvSpPr>
        <p:spPr>
          <a:xfrm>
            <a:off x="2346480" y="5565600"/>
            <a:ext cx="1066680" cy="809640"/>
          </a:xfrm>
          <a:prstGeom prst="rect">
            <a:avLst/>
          </a:prstGeom>
          <a:solidFill>
            <a:srgbClr val="cc99ff"/>
          </a:solidFill>
          <a:ln w="9360">
            <a:solidFill>
              <a:srgbClr val="000000"/>
            </a:solidFill>
            <a:miter/>
          </a:ln>
        </p:spPr>
        <p:style>
          <a:lnRef idx="0"/>
          <a:fillRef idx="0"/>
          <a:effectRef idx="0"/>
          <a:fontRef idx="minor"/>
        </p:style>
        <p:txBody>
          <a:bodyPr lIns="47880" rIns="47880" tIns="23760" bIns="23760" anchor="t">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4400" strike="noStrike" u="none">
                <a:solidFill>
                  <a:srgbClr val="ffffff"/>
                </a:solidFill>
                <a:effectLst/>
                <a:uFillTx/>
                <a:latin typeface="Times New Roman"/>
              </a:rPr>
              <a:t>A</a:t>
            </a:r>
            <a:endParaRPr b="0" lang="en-US" sz="4400" strike="noStrike" u="none">
              <a:solidFill>
                <a:srgbClr val="000000"/>
              </a:solidFill>
              <a:effectLst/>
              <a:uFillTx/>
              <a:latin typeface="Arial"/>
            </a:endParaRPr>
          </a:p>
        </p:txBody>
      </p:sp>
      <p:sp>
        <p:nvSpPr>
          <p:cNvPr id="29" name="Text Box 10"/>
          <p:cNvSpPr/>
          <p:nvPr/>
        </p:nvSpPr>
        <p:spPr>
          <a:xfrm>
            <a:off x="4551480" y="5538960"/>
            <a:ext cx="1104840" cy="847440"/>
          </a:xfrm>
          <a:prstGeom prst="rect">
            <a:avLst/>
          </a:prstGeom>
          <a:solidFill>
            <a:srgbClr val="c0c0c0"/>
          </a:solidFill>
          <a:ln w="9360">
            <a:solidFill>
              <a:srgbClr val="000000"/>
            </a:solidFill>
            <a:miter/>
          </a:ln>
        </p:spPr>
        <p:style>
          <a:lnRef idx="0"/>
          <a:fillRef idx="0"/>
          <a:effectRef idx="0"/>
          <a:fontRef idx="minor"/>
        </p:style>
        <p:txBody>
          <a:bodyPr lIns="47880" rIns="47880" tIns="23760" bIns="23760" anchor="t">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4400" strike="noStrike" u="none">
                <a:solidFill>
                  <a:srgbClr val="ffffff"/>
                </a:solidFill>
                <a:effectLst/>
                <a:uFillTx/>
                <a:latin typeface="Times New Roman"/>
              </a:rPr>
              <a:t>B</a:t>
            </a:r>
            <a:endParaRPr b="0" lang="en-US" sz="4400" strike="noStrike" u="none">
              <a:solidFill>
                <a:srgbClr val="000000"/>
              </a:solidFill>
              <a:effectLst/>
              <a:uFillTx/>
              <a:latin typeface="Arial"/>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4400" strike="noStrike" u="none">
              <a:solidFill>
                <a:srgbClr val="000000"/>
              </a:solidFill>
              <a:effectLst/>
              <a:uFillTx/>
              <a:latin typeface="Arial"/>
            </a:endParaRPr>
          </a:p>
        </p:txBody>
      </p:sp>
      <p:sp>
        <p:nvSpPr>
          <p:cNvPr id="30" name="AutoShape 11"/>
          <p:cNvSpPr/>
          <p:nvPr/>
        </p:nvSpPr>
        <p:spPr>
          <a:xfrm>
            <a:off x="3365640" y="5905440"/>
            <a:ext cx="1358640" cy="203400"/>
          </a:xfrm>
          <a:prstGeom prst="leftRightArrow">
            <a:avLst>
              <a:gd name="adj1" fmla="val 50000"/>
              <a:gd name="adj2" fmla="val 132974"/>
            </a:avLst>
          </a:prstGeom>
          <a:solidFill>
            <a:srgbClr val="ff3300"/>
          </a:solidFill>
          <a:ln w="9360">
            <a:solidFill>
              <a:srgbClr val="000000"/>
            </a:solidFill>
            <a:miter/>
          </a:ln>
        </p:spPr>
        <p:style>
          <a:lnRef idx="0"/>
          <a:fillRef idx="0"/>
          <a:effectRef idx="0"/>
          <a:fontRef idx="minor"/>
        </p:style>
        <p:txBody>
          <a:bodyPr wrap="none" lIns="90000" rIns="90000" tIns="46800" bIns="46800" anchor="ctr">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trike="noStrike" u="none">
              <a:solidFill>
                <a:srgbClr val="000000"/>
              </a:solidFill>
              <a:effectLst/>
              <a:uFillTx/>
              <a:latin typeface="Arial"/>
            </a:endParaRPr>
          </a:p>
        </p:txBody>
      </p:sp>
      <p:sp>
        <p:nvSpPr>
          <p:cNvPr id="31" name="Text Box 12"/>
          <p:cNvSpPr/>
          <p:nvPr/>
        </p:nvSpPr>
        <p:spPr>
          <a:xfrm>
            <a:off x="3759120" y="6045120"/>
            <a:ext cx="584280" cy="520920"/>
          </a:xfrm>
          <a:prstGeom prst="rect">
            <a:avLst/>
          </a:prstGeom>
          <a:noFill/>
          <a:ln w="0">
            <a:noFill/>
          </a:ln>
        </p:spPr>
        <p:style>
          <a:lnRef idx="0"/>
          <a:fillRef idx="0"/>
          <a:effectRef idx="0"/>
          <a:fontRef idx="minor"/>
        </p:style>
        <p:txBody>
          <a:bodyPr lIns="90000" rIns="90000" tIns="46800" bIns="46800" anchor="t">
            <a:spAutoFit/>
          </a:bodyPr>
          <a:p>
            <a:pPr>
              <a:spcBef>
                <a:spcPts val="174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800" strike="noStrike" u="none">
                <a:solidFill>
                  <a:srgbClr val="ff3300"/>
                </a:solidFill>
                <a:effectLst/>
                <a:uFillTx/>
                <a:latin typeface="Arial"/>
              </a:rPr>
              <a:t>Q</a:t>
            </a:r>
            <a:endParaRPr b="0" lang="en-US" sz="2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timing>
    <p:tnLst>
      <p:par>
        <p:cTn id="10" dur="indefinite" restart="never" nodeType="tmRoot">
          <p:childTnLst>
            <p:seq>
              <p:cTn id="11" dur="indefinite" nodeType="mainSeq">
                <p:childTnLst>
                  <p:par>
                    <p:cTn id="12" nodeType="clickEffect" fill="hold">
                      <p:stCondLst>
                        <p:cond delay="indefinite"/>
                      </p:stCondLst>
                      <p:childTnLst>
                        <p:par>
                          <p:cTn id="13" nodeType="withEffect" fill="hold">
                            <p:stCondLst>
                              <p:cond delay="0"/>
                            </p:stCondLst>
                            <p:childTnLst>
                              <p:par>
                                <p:cTn id="14" nodeType="clickEffect" fill="hold" presetClass="entr" presetID="27">
                                  <p:stCondLst>
                                    <p:cond delay="0"/>
                                  </p:stCondLst>
                                  <p:iterate type="lt">
                                    <p:tmAbs val="40"/>
                                  </p:iterate>
                                  <p:childTnLst>
                                    <p:set>
                                      <p:cBhvr>
                                        <p:cTn id="15" dur="1" fill="hold">
                                          <p:stCondLst>
                                            <p:cond delay="0"/>
                                          </p:stCondLst>
                                        </p:cTn>
                                        <p:tgtEl>
                                          <p:spTgt spid="25"/>
                                        </p:tgtEl>
                                        <p:attrNameLst>
                                          <p:attrName>style.visibility</p:attrName>
                                        </p:attrNameLst>
                                      </p:cBhvr>
                                      <p:to>
                                        <p:strVal val="visible"/>
                                      </p:to>
                                    </p:set>
                                    <p:anim calcmode="discrete" valueType="clr">
                                      <p:cBhvr additive="repl">
                                        <p:cTn id="16" dur="80"/>
                                        <p:tgtEl>
                                          <p:spTgt spid="25"/>
                                        </p:tgtEl>
                                        <p:attrNameLst>
                                          <p:attrName>style.color</p:attrName>
                                        </p:attrNameLst>
                                      </p:cBhvr>
                                      <p:tavLst>
                                        <p:tav tm="0">
                                          <p:val>
                                            <p:strVal val="rgb(77,80,-64)"/>
                                          </p:val>
                                        </p:tav>
                                        <p:tav tm="50000">
                                          <p:val>
                                            <p:strVal val="rgb(-1,0,0)"/>
                                          </p:val>
                                        </p:tav>
                                      </p:tavLst>
                                    </p:anim>
                                    <p:anim calcmode="discrete" valueType="clr">
                                      <p:cBhvr additive="repl">
                                        <p:cTn id="17" dur="80"/>
                                        <p:tgtEl>
                                          <p:spTgt spid="25"/>
                                        </p:tgtEl>
                                        <p:attrNameLst>
                                          <p:attrName>fillcolor</p:attrName>
                                        </p:attrNameLst>
                                      </p:cBhvr>
                                      <p:tavLst>
                                        <p:tav tm="0">
                                          <p:val>
                                            <p:strVal val="rgb(77,80,-64)"/>
                                          </p:val>
                                        </p:tav>
                                        <p:tav tm="50000">
                                          <p:val>
                                            <p:strVal val="rgb(-1,0,0)"/>
                                          </p:val>
                                        </p:tav>
                                      </p:tavLst>
                                    </p:anim>
                                    <p:set>
                                      <p:cBhvr>
                                        <p:cTn id="18" dur="80"/>
                                        <p:tgtEl>
                                          <p:spTgt spid="25"/>
                                        </p:tgtEl>
                                        <p:attrNameLst>
                                          <p:attrName>fill.type</p:attrName>
                                        </p:attrNameLst>
                                      </p:cBhvr>
                                      <p:to>
                                        <p:strVal val="solid"/>
                                      </p:to>
                                    </p:set>
                                  </p:childTnLst>
                                </p:cTn>
                              </p:par>
                            </p:childTnLst>
                          </p:cTn>
                        </p:par>
                      </p:childTnLst>
                    </p:cTn>
                  </p:par>
                  <p:par>
                    <p:cTn id="19" nodeType="clickEffect" fill="hold">
                      <p:stCondLst>
                        <p:cond delay="indefinite"/>
                      </p:stCondLst>
                      <p:childTnLst>
                        <p:par>
                          <p:cTn id="20" nodeType="withEffect" fill="hold">
                            <p:stCondLst>
                              <p:cond delay="0"/>
                            </p:stCondLst>
                            <p:childTnLst>
                              <p:par>
                                <p:cTn id="21" nodeType="clickEffect" fill="hold" presetClass="entr" presetID="27">
                                  <p:stCondLst>
                                    <p:cond delay="0"/>
                                  </p:stCondLst>
                                  <p:iterate type="lt">
                                    <p:tmAbs val="40"/>
                                  </p:iterate>
                                  <p:childTnLst>
                                    <p:set>
                                      <p:cBhvr>
                                        <p:cTn id="22" dur="1" fill="hold">
                                          <p:stCondLst>
                                            <p:cond delay="0"/>
                                          </p:stCondLst>
                                        </p:cTn>
                                        <p:tgtEl>
                                          <p:spTgt spid="26"/>
                                        </p:tgtEl>
                                        <p:attrNameLst>
                                          <p:attrName>style.visibility</p:attrName>
                                        </p:attrNameLst>
                                      </p:cBhvr>
                                      <p:to>
                                        <p:strVal val="visible"/>
                                      </p:to>
                                    </p:set>
                                    <p:anim calcmode="discrete" valueType="clr">
                                      <p:cBhvr additive="repl">
                                        <p:cTn id="23" dur="80"/>
                                        <p:tgtEl>
                                          <p:spTgt spid="26"/>
                                        </p:tgtEl>
                                        <p:attrNameLst>
                                          <p:attrName>style.color</p:attrName>
                                        </p:attrNameLst>
                                      </p:cBhvr>
                                      <p:tavLst>
                                        <p:tav tm="0">
                                          <p:val>
                                            <p:strVal val="rgb(77,80,-64)"/>
                                          </p:val>
                                        </p:tav>
                                        <p:tav tm="50000">
                                          <p:val>
                                            <p:strVal val="rgb(-1,0,0)"/>
                                          </p:val>
                                        </p:tav>
                                      </p:tavLst>
                                    </p:anim>
                                    <p:anim calcmode="discrete" valueType="clr">
                                      <p:cBhvr additive="repl">
                                        <p:cTn id="24" dur="80"/>
                                        <p:tgtEl>
                                          <p:spTgt spid="26"/>
                                        </p:tgtEl>
                                        <p:attrNameLst>
                                          <p:attrName>fillcolor</p:attrName>
                                        </p:attrNameLst>
                                      </p:cBhvr>
                                      <p:tavLst>
                                        <p:tav tm="0">
                                          <p:val>
                                            <p:strVal val="rgb(77,80,-64)"/>
                                          </p:val>
                                        </p:tav>
                                        <p:tav tm="50000">
                                          <p:val>
                                            <p:strVal val="rgb(-1,0,0)"/>
                                          </p:val>
                                        </p:tav>
                                      </p:tavLst>
                                    </p:anim>
                                    <p:set>
                                      <p:cBhvr>
                                        <p:cTn id="25" dur="80"/>
                                        <p:tgtEl>
                                          <p:spTgt spid="26"/>
                                        </p:tgtEl>
                                        <p:attrNameLst>
                                          <p:attrName>fill.type</p:attrName>
                                        </p:attrNameLst>
                                      </p:cBhvr>
                                      <p:to>
                                        <p:strVal val="solid"/>
                                      </p:to>
                                    </p:set>
                                  </p:childTnLst>
                                </p:cTn>
                              </p:par>
                            </p:childTnLst>
                          </p:cTn>
                        </p:par>
                      </p:childTnLst>
                    </p:cTn>
                  </p:par>
                  <p:par>
                    <p:cTn id="26" nodeType="clickEffect" fill="hold">
                      <p:stCondLst>
                        <p:cond delay="indefinite"/>
                      </p:stCondLst>
                      <p:childTnLst>
                        <p:par>
                          <p:cTn id="27" nodeType="withEffect" fill="hold">
                            <p:stCondLst>
                              <p:cond delay="0"/>
                            </p:stCondLst>
                            <p:childTnLst>
                              <p:par>
                                <p:cTn id="28" nodeType="clickEffect" fill="hold" presetClass="entr" presetID="27">
                                  <p:stCondLst>
                                    <p:cond delay="0"/>
                                  </p:stCondLst>
                                  <p:iterate type="lt">
                                    <p:tmAbs val="40"/>
                                  </p:iterate>
                                  <p:childTnLst>
                                    <p:set>
                                      <p:cBhvr>
                                        <p:cTn id="29" dur="1" fill="hold">
                                          <p:stCondLst>
                                            <p:cond delay="0"/>
                                          </p:stCondLst>
                                        </p:cTn>
                                        <p:tgtEl>
                                          <p:spTgt spid="27"/>
                                        </p:tgtEl>
                                        <p:attrNameLst>
                                          <p:attrName>style.visibility</p:attrName>
                                        </p:attrNameLst>
                                      </p:cBhvr>
                                      <p:to>
                                        <p:strVal val="visible"/>
                                      </p:to>
                                    </p:set>
                                    <p:anim calcmode="discrete" valueType="clr">
                                      <p:cBhvr additive="repl">
                                        <p:cTn id="30" dur="80"/>
                                        <p:tgtEl>
                                          <p:spTgt spid="27"/>
                                        </p:tgtEl>
                                        <p:attrNameLst>
                                          <p:attrName>style.color</p:attrName>
                                        </p:attrNameLst>
                                      </p:cBhvr>
                                      <p:tavLst>
                                        <p:tav tm="0">
                                          <p:val>
                                            <p:strVal val="rgb(77,80,-64)"/>
                                          </p:val>
                                        </p:tav>
                                        <p:tav tm="50000">
                                          <p:val>
                                            <p:strVal val="rgb(-1,0,0)"/>
                                          </p:val>
                                        </p:tav>
                                      </p:tavLst>
                                    </p:anim>
                                    <p:anim calcmode="discrete" valueType="clr">
                                      <p:cBhvr additive="repl">
                                        <p:cTn id="31" dur="80"/>
                                        <p:tgtEl>
                                          <p:spTgt spid="27"/>
                                        </p:tgtEl>
                                        <p:attrNameLst>
                                          <p:attrName>fillcolor</p:attrName>
                                        </p:attrNameLst>
                                      </p:cBhvr>
                                      <p:tavLst>
                                        <p:tav tm="0">
                                          <p:val>
                                            <p:strVal val="rgb(77,80,-64)"/>
                                          </p:val>
                                        </p:tav>
                                        <p:tav tm="50000">
                                          <p:val>
                                            <p:strVal val="rgb(-1,0,0)"/>
                                          </p:val>
                                        </p:tav>
                                      </p:tavLst>
                                    </p:anim>
                                    <p:set>
                                      <p:cBhvr>
                                        <p:cTn id="32" dur="80"/>
                                        <p:tgtEl>
                                          <p:spTgt spid="27"/>
                                        </p:tgtEl>
                                        <p:attrNameLst>
                                          <p:attrName>fill.type</p:attrName>
                                        </p:attrNameLst>
                                      </p:cBhvr>
                                      <p:to>
                                        <p:strVal val="solid"/>
                                      </p:to>
                                    </p:set>
                                  </p:childTnLst>
                                </p:cTn>
                              </p:par>
                            </p:childTnLst>
                          </p:cTn>
                        </p:par>
                      </p:childTnLst>
                    </p:cTn>
                  </p:par>
                  <p:par>
                    <p:cTn id="33" nodeType="clickEffect" fill="hold">
                      <p:stCondLst>
                        <p:cond delay="indefinite"/>
                      </p:stCondLst>
                      <p:childTnLst>
                        <p:par>
                          <p:cTn id="34" nodeType="withEffect" fill="hold">
                            <p:stCondLst>
                              <p:cond delay="0"/>
                            </p:stCondLst>
                            <p:childTnLst>
                              <p:par>
                                <p:cTn id="35" nodeType="clickEffect" fill="hold" presetClass="entr" presetID="10">
                                  <p:stCondLst>
                                    <p:cond delay="0"/>
                                  </p:stCondLst>
                                  <p:childTnLst>
                                    <p:set>
                                      <p:cBhvr>
                                        <p:cTn id="36" dur="1" fill="hold">
                                          <p:stCondLst>
                                            <p:cond delay="0"/>
                                          </p:stCondLst>
                                        </p:cTn>
                                        <p:tgtEl>
                                          <p:spTgt spid="28"/>
                                        </p:tgtEl>
                                        <p:attrNameLst>
                                          <p:attrName>style.visibility</p:attrName>
                                        </p:attrNameLst>
                                      </p:cBhvr>
                                      <p:to>
                                        <p:strVal val="visible"/>
                                      </p:to>
                                    </p:set>
                                    <p:animEffect filter="fade" transition="in">
                                      <p:cBhvr additive="repl">
                                        <p:cTn id="37" dur="2000"/>
                                        <p:tgtEl>
                                          <p:spTgt spid="28"/>
                                        </p:tgtEl>
                                      </p:cBhvr>
                                    </p:animEffect>
                                  </p:childTnLst>
                                </p:cTn>
                              </p:par>
                              <p:par>
                                <p:cTn id="38" nodeType="withEffect" fill="hold" presetClass="entr" presetID="10">
                                  <p:stCondLst>
                                    <p:cond delay="0"/>
                                  </p:stCondLst>
                                  <p:childTnLst>
                                    <p:set>
                                      <p:cBhvr>
                                        <p:cTn id="39" dur="1" fill="hold">
                                          <p:stCondLst>
                                            <p:cond delay="0"/>
                                          </p:stCondLst>
                                        </p:cTn>
                                        <p:tgtEl>
                                          <p:spTgt spid="31"/>
                                        </p:tgtEl>
                                        <p:attrNameLst>
                                          <p:attrName>style.visibility</p:attrName>
                                        </p:attrNameLst>
                                      </p:cBhvr>
                                      <p:to>
                                        <p:strVal val="visible"/>
                                      </p:to>
                                    </p:set>
                                    <p:animEffect filter="fade" transition="in">
                                      <p:cBhvr additive="repl">
                                        <p:cTn id="40" dur="2000"/>
                                        <p:tgtEl>
                                          <p:spTgt spid="31"/>
                                        </p:tgtEl>
                                      </p:cBhvr>
                                    </p:animEffect>
                                  </p:childTnLst>
                                </p:cTn>
                              </p:par>
                              <p:par>
                                <p:cTn id="41" nodeType="withEffect" fill="hold" presetClass="entr" presetID="10">
                                  <p:stCondLst>
                                    <p:cond delay="0"/>
                                  </p:stCondLst>
                                  <p:childTnLst>
                                    <p:set>
                                      <p:cBhvr>
                                        <p:cTn id="42" dur="1" fill="hold">
                                          <p:stCondLst>
                                            <p:cond delay="0"/>
                                          </p:stCondLst>
                                        </p:cTn>
                                        <p:tgtEl>
                                          <p:spTgt spid="30"/>
                                        </p:tgtEl>
                                        <p:attrNameLst>
                                          <p:attrName>style.visibility</p:attrName>
                                        </p:attrNameLst>
                                      </p:cBhvr>
                                      <p:to>
                                        <p:strVal val="visible"/>
                                      </p:to>
                                    </p:set>
                                    <p:animEffect filter="fade" transition="in">
                                      <p:cBhvr additive="repl">
                                        <p:cTn id="43" dur="2000"/>
                                        <p:tgtEl>
                                          <p:spTgt spid="30"/>
                                        </p:tgtEl>
                                      </p:cBhvr>
                                    </p:animEffect>
                                  </p:childTnLst>
                                </p:cTn>
                              </p:par>
                              <p:par>
                                <p:cTn id="44" nodeType="withEffect" fill="hold" presetClass="entr" presetID="10">
                                  <p:stCondLst>
                                    <p:cond delay="0"/>
                                  </p:stCondLst>
                                  <p:childTnLst>
                                    <p:set>
                                      <p:cBhvr>
                                        <p:cTn id="45" dur="1" fill="hold">
                                          <p:stCondLst>
                                            <p:cond delay="0"/>
                                          </p:stCondLst>
                                        </p:cTn>
                                        <p:tgtEl>
                                          <p:spTgt spid="29"/>
                                        </p:tgtEl>
                                        <p:attrNameLst>
                                          <p:attrName>style.visibility</p:attrName>
                                        </p:attrNameLst>
                                      </p:cBhvr>
                                      <p:to>
                                        <p:strVal val="visible"/>
                                      </p:to>
                                    </p:set>
                                    <p:animEffect filter="fade" transition="in">
                                      <p:cBhvr additive="repl">
                                        <p:cTn id="46" dur="2000"/>
                                        <p:tgtEl>
                                          <p:spTgt spid="2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 name="Rectangle 5"/>
          <p:cNvSpPr/>
          <p:nvPr/>
        </p:nvSpPr>
        <p:spPr>
          <a:xfrm>
            <a:off x="360720" y="930240"/>
            <a:ext cx="8652600" cy="459720"/>
          </a:xfrm>
          <a:prstGeom prst="rect">
            <a:avLst/>
          </a:prstGeom>
          <a:noFill/>
          <a:ln w="0">
            <a:noFill/>
          </a:ln>
        </p:spPr>
        <p:style>
          <a:lnRef idx="0"/>
          <a:fillRef idx="0"/>
          <a:effectRef idx="0"/>
          <a:fontRef idx="minor"/>
        </p:style>
        <p:txBody>
          <a:bodyPr wrap="none" lIns="90000" rIns="90000" tIns="46800" bIns="46800" anchor="t">
            <a:spAutoFit/>
          </a:bodyPr>
          <a:p>
            <a:pPr>
              <a:spcBef>
                <a:spcPts val="1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400" strike="noStrike" u="none">
                <a:solidFill>
                  <a:srgbClr val="000000"/>
                </a:solidFill>
                <a:effectLst/>
                <a:uFillTx/>
                <a:latin typeface="Arial"/>
              </a:rPr>
              <a:t>L’échange de chaleur peut avoir lieu selon 3 modes différents :</a:t>
            </a:r>
            <a:endParaRPr b="0" lang="en-US" sz="2400" strike="noStrike" u="none">
              <a:solidFill>
                <a:srgbClr val="000000"/>
              </a:solidFill>
              <a:effectLst/>
              <a:uFillTx/>
              <a:latin typeface="Arial"/>
            </a:endParaRPr>
          </a:p>
        </p:txBody>
      </p:sp>
      <p:sp>
        <p:nvSpPr>
          <p:cNvPr id="33" name="Rectangle 6"/>
          <p:cNvSpPr/>
          <p:nvPr/>
        </p:nvSpPr>
        <p:spPr>
          <a:xfrm>
            <a:off x="393840" y="1447920"/>
            <a:ext cx="5468760" cy="1557000"/>
          </a:xfrm>
          <a:prstGeom prst="rect">
            <a:avLst/>
          </a:prstGeom>
          <a:noFill/>
          <a:ln w="0">
            <a:noFill/>
          </a:ln>
        </p:spPr>
        <p:style>
          <a:lnRef idx="0"/>
          <a:fillRef idx="0"/>
          <a:effectRef idx="0"/>
          <a:fontRef idx="minor"/>
        </p:style>
        <p:txBody>
          <a:bodyPr lIns="90000" rIns="90000" tIns="46800" bIns="46800" anchor="t">
            <a:spAutoFit/>
          </a:bodyPr>
          <a:p>
            <a:pPr algn="just">
              <a:spcBef>
                <a:spcPts val="1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400" strike="noStrike" u="none">
                <a:solidFill>
                  <a:srgbClr val="c00000"/>
                </a:solidFill>
                <a:effectLst/>
                <a:uFillTx/>
                <a:latin typeface="Arial"/>
              </a:rPr>
              <a:t>- </a:t>
            </a:r>
            <a:r>
              <a:rPr b="1" lang="fr-FR" sz="2400" strike="noStrike" u="none">
                <a:solidFill>
                  <a:srgbClr val="c00000"/>
                </a:solidFill>
                <a:effectLst/>
                <a:uFillTx/>
                <a:latin typeface="Arial"/>
              </a:rPr>
              <a:t>La conduction </a:t>
            </a:r>
            <a:r>
              <a:rPr b="1" lang="fr-FR" sz="2400" strike="noStrike" u="none">
                <a:solidFill>
                  <a:srgbClr val="000000"/>
                </a:solidFill>
                <a:effectLst/>
                <a:uFillTx/>
                <a:latin typeface="Arial"/>
              </a:rPr>
              <a:t>:</a:t>
            </a:r>
            <a:r>
              <a:rPr b="0" lang="fr-FR" sz="2400" strike="noStrike" u="none">
                <a:solidFill>
                  <a:srgbClr val="000000"/>
                </a:solidFill>
                <a:effectLst/>
                <a:uFillTx/>
                <a:latin typeface="Arial"/>
              </a:rPr>
              <a:t> La chaleur qui s'échange entre objets à températures différentes peut passer de l'un à l'autre par simple contact matériel,</a:t>
            </a:r>
            <a:endParaRPr b="0" lang="en-US" sz="2400" strike="noStrike" u="none">
              <a:solidFill>
                <a:srgbClr val="000000"/>
              </a:solidFill>
              <a:effectLst/>
              <a:uFillTx/>
              <a:latin typeface="Arial"/>
            </a:endParaRPr>
          </a:p>
        </p:txBody>
      </p:sp>
      <p:grpSp>
        <p:nvGrpSpPr>
          <p:cNvPr id="34" name="Group 14"/>
          <p:cNvGrpSpPr/>
          <p:nvPr/>
        </p:nvGrpSpPr>
        <p:grpSpPr>
          <a:xfrm>
            <a:off x="6245280" y="1654200"/>
            <a:ext cx="2179080" cy="1495440"/>
            <a:chOff x="6245280" y="1654200"/>
            <a:chExt cx="2179080" cy="1495440"/>
          </a:xfrm>
        </p:grpSpPr>
        <p:sp>
          <p:nvSpPr>
            <p:cNvPr id="35" name="Text Box 9"/>
            <p:cNvSpPr/>
            <p:nvPr/>
          </p:nvSpPr>
          <p:spPr>
            <a:xfrm>
              <a:off x="6245280" y="1654200"/>
              <a:ext cx="1066680" cy="873000"/>
            </a:xfrm>
            <a:prstGeom prst="rect">
              <a:avLst/>
            </a:prstGeom>
            <a:solidFill>
              <a:srgbClr val="ff3300"/>
            </a:solidFill>
            <a:ln w="9360">
              <a:solidFill>
                <a:srgbClr val="000000"/>
              </a:solidFill>
              <a:miter/>
            </a:ln>
          </p:spPr>
          <p:style>
            <a:lnRef idx="0"/>
            <a:fillRef idx="0"/>
            <a:effectRef idx="0"/>
            <a:fontRef idx="minor"/>
          </p:style>
          <p:txBody>
            <a:bodyPr lIns="47880" rIns="47880" tIns="23760" bIns="23760" anchor="t">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4400" strike="noStrike" u="none">
                  <a:solidFill>
                    <a:srgbClr val="ffffff"/>
                  </a:solidFill>
                  <a:effectLst/>
                  <a:uFillTx/>
                  <a:latin typeface="Times New Roman"/>
                </a:rPr>
                <a:t>A</a:t>
              </a:r>
              <a:endParaRPr b="0" lang="en-US" sz="4400" strike="noStrike" u="none">
                <a:solidFill>
                  <a:srgbClr val="000000"/>
                </a:solidFill>
                <a:effectLst/>
                <a:uFillTx/>
                <a:latin typeface="Arial"/>
              </a:endParaRPr>
            </a:p>
          </p:txBody>
        </p:sp>
        <p:sp>
          <p:nvSpPr>
            <p:cNvPr id="36" name="Text Box 10"/>
            <p:cNvSpPr/>
            <p:nvPr/>
          </p:nvSpPr>
          <p:spPr>
            <a:xfrm>
              <a:off x="7319880" y="1665000"/>
              <a:ext cx="1104480" cy="860400"/>
            </a:xfrm>
            <a:prstGeom prst="rect">
              <a:avLst/>
            </a:prstGeom>
            <a:solidFill>
              <a:srgbClr val="c0c0c0"/>
            </a:solidFill>
            <a:ln w="9360">
              <a:solidFill>
                <a:srgbClr val="000000"/>
              </a:solidFill>
              <a:miter/>
            </a:ln>
          </p:spPr>
          <p:style>
            <a:lnRef idx="0"/>
            <a:fillRef idx="0"/>
            <a:effectRef idx="0"/>
            <a:fontRef idx="minor"/>
          </p:style>
          <p:txBody>
            <a:bodyPr lIns="47880" rIns="47880" tIns="23760" bIns="23760" anchor="t">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4400" strike="noStrike" u="none">
                  <a:solidFill>
                    <a:srgbClr val="ffffff"/>
                  </a:solidFill>
                  <a:effectLst/>
                  <a:uFillTx/>
                  <a:latin typeface="Times New Roman"/>
                </a:rPr>
                <a:t>B</a:t>
              </a:r>
              <a:endParaRPr b="0" lang="en-US" sz="4400" strike="noStrike" u="none">
                <a:solidFill>
                  <a:srgbClr val="000000"/>
                </a:solidFill>
                <a:effectLst/>
                <a:uFillTx/>
                <a:latin typeface="Arial"/>
              </a:endParaRPr>
            </a:p>
          </p:txBody>
        </p:sp>
        <p:sp>
          <p:nvSpPr>
            <p:cNvPr id="37" name="AutoShape 11"/>
            <p:cNvSpPr/>
            <p:nvPr/>
          </p:nvSpPr>
          <p:spPr>
            <a:xfrm>
              <a:off x="6578280" y="2527200"/>
              <a:ext cx="1358640" cy="203040"/>
            </a:xfrm>
            <a:prstGeom prst="leftRightArrow">
              <a:avLst>
                <a:gd name="adj1" fmla="val 50000"/>
                <a:gd name="adj2" fmla="val 133210"/>
              </a:avLst>
            </a:prstGeom>
            <a:solidFill>
              <a:srgbClr val="ff3300"/>
            </a:solidFill>
            <a:ln w="9360">
              <a:solidFill>
                <a:srgbClr val="000000"/>
              </a:solidFill>
              <a:miter/>
            </a:ln>
          </p:spPr>
          <p:style>
            <a:lnRef idx="0"/>
            <a:fillRef idx="0"/>
            <a:effectRef idx="0"/>
            <a:fontRef idx="minor"/>
          </p:style>
          <p:txBody>
            <a:bodyPr wrap="none" lIns="90000" rIns="90000" tIns="46800" bIns="46800" anchor="ctr">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trike="noStrike" u="none">
                <a:solidFill>
                  <a:srgbClr val="000000"/>
                </a:solidFill>
                <a:effectLst/>
                <a:uFillTx/>
                <a:latin typeface="Arial"/>
              </a:endParaRPr>
            </a:p>
          </p:txBody>
        </p:sp>
        <p:sp>
          <p:nvSpPr>
            <p:cNvPr id="38" name="Text Box 12"/>
            <p:cNvSpPr/>
            <p:nvPr/>
          </p:nvSpPr>
          <p:spPr>
            <a:xfrm>
              <a:off x="7022880" y="2628720"/>
              <a:ext cx="583920" cy="520920"/>
            </a:xfrm>
            <a:prstGeom prst="rect">
              <a:avLst/>
            </a:prstGeom>
            <a:noFill/>
            <a:ln w="0">
              <a:noFill/>
            </a:ln>
          </p:spPr>
          <p:style>
            <a:lnRef idx="0"/>
            <a:fillRef idx="0"/>
            <a:effectRef idx="0"/>
            <a:fontRef idx="minor"/>
          </p:style>
          <p:txBody>
            <a:bodyPr lIns="90000" rIns="90000" tIns="46800" bIns="46800" anchor="t">
              <a:spAutoFit/>
            </a:bodyPr>
            <a:p>
              <a:pPr>
                <a:spcBef>
                  <a:spcPts val="174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800" strike="noStrike" u="none">
                  <a:solidFill>
                    <a:srgbClr val="ff3300"/>
                  </a:solidFill>
                  <a:effectLst/>
                  <a:uFillTx/>
                  <a:latin typeface="Arial"/>
                </a:rPr>
                <a:t>Q</a:t>
              </a:r>
              <a:endParaRPr b="0" lang="en-US" sz="2800" strike="noStrike" u="none">
                <a:solidFill>
                  <a:srgbClr val="000000"/>
                </a:solidFill>
                <a:effectLst/>
                <a:uFillTx/>
                <a:latin typeface="Arial"/>
              </a:endParaRPr>
            </a:p>
          </p:txBody>
        </p:sp>
      </p:grpSp>
      <p:sp>
        <p:nvSpPr>
          <p:cNvPr id="39" name="Rectangle 13"/>
          <p:cNvSpPr/>
          <p:nvPr/>
        </p:nvSpPr>
        <p:spPr>
          <a:xfrm>
            <a:off x="330120" y="3137040"/>
            <a:ext cx="5446800" cy="1557000"/>
          </a:xfrm>
          <a:prstGeom prst="rect">
            <a:avLst/>
          </a:prstGeom>
          <a:noFill/>
          <a:ln w="0">
            <a:noFill/>
          </a:ln>
        </p:spPr>
        <p:style>
          <a:lnRef idx="0"/>
          <a:fillRef idx="0"/>
          <a:effectRef idx="0"/>
          <a:fontRef idx="minor"/>
        </p:style>
        <p:txBody>
          <a:bodyPr lIns="90000" rIns="90000" tIns="46800" bIns="46800" anchor="t">
            <a:spAutoFit/>
          </a:bodyPr>
          <a:p>
            <a:pPr>
              <a:spcBef>
                <a:spcPts val="1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400" strike="noStrike" u="none">
                <a:solidFill>
                  <a:srgbClr val="c00000"/>
                </a:solidFill>
                <a:effectLst/>
                <a:uFillTx/>
                <a:latin typeface="Arial"/>
              </a:rPr>
              <a:t>- </a:t>
            </a:r>
            <a:r>
              <a:rPr b="1" lang="fr-FR" sz="2400" strike="noStrike" u="none">
                <a:solidFill>
                  <a:srgbClr val="c00000"/>
                </a:solidFill>
                <a:effectLst/>
                <a:uFillTx/>
                <a:latin typeface="Arial"/>
              </a:rPr>
              <a:t>La convection :</a:t>
            </a:r>
            <a:r>
              <a:rPr b="0" lang="fr-FR" sz="2400" strike="noStrike" u="none">
                <a:solidFill>
                  <a:srgbClr val="c00000"/>
                </a:solidFill>
                <a:effectLst/>
                <a:uFillTx/>
                <a:latin typeface="Arial"/>
              </a:rPr>
              <a:t> </a:t>
            </a:r>
            <a:r>
              <a:rPr b="0" lang="fr-FR" sz="2400" strike="noStrike" u="none">
                <a:solidFill>
                  <a:srgbClr val="000000"/>
                </a:solidFill>
                <a:effectLst/>
                <a:uFillTx/>
                <a:latin typeface="Arial"/>
              </a:rPr>
              <a:t>La convection est un mode de transport d'énergie dans lequel la chaleur est entraînée </a:t>
            </a:r>
            <a:r>
              <a:rPr b="0" i="1" lang="fr-FR" sz="2400" strike="noStrike" u="none">
                <a:solidFill>
                  <a:srgbClr val="000000"/>
                </a:solidFill>
                <a:effectLst/>
                <a:uFillTx/>
                <a:latin typeface="Arial"/>
              </a:rPr>
              <a:t>par un fluide en mouvement</a:t>
            </a:r>
            <a:r>
              <a:rPr b="0" lang="fr-FR" sz="2400" strike="noStrike" u="none">
                <a:solidFill>
                  <a:srgbClr val="000000"/>
                </a:solidFill>
                <a:effectLst/>
                <a:uFillTx/>
                <a:latin typeface="Arial"/>
              </a:rPr>
              <a:t>,</a:t>
            </a:r>
            <a:endParaRPr b="0" lang="en-US" sz="2400" strike="noStrike" u="none">
              <a:solidFill>
                <a:srgbClr val="000000"/>
              </a:solidFill>
              <a:effectLst/>
              <a:uFillTx/>
              <a:latin typeface="Arial"/>
            </a:endParaRPr>
          </a:p>
        </p:txBody>
      </p:sp>
      <p:sp>
        <p:nvSpPr>
          <p:cNvPr id="40" name="Rectangle 21"/>
          <p:cNvSpPr/>
          <p:nvPr/>
        </p:nvSpPr>
        <p:spPr>
          <a:xfrm>
            <a:off x="333360" y="4757760"/>
            <a:ext cx="5454720" cy="1922760"/>
          </a:xfrm>
          <a:prstGeom prst="rect">
            <a:avLst/>
          </a:prstGeom>
          <a:noFill/>
          <a:ln w="0">
            <a:noFill/>
          </a:ln>
        </p:spPr>
        <p:style>
          <a:lnRef idx="0"/>
          <a:fillRef idx="0"/>
          <a:effectRef idx="0"/>
          <a:fontRef idx="minor"/>
        </p:style>
        <p:txBody>
          <a:bodyPr lIns="90000" rIns="90000" tIns="46800" bIns="46800" anchor="t">
            <a:spAutoFit/>
          </a:bodyPr>
          <a:p>
            <a:pPr>
              <a:spcBef>
                <a:spcPts val="1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400" strike="noStrike" u="none">
                <a:solidFill>
                  <a:srgbClr val="c00000"/>
                </a:solidFill>
                <a:effectLst/>
                <a:uFillTx/>
                <a:latin typeface="Arial"/>
              </a:rPr>
              <a:t>- </a:t>
            </a:r>
            <a:r>
              <a:rPr b="1" lang="fr-FR" sz="2400" strike="noStrike" u="none">
                <a:solidFill>
                  <a:srgbClr val="c00000"/>
                </a:solidFill>
                <a:effectLst/>
                <a:uFillTx/>
                <a:latin typeface="Arial"/>
              </a:rPr>
              <a:t>Le rayonnement :</a:t>
            </a:r>
            <a:r>
              <a:rPr b="0" lang="fr-FR" sz="2400" strike="noStrike" u="none">
                <a:solidFill>
                  <a:srgbClr val="c00000"/>
                </a:solidFill>
                <a:effectLst/>
                <a:uFillTx/>
                <a:latin typeface="Arial"/>
              </a:rPr>
              <a:t> </a:t>
            </a:r>
            <a:r>
              <a:rPr b="0" lang="fr-FR" sz="2400" strike="noStrike" u="none">
                <a:solidFill>
                  <a:srgbClr val="000000"/>
                </a:solidFill>
                <a:effectLst/>
                <a:uFillTx/>
                <a:latin typeface="Arial"/>
              </a:rPr>
              <a:t>La chaleur peut également être échangée à travers le vide ou à travers un milieu transparent, elle est portée par une onde électromagnétique. </a:t>
            </a:r>
            <a:endParaRPr b="0" lang="en-US" sz="2400" strike="noStrike" u="none">
              <a:solidFill>
                <a:srgbClr val="000000"/>
              </a:solidFill>
              <a:effectLst/>
              <a:uFillTx/>
              <a:latin typeface="Arial"/>
            </a:endParaRPr>
          </a:p>
        </p:txBody>
      </p:sp>
      <p:sp>
        <p:nvSpPr>
          <p:cNvPr id="41" name="Text Box 22"/>
          <p:cNvSpPr/>
          <p:nvPr/>
        </p:nvSpPr>
        <p:spPr>
          <a:xfrm>
            <a:off x="5635800" y="5146560"/>
            <a:ext cx="1066680" cy="873360"/>
          </a:xfrm>
          <a:prstGeom prst="rect">
            <a:avLst/>
          </a:prstGeom>
          <a:solidFill>
            <a:srgbClr val="ff3300"/>
          </a:solidFill>
          <a:ln w="9360">
            <a:solidFill>
              <a:srgbClr val="000000"/>
            </a:solidFill>
            <a:miter/>
          </a:ln>
        </p:spPr>
        <p:style>
          <a:lnRef idx="0"/>
          <a:fillRef idx="0"/>
          <a:effectRef idx="0"/>
          <a:fontRef idx="minor"/>
        </p:style>
        <p:txBody>
          <a:bodyPr lIns="47880" rIns="47880" tIns="23760" bIns="23760" anchor="t">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4400" strike="noStrike" u="none">
                <a:solidFill>
                  <a:srgbClr val="ffffff"/>
                </a:solidFill>
                <a:effectLst/>
                <a:uFillTx/>
                <a:latin typeface="Times New Roman"/>
              </a:rPr>
              <a:t>A</a:t>
            </a:r>
            <a:endParaRPr b="0" lang="en-US" sz="4400" strike="noStrike" u="none">
              <a:solidFill>
                <a:srgbClr val="000000"/>
              </a:solidFill>
              <a:effectLst/>
              <a:uFillTx/>
              <a:latin typeface="Arial"/>
            </a:endParaRPr>
          </a:p>
        </p:txBody>
      </p:sp>
      <p:sp>
        <p:nvSpPr>
          <p:cNvPr id="42" name="Text Box 23"/>
          <p:cNvSpPr/>
          <p:nvPr/>
        </p:nvSpPr>
        <p:spPr>
          <a:xfrm>
            <a:off x="7726320" y="5145120"/>
            <a:ext cx="1104840" cy="860400"/>
          </a:xfrm>
          <a:prstGeom prst="rect">
            <a:avLst/>
          </a:prstGeom>
          <a:solidFill>
            <a:srgbClr val="c0c0c0"/>
          </a:solidFill>
          <a:ln w="9360">
            <a:solidFill>
              <a:srgbClr val="000000"/>
            </a:solidFill>
            <a:miter/>
          </a:ln>
        </p:spPr>
        <p:style>
          <a:lnRef idx="0"/>
          <a:fillRef idx="0"/>
          <a:effectRef idx="0"/>
          <a:fontRef idx="minor"/>
        </p:style>
        <p:txBody>
          <a:bodyPr lIns="47880" rIns="47880" tIns="23760" bIns="23760" anchor="t">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4400" strike="noStrike" u="none">
                <a:solidFill>
                  <a:srgbClr val="ffffff"/>
                </a:solidFill>
                <a:effectLst/>
                <a:uFillTx/>
                <a:latin typeface="Times New Roman"/>
              </a:rPr>
              <a:t>B</a:t>
            </a:r>
            <a:endParaRPr b="0" lang="en-US" sz="4400" strike="noStrike" u="none">
              <a:solidFill>
                <a:srgbClr val="000000"/>
              </a:solidFill>
              <a:effectLst/>
              <a:uFillTx/>
              <a:latin typeface="Arial"/>
            </a:endParaRPr>
          </a:p>
        </p:txBody>
      </p:sp>
      <p:sp>
        <p:nvSpPr>
          <p:cNvPr id="43" name="AutoShape 24"/>
          <p:cNvSpPr/>
          <p:nvPr/>
        </p:nvSpPr>
        <p:spPr>
          <a:xfrm>
            <a:off x="7035840" y="4952880"/>
            <a:ext cx="457200" cy="88920"/>
          </a:xfrm>
          <a:custGeom>
            <a:avLst/>
            <a:gdLst>
              <a:gd name="textAreaLeft" fmla="*/ 71280 w 457200"/>
              <a:gd name="textAreaRight" fmla="*/ 400320 w 457200"/>
              <a:gd name="textAreaTop" fmla="*/ 22320 h 88920"/>
              <a:gd name="textAreaBottom" fmla="*/ 66960 h 88920"/>
              <a:gd name="GluePoint1X" fmla="*/ 2147483647 w 21600"/>
              <a:gd name="GluePoint1Y" fmla="*/ 0 h 21600"/>
              <a:gd name="GluePoint2X" fmla="*/ 0 w 21600"/>
              <a:gd name="GluePoint2Y" fmla="*/ 2147483647 h 21600"/>
              <a:gd name="GluePoint3X" fmla="*/ 2147483647 w 21600"/>
              <a:gd name="GluePoint3Y" fmla="*/ 2147483647 h 21600"/>
              <a:gd name="GluePoint4X" fmla="*/ 2147483647 w 21600"/>
              <a:gd name="GluePoint4Y" fmla="*/ 2147483647 h 21600"/>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1600" h="21600">
                <a:moveTo>
                  <a:pt x="16200" y="0"/>
                </a:moveTo>
                <a:lnTo>
                  <a:pt x="16200" y="5400"/>
                </a:lnTo>
                <a:lnTo>
                  <a:pt x="3375" y="5400"/>
                </a:lnTo>
                <a:lnTo>
                  <a:pt x="3375" y="16200"/>
                </a:lnTo>
                <a:lnTo>
                  <a:pt x="16200" y="16200"/>
                </a:lnTo>
                <a:lnTo>
                  <a:pt x="16200" y="21600"/>
                </a:lnTo>
                <a:lnTo>
                  <a:pt x="21600" y="10800"/>
                </a:lnTo>
                <a:lnTo>
                  <a:pt x="16200" y="0"/>
                </a:lnTo>
                <a:close/>
              </a:path>
              <a:path w="21600" h="21600">
                <a:moveTo>
                  <a:pt x="1350" y="5400"/>
                </a:moveTo>
                <a:lnTo>
                  <a:pt x="1350" y="16200"/>
                </a:lnTo>
                <a:lnTo>
                  <a:pt x="2700" y="16200"/>
                </a:lnTo>
                <a:lnTo>
                  <a:pt x="2700" y="5400"/>
                </a:lnTo>
                <a:lnTo>
                  <a:pt x="1350" y="5400"/>
                </a:lnTo>
                <a:close/>
              </a:path>
              <a:path w="21600" h="21600">
                <a:moveTo>
                  <a:pt x="0" y="5400"/>
                </a:moveTo>
                <a:lnTo>
                  <a:pt x="0" y="16200"/>
                </a:lnTo>
                <a:lnTo>
                  <a:pt x="675" y="16200"/>
                </a:lnTo>
                <a:lnTo>
                  <a:pt x="675" y="5400"/>
                </a:lnTo>
                <a:lnTo>
                  <a:pt x="0" y="5400"/>
                </a:lnTo>
                <a:close/>
              </a:path>
            </a:pathLst>
          </a:custGeom>
          <a:solidFill>
            <a:srgbClr val="ff3300"/>
          </a:solidFill>
          <a:ln w="9360">
            <a:solidFill>
              <a:srgbClr val="000000"/>
            </a:solidFill>
            <a:miter/>
          </a:ln>
        </p:spPr>
        <p:style>
          <a:lnRef idx="0"/>
          <a:fillRef idx="0"/>
          <a:effectRef idx="0"/>
          <a:fontRef idx="minor"/>
        </p:style>
        <p:txBody>
          <a:bodyPr wrap="none" lIns="90000" rIns="90000" tIns="-2160" bIns="-2160" anchor="ctr">
            <a:noAutofit/>
          </a:bodyPr>
          <a:p>
            <a:endParaRPr b="0" lang="en-US" sz="1800" strike="noStrike" u="none">
              <a:solidFill>
                <a:srgbClr val="000000"/>
              </a:solidFill>
              <a:effectLst/>
              <a:uFillTx/>
              <a:latin typeface="Arial"/>
            </a:endParaRPr>
          </a:p>
        </p:txBody>
      </p:sp>
      <p:sp>
        <p:nvSpPr>
          <p:cNvPr id="44" name="AutoShape 25"/>
          <p:cNvSpPr/>
          <p:nvPr/>
        </p:nvSpPr>
        <p:spPr>
          <a:xfrm>
            <a:off x="7061040" y="5181480"/>
            <a:ext cx="457200" cy="88920"/>
          </a:xfrm>
          <a:custGeom>
            <a:avLst/>
            <a:gdLst>
              <a:gd name="textAreaLeft" fmla="*/ 71280 w 457200"/>
              <a:gd name="textAreaRight" fmla="*/ 400320 w 457200"/>
              <a:gd name="textAreaTop" fmla="*/ 22320 h 88920"/>
              <a:gd name="textAreaBottom" fmla="*/ 66960 h 88920"/>
              <a:gd name="GluePoint1X" fmla="*/ 2147483647 w 21600"/>
              <a:gd name="GluePoint1Y" fmla="*/ 0 h 21600"/>
              <a:gd name="GluePoint2X" fmla="*/ 0 w 21600"/>
              <a:gd name="GluePoint2Y" fmla="*/ 2147483647 h 21600"/>
              <a:gd name="GluePoint3X" fmla="*/ 2147483647 w 21600"/>
              <a:gd name="GluePoint3Y" fmla="*/ 2147483647 h 21600"/>
              <a:gd name="GluePoint4X" fmla="*/ 2147483647 w 21600"/>
              <a:gd name="GluePoint4Y" fmla="*/ 2147483647 h 21600"/>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1600" h="21600">
                <a:moveTo>
                  <a:pt x="16200" y="0"/>
                </a:moveTo>
                <a:lnTo>
                  <a:pt x="16200" y="5400"/>
                </a:lnTo>
                <a:lnTo>
                  <a:pt x="3375" y="5400"/>
                </a:lnTo>
                <a:lnTo>
                  <a:pt x="3375" y="16200"/>
                </a:lnTo>
                <a:lnTo>
                  <a:pt x="16200" y="16200"/>
                </a:lnTo>
                <a:lnTo>
                  <a:pt x="16200" y="21600"/>
                </a:lnTo>
                <a:lnTo>
                  <a:pt x="21600" y="10800"/>
                </a:lnTo>
                <a:lnTo>
                  <a:pt x="16200" y="0"/>
                </a:lnTo>
                <a:close/>
              </a:path>
              <a:path w="21600" h="21600">
                <a:moveTo>
                  <a:pt x="1350" y="5400"/>
                </a:moveTo>
                <a:lnTo>
                  <a:pt x="1350" y="16200"/>
                </a:lnTo>
                <a:lnTo>
                  <a:pt x="2700" y="16200"/>
                </a:lnTo>
                <a:lnTo>
                  <a:pt x="2700" y="5400"/>
                </a:lnTo>
                <a:lnTo>
                  <a:pt x="1350" y="5400"/>
                </a:lnTo>
                <a:close/>
              </a:path>
              <a:path w="21600" h="21600">
                <a:moveTo>
                  <a:pt x="0" y="5400"/>
                </a:moveTo>
                <a:lnTo>
                  <a:pt x="0" y="16200"/>
                </a:lnTo>
                <a:lnTo>
                  <a:pt x="675" y="16200"/>
                </a:lnTo>
                <a:lnTo>
                  <a:pt x="675" y="5400"/>
                </a:lnTo>
                <a:lnTo>
                  <a:pt x="0" y="5400"/>
                </a:lnTo>
                <a:close/>
              </a:path>
            </a:pathLst>
          </a:custGeom>
          <a:solidFill>
            <a:srgbClr val="ff3300"/>
          </a:solidFill>
          <a:ln w="9360">
            <a:solidFill>
              <a:srgbClr val="000000"/>
            </a:solidFill>
            <a:miter/>
          </a:ln>
        </p:spPr>
        <p:style>
          <a:lnRef idx="0"/>
          <a:fillRef idx="0"/>
          <a:effectRef idx="0"/>
          <a:fontRef idx="minor"/>
        </p:style>
        <p:txBody>
          <a:bodyPr wrap="none" lIns="90000" rIns="90000" tIns="-2160" bIns="-2160" anchor="ctr">
            <a:noAutofit/>
          </a:bodyPr>
          <a:p>
            <a:endParaRPr b="0" lang="en-US" sz="1800" strike="noStrike" u="none">
              <a:solidFill>
                <a:srgbClr val="000000"/>
              </a:solidFill>
              <a:effectLst/>
              <a:uFillTx/>
              <a:latin typeface="Arial"/>
            </a:endParaRPr>
          </a:p>
        </p:txBody>
      </p:sp>
      <p:sp>
        <p:nvSpPr>
          <p:cNvPr id="45" name="AutoShape 26"/>
          <p:cNvSpPr/>
          <p:nvPr/>
        </p:nvSpPr>
        <p:spPr>
          <a:xfrm>
            <a:off x="7023240" y="5435640"/>
            <a:ext cx="457200" cy="88920"/>
          </a:xfrm>
          <a:custGeom>
            <a:avLst/>
            <a:gdLst>
              <a:gd name="textAreaLeft" fmla="*/ 71280 w 457200"/>
              <a:gd name="textAreaRight" fmla="*/ 400320 w 457200"/>
              <a:gd name="textAreaTop" fmla="*/ 22320 h 88920"/>
              <a:gd name="textAreaBottom" fmla="*/ 66960 h 88920"/>
              <a:gd name="GluePoint1X" fmla="*/ 2147483647 w 21600"/>
              <a:gd name="GluePoint1Y" fmla="*/ 0 h 21600"/>
              <a:gd name="GluePoint2X" fmla="*/ 0 w 21600"/>
              <a:gd name="GluePoint2Y" fmla="*/ 2147483647 h 21600"/>
              <a:gd name="GluePoint3X" fmla="*/ 2147483647 w 21600"/>
              <a:gd name="GluePoint3Y" fmla="*/ 2147483647 h 21600"/>
              <a:gd name="GluePoint4X" fmla="*/ 2147483647 w 21600"/>
              <a:gd name="GluePoint4Y" fmla="*/ 2147483647 h 21600"/>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1600" h="21600">
                <a:moveTo>
                  <a:pt x="16200" y="0"/>
                </a:moveTo>
                <a:lnTo>
                  <a:pt x="16200" y="5400"/>
                </a:lnTo>
                <a:lnTo>
                  <a:pt x="3375" y="5400"/>
                </a:lnTo>
                <a:lnTo>
                  <a:pt x="3375" y="16200"/>
                </a:lnTo>
                <a:lnTo>
                  <a:pt x="16200" y="16200"/>
                </a:lnTo>
                <a:lnTo>
                  <a:pt x="16200" y="21600"/>
                </a:lnTo>
                <a:lnTo>
                  <a:pt x="21600" y="10800"/>
                </a:lnTo>
                <a:lnTo>
                  <a:pt x="16200" y="0"/>
                </a:lnTo>
                <a:close/>
              </a:path>
              <a:path w="21600" h="21600">
                <a:moveTo>
                  <a:pt x="1350" y="5400"/>
                </a:moveTo>
                <a:lnTo>
                  <a:pt x="1350" y="16200"/>
                </a:lnTo>
                <a:lnTo>
                  <a:pt x="2700" y="16200"/>
                </a:lnTo>
                <a:lnTo>
                  <a:pt x="2700" y="5400"/>
                </a:lnTo>
                <a:lnTo>
                  <a:pt x="1350" y="5400"/>
                </a:lnTo>
                <a:close/>
              </a:path>
              <a:path w="21600" h="21600">
                <a:moveTo>
                  <a:pt x="0" y="5400"/>
                </a:moveTo>
                <a:lnTo>
                  <a:pt x="0" y="16200"/>
                </a:lnTo>
                <a:lnTo>
                  <a:pt x="675" y="16200"/>
                </a:lnTo>
                <a:lnTo>
                  <a:pt x="675" y="5400"/>
                </a:lnTo>
                <a:lnTo>
                  <a:pt x="0" y="5400"/>
                </a:lnTo>
                <a:close/>
              </a:path>
            </a:pathLst>
          </a:custGeom>
          <a:solidFill>
            <a:srgbClr val="ff3300"/>
          </a:solidFill>
          <a:ln w="9360">
            <a:solidFill>
              <a:srgbClr val="000000"/>
            </a:solidFill>
            <a:miter/>
          </a:ln>
        </p:spPr>
        <p:style>
          <a:lnRef idx="0"/>
          <a:fillRef idx="0"/>
          <a:effectRef idx="0"/>
          <a:fontRef idx="minor"/>
        </p:style>
        <p:txBody>
          <a:bodyPr wrap="none" lIns="90000" rIns="90000" tIns="-2160" bIns="-2160" anchor="ctr">
            <a:noAutofit/>
          </a:bodyPr>
          <a:p>
            <a:endParaRPr b="0" lang="en-US" sz="1800" strike="noStrike" u="none">
              <a:solidFill>
                <a:srgbClr val="000000"/>
              </a:solidFill>
              <a:effectLst/>
              <a:uFillTx/>
              <a:latin typeface="Arial"/>
            </a:endParaRPr>
          </a:p>
        </p:txBody>
      </p:sp>
      <p:sp>
        <p:nvSpPr>
          <p:cNvPr id="46" name="AutoShape 27"/>
          <p:cNvSpPr/>
          <p:nvPr/>
        </p:nvSpPr>
        <p:spPr>
          <a:xfrm>
            <a:off x="6959520" y="5638680"/>
            <a:ext cx="457200" cy="88920"/>
          </a:xfrm>
          <a:custGeom>
            <a:avLst/>
            <a:gdLst>
              <a:gd name="textAreaLeft" fmla="*/ 71280 w 457200"/>
              <a:gd name="textAreaRight" fmla="*/ 400320 w 457200"/>
              <a:gd name="textAreaTop" fmla="*/ 22320 h 88920"/>
              <a:gd name="textAreaBottom" fmla="*/ 66960 h 88920"/>
              <a:gd name="GluePoint1X" fmla="*/ 2147483647 w 21600"/>
              <a:gd name="GluePoint1Y" fmla="*/ 0 h 21600"/>
              <a:gd name="GluePoint2X" fmla="*/ 0 w 21600"/>
              <a:gd name="GluePoint2Y" fmla="*/ 2147483647 h 21600"/>
              <a:gd name="GluePoint3X" fmla="*/ 2147483647 w 21600"/>
              <a:gd name="GluePoint3Y" fmla="*/ 2147483647 h 21600"/>
              <a:gd name="GluePoint4X" fmla="*/ 2147483647 w 21600"/>
              <a:gd name="GluePoint4Y" fmla="*/ 2147483647 h 21600"/>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1600" h="21600">
                <a:moveTo>
                  <a:pt x="16200" y="0"/>
                </a:moveTo>
                <a:lnTo>
                  <a:pt x="16200" y="5400"/>
                </a:lnTo>
                <a:lnTo>
                  <a:pt x="3375" y="5400"/>
                </a:lnTo>
                <a:lnTo>
                  <a:pt x="3375" y="16200"/>
                </a:lnTo>
                <a:lnTo>
                  <a:pt x="16200" y="16200"/>
                </a:lnTo>
                <a:lnTo>
                  <a:pt x="16200" y="21600"/>
                </a:lnTo>
                <a:lnTo>
                  <a:pt x="21600" y="10800"/>
                </a:lnTo>
                <a:lnTo>
                  <a:pt x="16200" y="0"/>
                </a:lnTo>
                <a:close/>
              </a:path>
              <a:path w="21600" h="21600">
                <a:moveTo>
                  <a:pt x="1350" y="5400"/>
                </a:moveTo>
                <a:lnTo>
                  <a:pt x="1350" y="16200"/>
                </a:lnTo>
                <a:lnTo>
                  <a:pt x="2700" y="16200"/>
                </a:lnTo>
                <a:lnTo>
                  <a:pt x="2700" y="5400"/>
                </a:lnTo>
                <a:lnTo>
                  <a:pt x="1350" y="5400"/>
                </a:lnTo>
                <a:close/>
              </a:path>
              <a:path w="21600" h="21600">
                <a:moveTo>
                  <a:pt x="0" y="5400"/>
                </a:moveTo>
                <a:lnTo>
                  <a:pt x="0" y="16200"/>
                </a:lnTo>
                <a:lnTo>
                  <a:pt x="675" y="16200"/>
                </a:lnTo>
                <a:lnTo>
                  <a:pt x="675" y="5400"/>
                </a:lnTo>
                <a:lnTo>
                  <a:pt x="0" y="5400"/>
                </a:lnTo>
                <a:close/>
              </a:path>
            </a:pathLst>
          </a:custGeom>
          <a:solidFill>
            <a:srgbClr val="ff3300"/>
          </a:solidFill>
          <a:ln w="9360">
            <a:solidFill>
              <a:srgbClr val="000000"/>
            </a:solidFill>
            <a:miter/>
          </a:ln>
        </p:spPr>
        <p:style>
          <a:lnRef idx="0"/>
          <a:fillRef idx="0"/>
          <a:effectRef idx="0"/>
          <a:fontRef idx="minor"/>
        </p:style>
        <p:txBody>
          <a:bodyPr wrap="none" lIns="90000" rIns="90000" tIns="-2160" bIns="-2160" anchor="ctr">
            <a:noAutofit/>
          </a:bodyPr>
          <a:p>
            <a:endParaRPr b="0" lang="en-US" sz="1800" strike="noStrike" u="none">
              <a:solidFill>
                <a:srgbClr val="000000"/>
              </a:solidFill>
              <a:effectLst/>
              <a:uFillTx/>
              <a:latin typeface="Arial"/>
            </a:endParaRPr>
          </a:p>
        </p:txBody>
      </p:sp>
      <p:sp>
        <p:nvSpPr>
          <p:cNvPr id="47" name="AutoShape 28"/>
          <p:cNvSpPr/>
          <p:nvPr/>
        </p:nvSpPr>
        <p:spPr>
          <a:xfrm>
            <a:off x="7023240" y="5816520"/>
            <a:ext cx="457200" cy="88920"/>
          </a:xfrm>
          <a:custGeom>
            <a:avLst/>
            <a:gdLst>
              <a:gd name="textAreaLeft" fmla="*/ 71280 w 457200"/>
              <a:gd name="textAreaRight" fmla="*/ 400320 w 457200"/>
              <a:gd name="textAreaTop" fmla="*/ 22320 h 88920"/>
              <a:gd name="textAreaBottom" fmla="*/ 66960 h 88920"/>
              <a:gd name="GluePoint1X" fmla="*/ 2147483647 w 21600"/>
              <a:gd name="GluePoint1Y" fmla="*/ 0 h 21600"/>
              <a:gd name="GluePoint2X" fmla="*/ 0 w 21600"/>
              <a:gd name="GluePoint2Y" fmla="*/ 2147483647 h 21600"/>
              <a:gd name="GluePoint3X" fmla="*/ 2147483647 w 21600"/>
              <a:gd name="GluePoint3Y" fmla="*/ 2147483647 h 21600"/>
              <a:gd name="GluePoint4X" fmla="*/ 2147483647 w 21600"/>
              <a:gd name="GluePoint4Y" fmla="*/ 2147483647 h 21600"/>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1600" h="21600">
                <a:moveTo>
                  <a:pt x="16200" y="0"/>
                </a:moveTo>
                <a:lnTo>
                  <a:pt x="16200" y="5400"/>
                </a:lnTo>
                <a:lnTo>
                  <a:pt x="3375" y="5400"/>
                </a:lnTo>
                <a:lnTo>
                  <a:pt x="3375" y="16200"/>
                </a:lnTo>
                <a:lnTo>
                  <a:pt x="16200" y="16200"/>
                </a:lnTo>
                <a:lnTo>
                  <a:pt x="16200" y="21600"/>
                </a:lnTo>
                <a:lnTo>
                  <a:pt x="21600" y="10800"/>
                </a:lnTo>
                <a:lnTo>
                  <a:pt x="16200" y="0"/>
                </a:lnTo>
                <a:close/>
              </a:path>
              <a:path w="21600" h="21600">
                <a:moveTo>
                  <a:pt x="1350" y="5400"/>
                </a:moveTo>
                <a:lnTo>
                  <a:pt x="1350" y="16200"/>
                </a:lnTo>
                <a:lnTo>
                  <a:pt x="2700" y="16200"/>
                </a:lnTo>
                <a:lnTo>
                  <a:pt x="2700" y="5400"/>
                </a:lnTo>
                <a:lnTo>
                  <a:pt x="1350" y="5400"/>
                </a:lnTo>
                <a:close/>
              </a:path>
              <a:path w="21600" h="21600">
                <a:moveTo>
                  <a:pt x="0" y="5400"/>
                </a:moveTo>
                <a:lnTo>
                  <a:pt x="0" y="16200"/>
                </a:lnTo>
                <a:lnTo>
                  <a:pt x="675" y="16200"/>
                </a:lnTo>
                <a:lnTo>
                  <a:pt x="675" y="5400"/>
                </a:lnTo>
                <a:lnTo>
                  <a:pt x="0" y="5400"/>
                </a:lnTo>
                <a:close/>
              </a:path>
            </a:pathLst>
          </a:custGeom>
          <a:solidFill>
            <a:srgbClr val="ff3300"/>
          </a:solidFill>
          <a:ln w="9360">
            <a:solidFill>
              <a:srgbClr val="000000"/>
            </a:solidFill>
            <a:miter/>
          </a:ln>
        </p:spPr>
        <p:style>
          <a:lnRef idx="0"/>
          <a:fillRef idx="0"/>
          <a:effectRef idx="0"/>
          <a:fontRef idx="minor"/>
        </p:style>
        <p:txBody>
          <a:bodyPr wrap="none" lIns="90000" rIns="90000" tIns="-2160" bIns="-2160" anchor="ctr">
            <a:noAutofit/>
          </a:bodyPr>
          <a:p>
            <a:endParaRPr b="0" lang="en-US" sz="1800" strike="noStrike" u="none">
              <a:solidFill>
                <a:srgbClr val="000000"/>
              </a:solidFill>
              <a:effectLst/>
              <a:uFillTx/>
              <a:latin typeface="Arial"/>
            </a:endParaRPr>
          </a:p>
        </p:txBody>
      </p:sp>
      <p:sp>
        <p:nvSpPr>
          <p:cNvPr id="48" name="AutoShape 29"/>
          <p:cNvSpPr/>
          <p:nvPr/>
        </p:nvSpPr>
        <p:spPr>
          <a:xfrm>
            <a:off x="7074000" y="6019920"/>
            <a:ext cx="457200" cy="88920"/>
          </a:xfrm>
          <a:custGeom>
            <a:avLst/>
            <a:gdLst>
              <a:gd name="textAreaLeft" fmla="*/ 71280 w 457200"/>
              <a:gd name="textAreaRight" fmla="*/ 400320 w 457200"/>
              <a:gd name="textAreaTop" fmla="*/ 22320 h 88920"/>
              <a:gd name="textAreaBottom" fmla="*/ 66960 h 88920"/>
              <a:gd name="GluePoint1X" fmla="*/ 2147483647 w 21600"/>
              <a:gd name="GluePoint1Y" fmla="*/ 0 h 21600"/>
              <a:gd name="GluePoint2X" fmla="*/ 0 w 21600"/>
              <a:gd name="GluePoint2Y" fmla="*/ 2147483647 h 21600"/>
              <a:gd name="GluePoint3X" fmla="*/ 2147483647 w 21600"/>
              <a:gd name="GluePoint3Y" fmla="*/ 2147483647 h 21600"/>
              <a:gd name="GluePoint4X" fmla="*/ 2147483647 w 21600"/>
              <a:gd name="GluePoint4Y" fmla="*/ 2147483647 h 21600"/>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1600" h="21600">
                <a:moveTo>
                  <a:pt x="16200" y="0"/>
                </a:moveTo>
                <a:lnTo>
                  <a:pt x="16200" y="5400"/>
                </a:lnTo>
                <a:lnTo>
                  <a:pt x="3375" y="5400"/>
                </a:lnTo>
                <a:lnTo>
                  <a:pt x="3375" y="16200"/>
                </a:lnTo>
                <a:lnTo>
                  <a:pt x="16200" y="16200"/>
                </a:lnTo>
                <a:lnTo>
                  <a:pt x="16200" y="21600"/>
                </a:lnTo>
                <a:lnTo>
                  <a:pt x="21600" y="10800"/>
                </a:lnTo>
                <a:lnTo>
                  <a:pt x="16200" y="0"/>
                </a:lnTo>
                <a:close/>
              </a:path>
              <a:path w="21600" h="21600">
                <a:moveTo>
                  <a:pt x="1350" y="5400"/>
                </a:moveTo>
                <a:lnTo>
                  <a:pt x="1350" y="16200"/>
                </a:lnTo>
                <a:lnTo>
                  <a:pt x="2700" y="16200"/>
                </a:lnTo>
                <a:lnTo>
                  <a:pt x="2700" y="5400"/>
                </a:lnTo>
                <a:lnTo>
                  <a:pt x="1350" y="5400"/>
                </a:lnTo>
                <a:close/>
              </a:path>
              <a:path w="21600" h="21600">
                <a:moveTo>
                  <a:pt x="0" y="5400"/>
                </a:moveTo>
                <a:lnTo>
                  <a:pt x="0" y="16200"/>
                </a:lnTo>
                <a:lnTo>
                  <a:pt x="675" y="16200"/>
                </a:lnTo>
                <a:lnTo>
                  <a:pt x="675" y="5400"/>
                </a:lnTo>
                <a:lnTo>
                  <a:pt x="0" y="5400"/>
                </a:lnTo>
                <a:close/>
              </a:path>
            </a:pathLst>
          </a:custGeom>
          <a:solidFill>
            <a:srgbClr val="ff3300"/>
          </a:solidFill>
          <a:ln w="9360">
            <a:solidFill>
              <a:srgbClr val="000000"/>
            </a:solidFill>
            <a:miter/>
          </a:ln>
        </p:spPr>
        <p:style>
          <a:lnRef idx="0"/>
          <a:fillRef idx="0"/>
          <a:effectRef idx="0"/>
          <a:fontRef idx="minor"/>
        </p:style>
        <p:txBody>
          <a:bodyPr wrap="none" lIns="90000" rIns="90000" tIns="-2160" bIns="-2160" anchor="ctr">
            <a:noAutofit/>
          </a:bodyPr>
          <a:p>
            <a:endParaRPr b="0" lang="en-US" sz="1800" strike="noStrike" u="none">
              <a:solidFill>
                <a:srgbClr val="000000"/>
              </a:solidFill>
              <a:effectLst/>
              <a:uFillTx/>
              <a:latin typeface="Arial"/>
            </a:endParaRPr>
          </a:p>
        </p:txBody>
      </p:sp>
      <p:sp>
        <p:nvSpPr>
          <p:cNvPr id="49" name="Rectangle 32"/>
          <p:cNvSpPr/>
          <p:nvPr/>
        </p:nvSpPr>
        <p:spPr>
          <a:xfrm>
            <a:off x="0" y="0"/>
            <a:ext cx="9144000" cy="965160"/>
          </a:xfrm>
          <a:prstGeom prst="rect">
            <a:avLst/>
          </a:prstGeom>
          <a:solidFill>
            <a:srgbClr val="4f81bd"/>
          </a:solidFill>
          <a:ln w="0">
            <a:noFill/>
          </a:ln>
        </p:spPr>
        <p:style>
          <a:lnRef idx="0"/>
          <a:fillRef idx="0"/>
          <a:effectRef idx="0"/>
          <a:fontRef idx="minor"/>
        </p:style>
        <p:txBody>
          <a:bodyPr lIns="90000" rIns="90000" tIns="46800" bIns="46800" anchor="b" anchorCtr="1">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800" strike="noStrike" u="none">
                <a:solidFill>
                  <a:srgbClr val="cc3300"/>
                </a:solidFill>
                <a:effectLst/>
                <a:uFillTx/>
                <a:latin typeface="Times New Roman"/>
                <a:ea typeface="Times New Roman"/>
              </a:rPr>
              <a:t>Séance 3 </a:t>
            </a:r>
            <a:r>
              <a:rPr b="1" lang="fr-FR" sz="2800" strike="noStrike" u="none">
                <a:solidFill>
                  <a:srgbClr val="cc3300"/>
                </a:solidFill>
                <a:effectLst/>
                <a:uFillTx/>
                <a:latin typeface="Arial"/>
              </a:rPr>
              <a:t>: </a:t>
            </a:r>
            <a:r>
              <a:rPr b="1" lang="fr-FR" sz="2800" strike="noStrike" u="none">
                <a:solidFill>
                  <a:srgbClr val="cc3300"/>
                </a:solidFill>
                <a:effectLst/>
                <a:uFillTx/>
                <a:latin typeface="Arial"/>
              </a:rPr>
              <a:t>QUANTITE DE CHALEUR ET TRAVAIL</a:t>
            </a:r>
            <a:endParaRPr b="0" lang="en-US" sz="2800" strike="noStrike" u="none">
              <a:solidFill>
                <a:srgbClr val="000000"/>
              </a:solidFill>
              <a:effectLst/>
              <a:uFillTx/>
              <a:latin typeface="Arial"/>
            </a:endParaRPr>
          </a:p>
        </p:txBody>
      </p:sp>
      <p:grpSp>
        <p:nvGrpSpPr>
          <p:cNvPr id="50" name="Groupe 24"/>
          <p:cNvGrpSpPr/>
          <p:nvPr/>
        </p:nvGrpSpPr>
        <p:grpSpPr>
          <a:xfrm>
            <a:off x="5711760" y="3225960"/>
            <a:ext cx="2949840" cy="901440"/>
            <a:chOff x="5711760" y="3225960"/>
            <a:chExt cx="2949840" cy="901440"/>
          </a:xfrm>
        </p:grpSpPr>
        <p:sp>
          <p:nvSpPr>
            <p:cNvPr id="51" name="AutoShape 20" descr="Tuiles"/>
            <p:cNvSpPr/>
            <p:nvPr/>
          </p:nvSpPr>
          <p:spPr>
            <a:xfrm>
              <a:off x="6858000" y="3225960"/>
              <a:ext cx="1079640" cy="825480"/>
            </a:xfrm>
            <a:custGeom>
              <a:avLst/>
              <a:gdLst>
                <a:gd name="textAreaLeft" fmla="*/ 0 w 1079640"/>
                <a:gd name="textAreaRight" fmla="*/ 1080000 w 1079640"/>
                <a:gd name="textAreaTop" fmla="*/ 106920 h 825480"/>
                <a:gd name="textAreaBottom" fmla="*/ 718560 h 825480"/>
                <a:gd name="GluePoint1X" fmla="*/ 18 w 21600"/>
                <a:gd name="GluePoint1Y" fmla="*/ 0 h 21600"/>
                <a:gd name="GluePoint2X" fmla="*/ 20 w 21600"/>
                <a:gd name="GluePoint2Y" fmla="*/ 10800 h 21600"/>
                <a:gd name="GluePoint3X" fmla="*/ 19 w 21600"/>
                <a:gd name="GluePoint3Y" fmla="*/ 1 h 21600"/>
                <a:gd name="GluePoint4X" fmla="*/ 21 w 21600"/>
                <a:gd name="GluePoint4Y" fmla="*/ 10800 h 21600"/>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1600" h="21600">
                  <a:moveTo>
                    <a:pt x="0" y="1400"/>
                  </a:moveTo>
                  <a:cubicBezTo>
                    <a:pt x="3600" y="-3560"/>
                    <a:pt x="7200" y="6360"/>
                    <a:pt x="10800" y="1400"/>
                  </a:cubicBezTo>
                  <a:cubicBezTo>
                    <a:pt x="14400" y="-3560"/>
                    <a:pt x="18000" y="6360"/>
                    <a:pt x="21600" y="1400"/>
                  </a:cubicBezTo>
                  <a:lnTo>
                    <a:pt x="21600" y="20200"/>
                  </a:lnTo>
                  <a:cubicBezTo>
                    <a:pt x="18000" y="25160"/>
                    <a:pt x="14400" y="15240"/>
                    <a:pt x="10800" y="20200"/>
                  </a:cubicBezTo>
                  <a:cubicBezTo>
                    <a:pt x="7200" y="25160"/>
                    <a:pt x="3600" y="15240"/>
                    <a:pt x="0" y="20200"/>
                  </a:cubicBezTo>
                  <a:close/>
                </a:path>
              </a:pathLst>
            </a:custGeom>
            <a:blipFill rotWithShape="0">
              <a:blip r:embed="rId1"/>
              <a:srcRect/>
              <a:tile tx="0" ty="0" sx="100000" sy="100000" algn="ctr"/>
            </a:blipFill>
            <a:ln w="9360">
              <a:solidFill>
                <a:srgbClr val="000000"/>
              </a:solidFill>
              <a:miter/>
            </a:ln>
          </p:spPr>
          <p:style>
            <a:lnRef idx="0"/>
            <a:fillRef idx="0"/>
            <a:effectRef idx="0"/>
            <a:fontRef idx="minor"/>
          </p:style>
          <p:txBody>
            <a:bodyPr wrap="none" lIns="90000" rIns="90000" tIns="46800" bIns="46800" anchor="ctr">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trike="noStrike" u="none">
                <a:solidFill>
                  <a:srgbClr val="000000"/>
                </a:solidFill>
                <a:effectLst/>
                <a:uFillTx/>
                <a:latin typeface="Arial"/>
              </a:endParaRPr>
            </a:p>
          </p:txBody>
        </p:sp>
        <p:sp>
          <p:nvSpPr>
            <p:cNvPr id="52" name="Text Box 16"/>
            <p:cNvSpPr/>
            <p:nvPr/>
          </p:nvSpPr>
          <p:spPr>
            <a:xfrm>
              <a:off x="5711760" y="3254400"/>
              <a:ext cx="1066680" cy="873000"/>
            </a:xfrm>
            <a:prstGeom prst="rect">
              <a:avLst/>
            </a:prstGeom>
            <a:solidFill>
              <a:srgbClr val="ff3300"/>
            </a:solidFill>
            <a:ln w="9360">
              <a:solidFill>
                <a:srgbClr val="000000"/>
              </a:solidFill>
              <a:miter/>
            </a:ln>
          </p:spPr>
          <p:style>
            <a:lnRef idx="0"/>
            <a:fillRef idx="0"/>
            <a:effectRef idx="0"/>
            <a:fontRef idx="minor"/>
          </p:style>
          <p:txBody>
            <a:bodyPr lIns="47880" rIns="47880" tIns="23760" bIns="23760" anchor="t">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4400" strike="noStrike" u="none">
                  <a:solidFill>
                    <a:srgbClr val="ffffff"/>
                  </a:solidFill>
                  <a:effectLst/>
                  <a:uFillTx/>
                  <a:latin typeface="Times New Roman"/>
                </a:rPr>
                <a:t>A</a:t>
              </a:r>
              <a:endParaRPr b="0" lang="en-US" sz="4400" strike="noStrike" u="none">
                <a:solidFill>
                  <a:srgbClr val="000000"/>
                </a:solidFill>
                <a:effectLst/>
                <a:uFillTx/>
                <a:latin typeface="Arial"/>
              </a:endParaRPr>
            </a:p>
          </p:txBody>
        </p:sp>
        <p:sp>
          <p:nvSpPr>
            <p:cNvPr id="53" name="AutoShape 18"/>
            <p:cNvSpPr/>
            <p:nvPr/>
          </p:nvSpPr>
          <p:spPr>
            <a:xfrm>
              <a:off x="6357960" y="3683160"/>
              <a:ext cx="1359000" cy="203040"/>
            </a:xfrm>
            <a:prstGeom prst="leftRightArrow">
              <a:avLst>
                <a:gd name="adj1" fmla="val 50000"/>
                <a:gd name="adj2" fmla="val 133245"/>
              </a:avLst>
            </a:prstGeom>
            <a:solidFill>
              <a:srgbClr val="ff3300"/>
            </a:solidFill>
            <a:ln w="9360">
              <a:solidFill>
                <a:srgbClr val="000000"/>
              </a:solidFill>
              <a:miter/>
            </a:ln>
          </p:spPr>
          <p:style>
            <a:lnRef idx="0"/>
            <a:fillRef idx="0"/>
            <a:effectRef idx="0"/>
            <a:fontRef idx="minor"/>
          </p:style>
          <p:txBody>
            <a:bodyPr wrap="none" lIns="90000" rIns="90000" tIns="46800" bIns="46800" anchor="ctr">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trike="noStrike" u="none">
                <a:solidFill>
                  <a:srgbClr val="000000"/>
                </a:solidFill>
                <a:effectLst/>
                <a:uFillTx/>
                <a:latin typeface="Arial"/>
              </a:endParaRPr>
            </a:p>
          </p:txBody>
        </p:sp>
        <p:sp>
          <p:nvSpPr>
            <p:cNvPr id="54" name="Text Box 19"/>
            <p:cNvSpPr/>
            <p:nvPr/>
          </p:nvSpPr>
          <p:spPr>
            <a:xfrm>
              <a:off x="6985080" y="3276720"/>
              <a:ext cx="584280" cy="520920"/>
            </a:xfrm>
            <a:prstGeom prst="rect">
              <a:avLst/>
            </a:prstGeom>
            <a:noFill/>
            <a:ln w="0">
              <a:noFill/>
            </a:ln>
          </p:spPr>
          <p:style>
            <a:lnRef idx="0"/>
            <a:fillRef idx="0"/>
            <a:effectRef idx="0"/>
            <a:fontRef idx="minor"/>
          </p:style>
          <p:txBody>
            <a:bodyPr lIns="90000" rIns="90000" tIns="46800" bIns="46800" anchor="t">
              <a:spAutoFit/>
            </a:bodyPr>
            <a:p>
              <a:pPr>
                <a:spcBef>
                  <a:spcPts val="174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800" strike="noStrike" u="none">
                  <a:solidFill>
                    <a:srgbClr val="ff3300"/>
                  </a:solidFill>
                  <a:effectLst/>
                  <a:uFillTx/>
                  <a:latin typeface="Arial"/>
                </a:rPr>
                <a:t>Q</a:t>
              </a:r>
              <a:endParaRPr b="0" lang="en-US" sz="2800" strike="noStrike" u="none">
                <a:solidFill>
                  <a:srgbClr val="000000"/>
                </a:solidFill>
                <a:effectLst/>
                <a:uFillTx/>
                <a:latin typeface="Arial"/>
              </a:endParaRPr>
            </a:p>
          </p:txBody>
        </p:sp>
        <p:sp>
          <p:nvSpPr>
            <p:cNvPr id="55" name="ZoneTexte 24"/>
            <p:cNvSpPr/>
            <p:nvPr/>
          </p:nvSpPr>
          <p:spPr>
            <a:xfrm>
              <a:off x="7934400" y="3357720"/>
              <a:ext cx="727200" cy="368280"/>
            </a:xfrm>
            <a:prstGeom prst="rect">
              <a:avLst/>
            </a:prstGeom>
            <a:noFill/>
            <a:ln w="0">
              <a:noFill/>
            </a:ln>
          </p:spPr>
          <p:style>
            <a:lnRef idx="0"/>
            <a:fillRef idx="0"/>
            <a:effectRef idx="0"/>
            <a:fontRef idx="minor"/>
          </p:style>
          <p:txBody>
            <a:bodyPr wrap="none"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800" strike="noStrike" u="none">
                  <a:solidFill>
                    <a:srgbClr val="000000"/>
                  </a:solidFill>
                  <a:effectLst/>
                  <a:uFillTx/>
                  <a:latin typeface="Arial"/>
                </a:rPr>
                <a:t>fluide</a:t>
              </a:r>
              <a:endParaRPr b="0" lang="en-US" sz="1800" strike="noStrike" u="none">
                <a:solidFill>
                  <a:srgbClr val="000000"/>
                </a:solidFill>
                <a:effectLst/>
                <a:uFillTx/>
                <a:latin typeface="Arial"/>
              </a:endParaRPr>
            </a:p>
          </p:txBody>
        </p:sp>
      </p:grpSp>
    </p:spTree>
  </p:cSld>
  <mc:AlternateContent>
    <mc:Choice Requires="p14">
      <p:transition spd="slow" p14:dur="2000"/>
    </mc:Choice>
    <mc:Fallback>
      <p:transition spd="slow"/>
    </mc:Fallback>
  </mc:AlternateContent>
  <p:timing>
    <p:tnLst>
      <p:par>
        <p:cTn id="47" dur="indefinite" restart="never" nodeType="tmRoot">
          <p:childTnLst>
            <p:seq>
              <p:cTn id="48" dur="indefinite" nodeType="mainSeq">
                <p:childTnLst>
                  <p:par>
                    <p:cTn id="49" nodeType="clickEffect" fill="hold">
                      <p:stCondLst>
                        <p:cond delay="indefinite"/>
                      </p:stCondLst>
                      <p:childTnLst>
                        <p:par>
                          <p:cTn id="50" nodeType="withEffect" fill="hold">
                            <p:stCondLst>
                              <p:cond delay="0"/>
                            </p:stCondLst>
                            <p:childTnLst>
                              <p:par>
                                <p:cTn id="51" nodeType="clickEffect" fill="hold" presetClass="entr" presetID="27">
                                  <p:stCondLst>
                                    <p:cond delay="0"/>
                                  </p:stCondLst>
                                  <p:iterate type="lt">
                                    <p:tmAbs val="40"/>
                                  </p:iterate>
                                  <p:childTnLst>
                                    <p:set>
                                      <p:cBhvr>
                                        <p:cTn id="52" dur="1" fill="hold">
                                          <p:stCondLst>
                                            <p:cond delay="0"/>
                                          </p:stCondLst>
                                        </p:cTn>
                                        <p:tgtEl>
                                          <p:spTgt spid="32"/>
                                        </p:tgtEl>
                                        <p:attrNameLst>
                                          <p:attrName>style.visibility</p:attrName>
                                        </p:attrNameLst>
                                      </p:cBhvr>
                                      <p:to>
                                        <p:strVal val="visible"/>
                                      </p:to>
                                    </p:set>
                                    <p:anim calcmode="discrete" valueType="clr">
                                      <p:cBhvr additive="repl">
                                        <p:cTn id="53" dur="80"/>
                                        <p:tgtEl>
                                          <p:spTgt spid="32"/>
                                        </p:tgtEl>
                                        <p:attrNameLst>
                                          <p:attrName>style.color</p:attrName>
                                        </p:attrNameLst>
                                      </p:cBhvr>
                                      <p:tavLst>
                                        <p:tav tm="0">
                                          <p:val>
                                            <p:strVal val="rgb(77,80,-64)"/>
                                          </p:val>
                                        </p:tav>
                                        <p:tav tm="50000">
                                          <p:val>
                                            <p:strVal val="rgb(-1,0,0)"/>
                                          </p:val>
                                        </p:tav>
                                      </p:tavLst>
                                    </p:anim>
                                    <p:anim calcmode="discrete" valueType="clr">
                                      <p:cBhvr additive="repl">
                                        <p:cTn id="54" dur="80"/>
                                        <p:tgtEl>
                                          <p:spTgt spid="32"/>
                                        </p:tgtEl>
                                        <p:attrNameLst>
                                          <p:attrName>fillcolor</p:attrName>
                                        </p:attrNameLst>
                                      </p:cBhvr>
                                      <p:tavLst>
                                        <p:tav tm="0">
                                          <p:val>
                                            <p:strVal val="rgb(77,80,-64)"/>
                                          </p:val>
                                        </p:tav>
                                        <p:tav tm="50000">
                                          <p:val>
                                            <p:strVal val="rgb(-1,0,0)"/>
                                          </p:val>
                                        </p:tav>
                                      </p:tavLst>
                                    </p:anim>
                                    <p:set>
                                      <p:cBhvr>
                                        <p:cTn id="55" dur="80"/>
                                        <p:tgtEl>
                                          <p:spTgt spid="32"/>
                                        </p:tgtEl>
                                        <p:attrNameLst>
                                          <p:attrName>fill.type</p:attrName>
                                        </p:attrNameLst>
                                      </p:cBhvr>
                                      <p:to>
                                        <p:strVal val="solid"/>
                                      </p:to>
                                    </p:set>
                                  </p:childTnLst>
                                </p:cTn>
                              </p:par>
                            </p:childTnLst>
                          </p:cTn>
                        </p:par>
                      </p:childTnLst>
                    </p:cTn>
                  </p:par>
                  <p:par>
                    <p:cTn id="56" nodeType="clickEffect" fill="hold">
                      <p:stCondLst>
                        <p:cond delay="indefinite"/>
                      </p:stCondLst>
                      <p:childTnLst>
                        <p:par>
                          <p:cTn id="57" nodeType="withEffect" fill="hold">
                            <p:stCondLst>
                              <p:cond delay="0"/>
                            </p:stCondLst>
                            <p:childTnLst>
                              <p:par>
                                <p:cTn id="58" nodeType="clickEffect" fill="hold" presetClass="entr" presetID="10">
                                  <p:stCondLst>
                                    <p:cond delay="0"/>
                                  </p:stCondLst>
                                  <p:childTnLst>
                                    <p:set>
                                      <p:cBhvr>
                                        <p:cTn id="59" dur="1" fill="hold">
                                          <p:stCondLst>
                                            <p:cond delay="0"/>
                                          </p:stCondLst>
                                        </p:cTn>
                                        <p:tgtEl>
                                          <p:spTgt spid="34"/>
                                        </p:tgtEl>
                                        <p:attrNameLst>
                                          <p:attrName>style.visibility</p:attrName>
                                        </p:attrNameLst>
                                      </p:cBhvr>
                                      <p:to>
                                        <p:strVal val="visible"/>
                                      </p:to>
                                    </p:set>
                                    <p:animEffect filter="fade" transition="in">
                                      <p:cBhvr additive="repl">
                                        <p:cTn id="60" dur="2000"/>
                                        <p:tgtEl>
                                          <p:spTgt spid="34"/>
                                        </p:tgtEl>
                                      </p:cBhvr>
                                    </p:animEffect>
                                  </p:childTnLst>
                                </p:cTn>
                              </p:par>
                            </p:childTnLst>
                          </p:cTn>
                        </p:par>
                        <p:par>
                          <p:cTn id="61" nodeType="afterEffect" fill="hold">
                            <p:stCondLst>
                              <p:cond delay="2000"/>
                            </p:stCondLst>
                            <p:childTnLst>
                              <p:par>
                                <p:cTn id="62" nodeType="afterEffect" fill="hold" presetClass="entr" presetID="27">
                                  <p:stCondLst>
                                    <p:cond delay="0"/>
                                  </p:stCondLst>
                                  <p:iterate type="lt">
                                    <p:tmAbs val="40"/>
                                  </p:iterate>
                                  <p:childTnLst>
                                    <p:set>
                                      <p:cBhvr>
                                        <p:cTn id="63" dur="1" fill="hold">
                                          <p:stCondLst>
                                            <p:cond delay="0"/>
                                          </p:stCondLst>
                                        </p:cTn>
                                        <p:tgtEl>
                                          <p:spTgt spid="33"/>
                                        </p:tgtEl>
                                        <p:attrNameLst>
                                          <p:attrName>style.visibility</p:attrName>
                                        </p:attrNameLst>
                                      </p:cBhvr>
                                      <p:to>
                                        <p:strVal val="visible"/>
                                      </p:to>
                                    </p:set>
                                    <p:anim calcmode="discrete" valueType="clr">
                                      <p:cBhvr additive="repl">
                                        <p:cTn id="64" dur="80"/>
                                        <p:tgtEl>
                                          <p:spTgt spid="33"/>
                                        </p:tgtEl>
                                        <p:attrNameLst>
                                          <p:attrName>style.color</p:attrName>
                                        </p:attrNameLst>
                                      </p:cBhvr>
                                      <p:tavLst>
                                        <p:tav tm="0">
                                          <p:val>
                                            <p:strVal val="rgb(77,80,-64)"/>
                                          </p:val>
                                        </p:tav>
                                        <p:tav tm="50000">
                                          <p:val>
                                            <p:strVal val="rgb(-1,0,0)"/>
                                          </p:val>
                                        </p:tav>
                                      </p:tavLst>
                                    </p:anim>
                                    <p:anim calcmode="discrete" valueType="clr">
                                      <p:cBhvr additive="repl">
                                        <p:cTn id="65" dur="80"/>
                                        <p:tgtEl>
                                          <p:spTgt spid="33"/>
                                        </p:tgtEl>
                                        <p:attrNameLst>
                                          <p:attrName>fillcolor</p:attrName>
                                        </p:attrNameLst>
                                      </p:cBhvr>
                                      <p:tavLst>
                                        <p:tav tm="0">
                                          <p:val>
                                            <p:strVal val="rgb(77,80,-64)"/>
                                          </p:val>
                                        </p:tav>
                                        <p:tav tm="50000">
                                          <p:val>
                                            <p:strVal val="rgb(-1,0,0)"/>
                                          </p:val>
                                        </p:tav>
                                      </p:tavLst>
                                    </p:anim>
                                    <p:set>
                                      <p:cBhvr>
                                        <p:cTn id="66" dur="80"/>
                                        <p:tgtEl>
                                          <p:spTgt spid="33"/>
                                        </p:tgtEl>
                                        <p:attrNameLst>
                                          <p:attrName>fill.type</p:attrName>
                                        </p:attrNameLst>
                                      </p:cBhvr>
                                      <p:to>
                                        <p:strVal val="solid"/>
                                      </p:to>
                                    </p:set>
                                  </p:childTnLst>
                                </p:cTn>
                              </p:par>
                            </p:childTnLst>
                          </p:cTn>
                        </p:par>
                      </p:childTnLst>
                    </p:cTn>
                  </p:par>
                  <p:par>
                    <p:cTn id="67" nodeType="clickEffect" fill="hold">
                      <p:stCondLst>
                        <p:cond delay="indefinite"/>
                      </p:stCondLst>
                      <p:childTnLst>
                        <p:par>
                          <p:cTn id="68" nodeType="withEffect" fill="hold">
                            <p:stCondLst>
                              <p:cond delay="0"/>
                            </p:stCondLst>
                            <p:childTnLst>
                              <p:par>
                                <p:cTn id="69" nodeType="clickEffect" fill="hold" presetClass="entr" presetID="22" presetSubtype="4">
                                  <p:stCondLst>
                                    <p:cond delay="0"/>
                                  </p:stCondLst>
                                  <p:childTnLst>
                                    <p:set>
                                      <p:cBhvr>
                                        <p:cTn id="70" dur="1" fill="hold">
                                          <p:stCondLst>
                                            <p:cond delay="0"/>
                                          </p:stCondLst>
                                        </p:cTn>
                                        <p:tgtEl>
                                          <p:spTgt spid="50"/>
                                        </p:tgtEl>
                                        <p:attrNameLst>
                                          <p:attrName>style.visibility</p:attrName>
                                        </p:attrNameLst>
                                      </p:cBhvr>
                                      <p:to>
                                        <p:strVal val="visible"/>
                                      </p:to>
                                    </p:set>
                                    <p:animEffect filter="wipe(down)" transition="in">
                                      <p:cBhvr additive="repl">
                                        <p:cTn id="71" dur="500"/>
                                        <p:tgtEl>
                                          <p:spTgt spid="50"/>
                                        </p:tgtEl>
                                      </p:cBhvr>
                                    </p:animEffect>
                                  </p:childTnLst>
                                </p:cTn>
                              </p:par>
                            </p:childTnLst>
                          </p:cTn>
                        </p:par>
                        <p:par>
                          <p:cTn id="72" nodeType="afterEffect" fill="hold">
                            <p:stCondLst>
                              <p:cond delay="500"/>
                            </p:stCondLst>
                            <p:childTnLst>
                              <p:par>
                                <p:cTn id="73" nodeType="afterEffect" fill="hold" presetClass="entr" presetID="27">
                                  <p:stCondLst>
                                    <p:cond delay="0"/>
                                  </p:stCondLst>
                                  <p:iterate type="lt">
                                    <p:tmAbs val="40"/>
                                  </p:iterate>
                                  <p:childTnLst>
                                    <p:set>
                                      <p:cBhvr>
                                        <p:cTn id="74" dur="1" fill="hold">
                                          <p:stCondLst>
                                            <p:cond delay="0"/>
                                          </p:stCondLst>
                                        </p:cTn>
                                        <p:tgtEl>
                                          <p:spTgt spid="39"/>
                                        </p:tgtEl>
                                        <p:attrNameLst>
                                          <p:attrName>style.visibility</p:attrName>
                                        </p:attrNameLst>
                                      </p:cBhvr>
                                      <p:to>
                                        <p:strVal val="visible"/>
                                      </p:to>
                                    </p:set>
                                    <p:anim calcmode="discrete" valueType="clr">
                                      <p:cBhvr additive="repl">
                                        <p:cTn id="75" dur="80"/>
                                        <p:tgtEl>
                                          <p:spTgt spid="39"/>
                                        </p:tgtEl>
                                        <p:attrNameLst>
                                          <p:attrName>style.color</p:attrName>
                                        </p:attrNameLst>
                                      </p:cBhvr>
                                      <p:tavLst>
                                        <p:tav tm="0">
                                          <p:val>
                                            <p:strVal val="rgb(77,80,-64)"/>
                                          </p:val>
                                        </p:tav>
                                        <p:tav tm="50000">
                                          <p:val>
                                            <p:strVal val="rgb(-1,0,0)"/>
                                          </p:val>
                                        </p:tav>
                                      </p:tavLst>
                                    </p:anim>
                                    <p:anim calcmode="discrete" valueType="clr">
                                      <p:cBhvr additive="repl">
                                        <p:cTn id="76" dur="80"/>
                                        <p:tgtEl>
                                          <p:spTgt spid="39"/>
                                        </p:tgtEl>
                                        <p:attrNameLst>
                                          <p:attrName>fillcolor</p:attrName>
                                        </p:attrNameLst>
                                      </p:cBhvr>
                                      <p:tavLst>
                                        <p:tav tm="0">
                                          <p:val>
                                            <p:strVal val="rgb(77,80,-64)"/>
                                          </p:val>
                                        </p:tav>
                                        <p:tav tm="50000">
                                          <p:val>
                                            <p:strVal val="rgb(-1,0,0)"/>
                                          </p:val>
                                        </p:tav>
                                      </p:tavLst>
                                    </p:anim>
                                    <p:set>
                                      <p:cBhvr>
                                        <p:cTn id="77" dur="80"/>
                                        <p:tgtEl>
                                          <p:spTgt spid="39"/>
                                        </p:tgtEl>
                                        <p:attrNameLst>
                                          <p:attrName>fill.type</p:attrName>
                                        </p:attrNameLst>
                                      </p:cBhvr>
                                      <p:to>
                                        <p:strVal val="solid"/>
                                      </p:to>
                                    </p:set>
                                  </p:childTnLst>
                                </p:cTn>
                              </p:par>
                            </p:childTnLst>
                          </p:cTn>
                        </p:par>
                      </p:childTnLst>
                    </p:cTn>
                  </p:par>
                  <p:par>
                    <p:cTn id="78" nodeType="clickEffect" fill="hold">
                      <p:stCondLst>
                        <p:cond delay="indefinite"/>
                      </p:stCondLst>
                      <p:childTnLst>
                        <p:par>
                          <p:cTn id="79" nodeType="withEffect" fill="hold">
                            <p:stCondLst>
                              <p:cond delay="0"/>
                            </p:stCondLst>
                            <p:childTnLst>
                              <p:par>
                                <p:cTn id="80" nodeType="clickEffect" fill="hold" presetClass="entr" presetID="27">
                                  <p:stCondLst>
                                    <p:cond delay="0"/>
                                  </p:stCondLst>
                                  <p:iterate type="lt">
                                    <p:tmAbs val="40"/>
                                  </p:iterate>
                                  <p:childTnLst>
                                    <p:set>
                                      <p:cBhvr>
                                        <p:cTn id="81" dur="1" fill="hold">
                                          <p:stCondLst>
                                            <p:cond delay="0"/>
                                          </p:stCondLst>
                                        </p:cTn>
                                        <p:tgtEl>
                                          <p:spTgt spid="40"/>
                                        </p:tgtEl>
                                        <p:attrNameLst>
                                          <p:attrName>style.visibility</p:attrName>
                                        </p:attrNameLst>
                                      </p:cBhvr>
                                      <p:to>
                                        <p:strVal val="visible"/>
                                      </p:to>
                                    </p:set>
                                    <p:anim calcmode="discrete" valueType="clr">
                                      <p:cBhvr additive="repl">
                                        <p:cTn id="82" dur="80"/>
                                        <p:tgtEl>
                                          <p:spTgt spid="40"/>
                                        </p:tgtEl>
                                        <p:attrNameLst>
                                          <p:attrName>style.color</p:attrName>
                                        </p:attrNameLst>
                                      </p:cBhvr>
                                      <p:tavLst>
                                        <p:tav tm="0">
                                          <p:val>
                                            <p:strVal val="rgb(77,80,-64)"/>
                                          </p:val>
                                        </p:tav>
                                        <p:tav tm="50000">
                                          <p:val>
                                            <p:strVal val="rgb(-1,0,0)"/>
                                          </p:val>
                                        </p:tav>
                                      </p:tavLst>
                                    </p:anim>
                                    <p:anim calcmode="discrete" valueType="clr">
                                      <p:cBhvr additive="repl">
                                        <p:cTn id="83" dur="80"/>
                                        <p:tgtEl>
                                          <p:spTgt spid="40"/>
                                        </p:tgtEl>
                                        <p:attrNameLst>
                                          <p:attrName>fillcolor</p:attrName>
                                        </p:attrNameLst>
                                      </p:cBhvr>
                                      <p:tavLst>
                                        <p:tav tm="0">
                                          <p:val>
                                            <p:strVal val="rgb(77,80,-64)"/>
                                          </p:val>
                                        </p:tav>
                                        <p:tav tm="50000">
                                          <p:val>
                                            <p:strVal val="rgb(-1,0,0)"/>
                                          </p:val>
                                        </p:tav>
                                      </p:tavLst>
                                    </p:anim>
                                    <p:set>
                                      <p:cBhvr>
                                        <p:cTn id="84" dur="80"/>
                                        <p:tgtEl>
                                          <p:spTgt spid="40"/>
                                        </p:tgtEl>
                                        <p:attrNameLst>
                                          <p:attrName>fill.type</p:attrName>
                                        </p:attrNameLst>
                                      </p:cBhvr>
                                      <p:to>
                                        <p:strVal val="solid"/>
                                      </p:to>
                                    </p:set>
                                  </p:childTnLst>
                                </p:cTn>
                              </p:par>
                              <p:par>
                                <p:cTn id="85" nodeType="withEffect" fill="hold" presetClass="entr" presetID="10">
                                  <p:stCondLst>
                                    <p:cond delay="0"/>
                                  </p:stCondLst>
                                  <p:childTnLst>
                                    <p:set>
                                      <p:cBhvr>
                                        <p:cTn id="86" dur="1" fill="hold">
                                          <p:stCondLst>
                                            <p:cond delay="0"/>
                                          </p:stCondLst>
                                        </p:cTn>
                                        <p:tgtEl>
                                          <p:spTgt spid="41"/>
                                        </p:tgtEl>
                                        <p:attrNameLst>
                                          <p:attrName>style.visibility</p:attrName>
                                        </p:attrNameLst>
                                      </p:cBhvr>
                                      <p:to>
                                        <p:strVal val="visible"/>
                                      </p:to>
                                    </p:set>
                                    <p:animEffect filter="fade" transition="in">
                                      <p:cBhvr additive="repl">
                                        <p:cTn id="87" dur="2000"/>
                                        <p:tgtEl>
                                          <p:spTgt spid="41"/>
                                        </p:tgtEl>
                                      </p:cBhvr>
                                    </p:animEffect>
                                  </p:childTnLst>
                                </p:cTn>
                              </p:par>
                              <p:par>
                                <p:cTn id="88" nodeType="withEffect" fill="hold" presetClass="entr" presetID="10">
                                  <p:stCondLst>
                                    <p:cond delay="0"/>
                                  </p:stCondLst>
                                  <p:childTnLst>
                                    <p:set>
                                      <p:cBhvr>
                                        <p:cTn id="89" dur="1" fill="hold">
                                          <p:stCondLst>
                                            <p:cond delay="0"/>
                                          </p:stCondLst>
                                        </p:cTn>
                                        <p:tgtEl>
                                          <p:spTgt spid="42"/>
                                        </p:tgtEl>
                                        <p:attrNameLst>
                                          <p:attrName>style.visibility</p:attrName>
                                        </p:attrNameLst>
                                      </p:cBhvr>
                                      <p:to>
                                        <p:strVal val="visible"/>
                                      </p:to>
                                    </p:set>
                                    <p:animEffect filter="fade" transition="in">
                                      <p:cBhvr additive="repl">
                                        <p:cTn id="90" dur="2000"/>
                                        <p:tgtEl>
                                          <p:spTgt spid="42"/>
                                        </p:tgtEl>
                                      </p:cBhvr>
                                    </p:animEffect>
                                  </p:childTnLst>
                                </p:cTn>
                              </p:par>
                              <p:par>
                                <p:cTn id="91" nodeType="withEffect" fill="hold" presetClass="entr" presetID="10">
                                  <p:stCondLst>
                                    <p:cond delay="0"/>
                                  </p:stCondLst>
                                  <p:childTnLst>
                                    <p:set>
                                      <p:cBhvr>
                                        <p:cTn id="92" dur="1" fill="hold">
                                          <p:stCondLst>
                                            <p:cond delay="0"/>
                                          </p:stCondLst>
                                        </p:cTn>
                                        <p:tgtEl>
                                          <p:spTgt spid="43"/>
                                        </p:tgtEl>
                                        <p:attrNameLst>
                                          <p:attrName>style.visibility</p:attrName>
                                        </p:attrNameLst>
                                      </p:cBhvr>
                                      <p:to>
                                        <p:strVal val="visible"/>
                                      </p:to>
                                    </p:set>
                                    <p:animEffect filter="fade" transition="in">
                                      <p:cBhvr additive="repl">
                                        <p:cTn id="93" dur="2000"/>
                                        <p:tgtEl>
                                          <p:spTgt spid="43"/>
                                        </p:tgtEl>
                                      </p:cBhvr>
                                    </p:animEffect>
                                  </p:childTnLst>
                                </p:cTn>
                              </p:par>
                              <p:par>
                                <p:cTn id="94" nodeType="withEffect" fill="hold" presetClass="entr" presetID="10">
                                  <p:stCondLst>
                                    <p:cond delay="0"/>
                                  </p:stCondLst>
                                  <p:childTnLst>
                                    <p:set>
                                      <p:cBhvr>
                                        <p:cTn id="95" dur="1" fill="hold">
                                          <p:stCondLst>
                                            <p:cond delay="0"/>
                                          </p:stCondLst>
                                        </p:cTn>
                                        <p:tgtEl>
                                          <p:spTgt spid="44"/>
                                        </p:tgtEl>
                                        <p:attrNameLst>
                                          <p:attrName>style.visibility</p:attrName>
                                        </p:attrNameLst>
                                      </p:cBhvr>
                                      <p:to>
                                        <p:strVal val="visible"/>
                                      </p:to>
                                    </p:set>
                                    <p:animEffect filter="fade" transition="in">
                                      <p:cBhvr additive="repl">
                                        <p:cTn id="96" dur="2000"/>
                                        <p:tgtEl>
                                          <p:spTgt spid="44"/>
                                        </p:tgtEl>
                                      </p:cBhvr>
                                    </p:animEffect>
                                  </p:childTnLst>
                                </p:cTn>
                              </p:par>
                              <p:par>
                                <p:cTn id="97" nodeType="withEffect" fill="hold" presetClass="entr" presetID="10">
                                  <p:stCondLst>
                                    <p:cond delay="0"/>
                                  </p:stCondLst>
                                  <p:childTnLst>
                                    <p:set>
                                      <p:cBhvr>
                                        <p:cTn id="98" dur="1" fill="hold">
                                          <p:stCondLst>
                                            <p:cond delay="0"/>
                                          </p:stCondLst>
                                        </p:cTn>
                                        <p:tgtEl>
                                          <p:spTgt spid="45"/>
                                        </p:tgtEl>
                                        <p:attrNameLst>
                                          <p:attrName>style.visibility</p:attrName>
                                        </p:attrNameLst>
                                      </p:cBhvr>
                                      <p:to>
                                        <p:strVal val="visible"/>
                                      </p:to>
                                    </p:set>
                                    <p:animEffect filter="fade" transition="in">
                                      <p:cBhvr additive="repl">
                                        <p:cTn id="99" dur="2000"/>
                                        <p:tgtEl>
                                          <p:spTgt spid="45"/>
                                        </p:tgtEl>
                                      </p:cBhvr>
                                    </p:animEffect>
                                  </p:childTnLst>
                                </p:cTn>
                              </p:par>
                              <p:par>
                                <p:cTn id="100" nodeType="withEffect" fill="hold" presetClass="entr" presetID="10">
                                  <p:stCondLst>
                                    <p:cond delay="0"/>
                                  </p:stCondLst>
                                  <p:childTnLst>
                                    <p:set>
                                      <p:cBhvr>
                                        <p:cTn id="101" dur="1" fill="hold">
                                          <p:stCondLst>
                                            <p:cond delay="0"/>
                                          </p:stCondLst>
                                        </p:cTn>
                                        <p:tgtEl>
                                          <p:spTgt spid="46"/>
                                        </p:tgtEl>
                                        <p:attrNameLst>
                                          <p:attrName>style.visibility</p:attrName>
                                        </p:attrNameLst>
                                      </p:cBhvr>
                                      <p:to>
                                        <p:strVal val="visible"/>
                                      </p:to>
                                    </p:set>
                                    <p:animEffect filter="fade" transition="in">
                                      <p:cBhvr additive="repl">
                                        <p:cTn id="102" dur="2000"/>
                                        <p:tgtEl>
                                          <p:spTgt spid="46"/>
                                        </p:tgtEl>
                                      </p:cBhvr>
                                    </p:animEffect>
                                  </p:childTnLst>
                                </p:cTn>
                              </p:par>
                              <p:par>
                                <p:cTn id="103" nodeType="withEffect" fill="hold" presetClass="entr" presetID="10">
                                  <p:stCondLst>
                                    <p:cond delay="0"/>
                                  </p:stCondLst>
                                  <p:childTnLst>
                                    <p:set>
                                      <p:cBhvr>
                                        <p:cTn id="104" dur="1" fill="hold">
                                          <p:stCondLst>
                                            <p:cond delay="0"/>
                                          </p:stCondLst>
                                        </p:cTn>
                                        <p:tgtEl>
                                          <p:spTgt spid="47"/>
                                        </p:tgtEl>
                                        <p:attrNameLst>
                                          <p:attrName>style.visibility</p:attrName>
                                        </p:attrNameLst>
                                      </p:cBhvr>
                                      <p:to>
                                        <p:strVal val="visible"/>
                                      </p:to>
                                    </p:set>
                                    <p:animEffect filter="fade" transition="in">
                                      <p:cBhvr additive="repl">
                                        <p:cTn id="105" dur="2000"/>
                                        <p:tgtEl>
                                          <p:spTgt spid="47"/>
                                        </p:tgtEl>
                                      </p:cBhvr>
                                    </p:animEffect>
                                  </p:childTnLst>
                                </p:cTn>
                              </p:par>
                              <p:par>
                                <p:cTn id="106" nodeType="withEffect" fill="hold" presetClass="entr" presetID="10">
                                  <p:stCondLst>
                                    <p:cond delay="0"/>
                                  </p:stCondLst>
                                  <p:childTnLst>
                                    <p:set>
                                      <p:cBhvr>
                                        <p:cTn id="107" dur="1" fill="hold">
                                          <p:stCondLst>
                                            <p:cond delay="0"/>
                                          </p:stCondLst>
                                        </p:cTn>
                                        <p:tgtEl>
                                          <p:spTgt spid="48"/>
                                        </p:tgtEl>
                                        <p:attrNameLst>
                                          <p:attrName>style.visibility</p:attrName>
                                        </p:attrNameLst>
                                      </p:cBhvr>
                                      <p:to>
                                        <p:strVal val="visible"/>
                                      </p:to>
                                    </p:set>
                                    <p:animEffect filter="fade" transition="in">
                                      <p:cBhvr additive="repl">
                                        <p:cTn id="108" dur="2000"/>
                                        <p:tgtEl>
                                          <p:spTgt spid="4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6" name="AutoShape 20" descr="Tuiles"/>
          <p:cNvSpPr/>
          <p:nvPr/>
        </p:nvSpPr>
        <p:spPr>
          <a:xfrm>
            <a:off x="6858000" y="3225960"/>
            <a:ext cx="1079640" cy="825480"/>
          </a:xfrm>
          <a:custGeom>
            <a:avLst/>
            <a:gdLst>
              <a:gd name="textAreaLeft" fmla="*/ 0 w 1079640"/>
              <a:gd name="textAreaRight" fmla="*/ 1080000 w 1079640"/>
              <a:gd name="textAreaTop" fmla="*/ 106920 h 825480"/>
              <a:gd name="textAreaBottom" fmla="*/ 718560 h 825480"/>
              <a:gd name="GluePoint1X" fmla="*/ 18 w 21600"/>
              <a:gd name="GluePoint1Y" fmla="*/ 0 h 21600"/>
              <a:gd name="GluePoint2X" fmla="*/ 20 w 21600"/>
              <a:gd name="GluePoint2Y" fmla="*/ 10800 h 21600"/>
              <a:gd name="GluePoint3X" fmla="*/ 19 w 21600"/>
              <a:gd name="GluePoint3Y" fmla="*/ 1 h 21600"/>
              <a:gd name="GluePoint4X" fmla="*/ 21 w 21600"/>
              <a:gd name="GluePoint4Y" fmla="*/ 10800 h 21600"/>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1600" h="21600">
                <a:moveTo>
                  <a:pt x="0" y="1400"/>
                </a:moveTo>
                <a:cubicBezTo>
                  <a:pt x="3600" y="-3560"/>
                  <a:pt x="7200" y="6360"/>
                  <a:pt x="10800" y="1400"/>
                </a:cubicBezTo>
                <a:cubicBezTo>
                  <a:pt x="14400" y="-3560"/>
                  <a:pt x="18000" y="6360"/>
                  <a:pt x="21600" y="1400"/>
                </a:cubicBezTo>
                <a:lnTo>
                  <a:pt x="21600" y="20200"/>
                </a:lnTo>
                <a:cubicBezTo>
                  <a:pt x="18000" y="25160"/>
                  <a:pt x="14400" y="15240"/>
                  <a:pt x="10800" y="20200"/>
                </a:cubicBezTo>
                <a:cubicBezTo>
                  <a:pt x="7200" y="25160"/>
                  <a:pt x="3600" y="15240"/>
                  <a:pt x="0" y="20200"/>
                </a:cubicBezTo>
                <a:close/>
              </a:path>
            </a:pathLst>
          </a:custGeom>
          <a:blipFill rotWithShape="0">
            <a:blip r:embed="rId1"/>
            <a:srcRect/>
            <a:tile tx="0" ty="0" sx="100000" sy="100000" algn="ctr"/>
          </a:blipFill>
          <a:ln w="9360">
            <a:solidFill>
              <a:srgbClr val="000000"/>
            </a:solidFill>
            <a:miter/>
          </a:ln>
        </p:spPr>
        <p:style>
          <a:lnRef idx="0"/>
          <a:fillRef idx="0"/>
          <a:effectRef idx="0"/>
          <a:fontRef idx="minor"/>
        </p:style>
        <p:txBody>
          <a:bodyPr wrap="none" lIns="90000" rIns="90000" tIns="46800" bIns="46800" anchor="ctr">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trike="noStrike" u="none">
              <a:solidFill>
                <a:srgbClr val="000000"/>
              </a:solidFill>
              <a:effectLst/>
              <a:uFillTx/>
              <a:latin typeface="Arial"/>
            </a:endParaRPr>
          </a:p>
        </p:txBody>
      </p:sp>
      <p:sp>
        <p:nvSpPr>
          <p:cNvPr id="57" name="Rectangle 5"/>
          <p:cNvSpPr/>
          <p:nvPr/>
        </p:nvSpPr>
        <p:spPr>
          <a:xfrm>
            <a:off x="360720" y="930240"/>
            <a:ext cx="8652600" cy="459720"/>
          </a:xfrm>
          <a:prstGeom prst="rect">
            <a:avLst/>
          </a:prstGeom>
          <a:noFill/>
          <a:ln w="0">
            <a:noFill/>
          </a:ln>
        </p:spPr>
        <p:style>
          <a:lnRef idx="0"/>
          <a:fillRef idx="0"/>
          <a:effectRef idx="0"/>
          <a:fontRef idx="minor"/>
        </p:style>
        <p:txBody>
          <a:bodyPr wrap="none" lIns="90000" rIns="90000" tIns="46800" bIns="46800" anchor="t">
            <a:spAutoFit/>
          </a:bodyPr>
          <a:p>
            <a:pPr>
              <a:spcBef>
                <a:spcPts val="1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400" strike="noStrike" u="none">
                <a:solidFill>
                  <a:srgbClr val="000000"/>
                </a:solidFill>
                <a:effectLst/>
                <a:uFillTx/>
                <a:latin typeface="Arial"/>
              </a:rPr>
              <a:t>L’échange de chaleur peut avoir lieu selon 3 modes différents :</a:t>
            </a:r>
            <a:endParaRPr b="0" lang="en-US" sz="2400" strike="noStrike" u="none">
              <a:solidFill>
                <a:srgbClr val="000000"/>
              </a:solidFill>
              <a:effectLst/>
              <a:uFillTx/>
              <a:latin typeface="Arial"/>
            </a:endParaRPr>
          </a:p>
        </p:txBody>
      </p:sp>
      <p:sp>
        <p:nvSpPr>
          <p:cNvPr id="58" name="Rectangle 6"/>
          <p:cNvSpPr/>
          <p:nvPr/>
        </p:nvSpPr>
        <p:spPr>
          <a:xfrm>
            <a:off x="393840" y="1447920"/>
            <a:ext cx="5468760" cy="459720"/>
          </a:xfrm>
          <a:prstGeom prst="rect">
            <a:avLst/>
          </a:prstGeom>
          <a:noFill/>
          <a:ln w="0">
            <a:noFill/>
          </a:ln>
        </p:spPr>
        <p:style>
          <a:lnRef idx="0"/>
          <a:fillRef idx="0"/>
          <a:effectRef idx="0"/>
          <a:fontRef idx="minor"/>
        </p:style>
        <p:txBody>
          <a:bodyPr lIns="90000" rIns="90000" tIns="46800" bIns="46800" anchor="t">
            <a:spAutoFit/>
          </a:bodyPr>
          <a:p>
            <a:pPr algn="just">
              <a:spcBef>
                <a:spcPts val="1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400" strike="noStrike" u="none">
                <a:solidFill>
                  <a:srgbClr val="c00000"/>
                </a:solidFill>
                <a:effectLst/>
                <a:uFillTx/>
                <a:latin typeface="Arial"/>
              </a:rPr>
              <a:t>- </a:t>
            </a:r>
            <a:r>
              <a:rPr b="1" lang="fr-FR" sz="2400" strike="noStrike" u="none">
                <a:solidFill>
                  <a:srgbClr val="c00000"/>
                </a:solidFill>
                <a:effectLst/>
                <a:uFillTx/>
                <a:latin typeface="Arial"/>
              </a:rPr>
              <a:t>La conduction </a:t>
            </a:r>
            <a:r>
              <a:rPr b="1" lang="fr-FR" sz="2400" strike="noStrike" u="none">
                <a:solidFill>
                  <a:srgbClr val="000000"/>
                </a:solidFill>
                <a:effectLst/>
                <a:uFillTx/>
                <a:latin typeface="Arial"/>
              </a:rPr>
              <a:t>:</a:t>
            </a:r>
            <a:endParaRPr b="0" lang="en-US" sz="2400" strike="noStrike" u="none">
              <a:solidFill>
                <a:srgbClr val="000000"/>
              </a:solidFill>
              <a:effectLst/>
              <a:uFillTx/>
              <a:latin typeface="Arial"/>
            </a:endParaRPr>
          </a:p>
        </p:txBody>
      </p:sp>
      <p:grpSp>
        <p:nvGrpSpPr>
          <p:cNvPr id="59" name="Group 14"/>
          <p:cNvGrpSpPr/>
          <p:nvPr/>
        </p:nvGrpSpPr>
        <p:grpSpPr>
          <a:xfrm>
            <a:off x="6245280" y="1654200"/>
            <a:ext cx="2179080" cy="1495440"/>
            <a:chOff x="6245280" y="1654200"/>
            <a:chExt cx="2179080" cy="1495440"/>
          </a:xfrm>
        </p:grpSpPr>
        <p:sp>
          <p:nvSpPr>
            <p:cNvPr id="60" name="Text Box 9"/>
            <p:cNvSpPr/>
            <p:nvPr/>
          </p:nvSpPr>
          <p:spPr>
            <a:xfrm>
              <a:off x="6245280" y="1654200"/>
              <a:ext cx="1066680" cy="873000"/>
            </a:xfrm>
            <a:prstGeom prst="rect">
              <a:avLst/>
            </a:prstGeom>
            <a:solidFill>
              <a:srgbClr val="ff3300"/>
            </a:solidFill>
            <a:ln w="9360">
              <a:solidFill>
                <a:srgbClr val="000000"/>
              </a:solidFill>
              <a:miter/>
            </a:ln>
          </p:spPr>
          <p:style>
            <a:lnRef idx="0"/>
            <a:fillRef idx="0"/>
            <a:effectRef idx="0"/>
            <a:fontRef idx="minor"/>
          </p:style>
          <p:txBody>
            <a:bodyPr lIns="47880" rIns="47880" tIns="23760" bIns="23760" anchor="t">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4400" strike="noStrike" u="none">
                  <a:solidFill>
                    <a:srgbClr val="ffffff"/>
                  </a:solidFill>
                  <a:effectLst/>
                  <a:uFillTx/>
                  <a:latin typeface="Times New Roman"/>
                </a:rPr>
                <a:t>A</a:t>
              </a:r>
              <a:endParaRPr b="0" lang="en-US" sz="4400" strike="noStrike" u="none">
                <a:solidFill>
                  <a:srgbClr val="000000"/>
                </a:solidFill>
                <a:effectLst/>
                <a:uFillTx/>
                <a:latin typeface="Arial"/>
              </a:endParaRPr>
            </a:p>
          </p:txBody>
        </p:sp>
        <p:sp>
          <p:nvSpPr>
            <p:cNvPr id="61" name="Text Box 10"/>
            <p:cNvSpPr/>
            <p:nvPr/>
          </p:nvSpPr>
          <p:spPr>
            <a:xfrm>
              <a:off x="7319880" y="1665000"/>
              <a:ext cx="1104480" cy="860400"/>
            </a:xfrm>
            <a:prstGeom prst="rect">
              <a:avLst/>
            </a:prstGeom>
            <a:solidFill>
              <a:srgbClr val="c0c0c0"/>
            </a:solidFill>
            <a:ln w="9360">
              <a:solidFill>
                <a:srgbClr val="000000"/>
              </a:solidFill>
              <a:miter/>
            </a:ln>
          </p:spPr>
          <p:style>
            <a:lnRef idx="0"/>
            <a:fillRef idx="0"/>
            <a:effectRef idx="0"/>
            <a:fontRef idx="minor"/>
          </p:style>
          <p:txBody>
            <a:bodyPr lIns="47880" rIns="47880" tIns="23760" bIns="23760" anchor="t">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4400" strike="noStrike" u="none">
                  <a:solidFill>
                    <a:srgbClr val="ffffff"/>
                  </a:solidFill>
                  <a:effectLst/>
                  <a:uFillTx/>
                  <a:latin typeface="Times New Roman"/>
                </a:rPr>
                <a:t>B</a:t>
              </a:r>
              <a:endParaRPr b="0" lang="en-US" sz="4400" strike="noStrike" u="none">
                <a:solidFill>
                  <a:srgbClr val="000000"/>
                </a:solidFill>
                <a:effectLst/>
                <a:uFillTx/>
                <a:latin typeface="Arial"/>
              </a:endParaRPr>
            </a:p>
          </p:txBody>
        </p:sp>
        <p:sp>
          <p:nvSpPr>
            <p:cNvPr id="62" name="AutoShape 11"/>
            <p:cNvSpPr/>
            <p:nvPr/>
          </p:nvSpPr>
          <p:spPr>
            <a:xfrm>
              <a:off x="6578280" y="2527200"/>
              <a:ext cx="1358640" cy="203040"/>
            </a:xfrm>
            <a:prstGeom prst="leftRightArrow">
              <a:avLst>
                <a:gd name="adj1" fmla="val 50000"/>
                <a:gd name="adj2" fmla="val 133210"/>
              </a:avLst>
            </a:prstGeom>
            <a:solidFill>
              <a:srgbClr val="ff3300"/>
            </a:solidFill>
            <a:ln w="9360">
              <a:solidFill>
                <a:srgbClr val="000000"/>
              </a:solidFill>
              <a:miter/>
            </a:ln>
          </p:spPr>
          <p:style>
            <a:lnRef idx="0"/>
            <a:fillRef idx="0"/>
            <a:effectRef idx="0"/>
            <a:fontRef idx="minor"/>
          </p:style>
          <p:txBody>
            <a:bodyPr wrap="none" lIns="90000" rIns="90000" tIns="46800" bIns="46800" anchor="ctr">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trike="noStrike" u="none">
                <a:solidFill>
                  <a:srgbClr val="000000"/>
                </a:solidFill>
                <a:effectLst/>
                <a:uFillTx/>
                <a:latin typeface="Arial"/>
              </a:endParaRPr>
            </a:p>
          </p:txBody>
        </p:sp>
        <p:sp>
          <p:nvSpPr>
            <p:cNvPr id="63" name="Text Box 12"/>
            <p:cNvSpPr/>
            <p:nvPr/>
          </p:nvSpPr>
          <p:spPr>
            <a:xfrm>
              <a:off x="7022880" y="2628720"/>
              <a:ext cx="583920" cy="520920"/>
            </a:xfrm>
            <a:prstGeom prst="rect">
              <a:avLst/>
            </a:prstGeom>
            <a:noFill/>
            <a:ln w="0">
              <a:noFill/>
            </a:ln>
          </p:spPr>
          <p:style>
            <a:lnRef idx="0"/>
            <a:fillRef idx="0"/>
            <a:effectRef idx="0"/>
            <a:fontRef idx="minor"/>
          </p:style>
          <p:txBody>
            <a:bodyPr lIns="90000" rIns="90000" tIns="46800" bIns="46800" anchor="t">
              <a:spAutoFit/>
            </a:bodyPr>
            <a:p>
              <a:pPr>
                <a:spcBef>
                  <a:spcPts val="174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800" strike="noStrike" u="none">
                  <a:solidFill>
                    <a:srgbClr val="ff3300"/>
                  </a:solidFill>
                  <a:effectLst/>
                  <a:uFillTx/>
                  <a:latin typeface="Arial"/>
                </a:rPr>
                <a:t>Q</a:t>
              </a:r>
              <a:endParaRPr b="0" lang="en-US" sz="2800" strike="noStrike" u="none">
                <a:solidFill>
                  <a:srgbClr val="000000"/>
                </a:solidFill>
                <a:effectLst/>
                <a:uFillTx/>
                <a:latin typeface="Arial"/>
              </a:endParaRPr>
            </a:p>
          </p:txBody>
        </p:sp>
      </p:grpSp>
      <p:sp>
        <p:nvSpPr>
          <p:cNvPr id="64" name="Rectangle 13"/>
          <p:cNvSpPr/>
          <p:nvPr/>
        </p:nvSpPr>
        <p:spPr>
          <a:xfrm>
            <a:off x="330120" y="3137040"/>
            <a:ext cx="5446800" cy="459720"/>
          </a:xfrm>
          <a:prstGeom prst="rect">
            <a:avLst/>
          </a:prstGeom>
          <a:noFill/>
          <a:ln w="0">
            <a:noFill/>
          </a:ln>
        </p:spPr>
        <p:style>
          <a:lnRef idx="0"/>
          <a:fillRef idx="0"/>
          <a:effectRef idx="0"/>
          <a:fontRef idx="minor"/>
        </p:style>
        <p:txBody>
          <a:bodyPr lIns="90000" rIns="90000" tIns="46800" bIns="46800" anchor="t">
            <a:spAutoFit/>
          </a:bodyPr>
          <a:p>
            <a:pPr>
              <a:spcBef>
                <a:spcPts val="1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400" strike="noStrike" u="none">
                <a:solidFill>
                  <a:srgbClr val="c00000"/>
                </a:solidFill>
                <a:effectLst/>
                <a:uFillTx/>
                <a:latin typeface="Arial"/>
              </a:rPr>
              <a:t>- </a:t>
            </a:r>
            <a:r>
              <a:rPr b="1" lang="fr-FR" sz="2400" strike="noStrike" u="none">
                <a:solidFill>
                  <a:srgbClr val="c00000"/>
                </a:solidFill>
                <a:effectLst/>
                <a:uFillTx/>
                <a:latin typeface="Arial"/>
              </a:rPr>
              <a:t>La convection :</a:t>
            </a:r>
            <a:endParaRPr b="0" lang="en-US" sz="2400" strike="noStrike" u="none">
              <a:solidFill>
                <a:srgbClr val="000000"/>
              </a:solidFill>
              <a:effectLst/>
              <a:uFillTx/>
              <a:latin typeface="Arial"/>
            </a:endParaRPr>
          </a:p>
        </p:txBody>
      </p:sp>
      <p:sp>
        <p:nvSpPr>
          <p:cNvPr id="65" name="Text Box 16"/>
          <p:cNvSpPr/>
          <p:nvPr/>
        </p:nvSpPr>
        <p:spPr>
          <a:xfrm>
            <a:off x="5711760" y="3254400"/>
            <a:ext cx="1067040" cy="873000"/>
          </a:xfrm>
          <a:prstGeom prst="rect">
            <a:avLst/>
          </a:prstGeom>
          <a:solidFill>
            <a:srgbClr val="ff3300"/>
          </a:solidFill>
          <a:ln w="9360">
            <a:solidFill>
              <a:srgbClr val="000000"/>
            </a:solidFill>
            <a:miter/>
          </a:ln>
        </p:spPr>
        <p:style>
          <a:lnRef idx="0"/>
          <a:fillRef idx="0"/>
          <a:effectRef idx="0"/>
          <a:fontRef idx="minor"/>
        </p:style>
        <p:txBody>
          <a:bodyPr lIns="47880" rIns="47880" tIns="23760" bIns="23760" anchor="t">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4400" strike="noStrike" u="none">
                <a:solidFill>
                  <a:srgbClr val="ffffff"/>
                </a:solidFill>
                <a:effectLst/>
                <a:uFillTx/>
                <a:latin typeface="Times New Roman"/>
              </a:rPr>
              <a:t>A</a:t>
            </a:r>
            <a:endParaRPr b="0" lang="en-US" sz="4400" strike="noStrike" u="none">
              <a:solidFill>
                <a:srgbClr val="000000"/>
              </a:solidFill>
              <a:effectLst/>
              <a:uFillTx/>
              <a:latin typeface="Arial"/>
            </a:endParaRPr>
          </a:p>
        </p:txBody>
      </p:sp>
      <p:sp>
        <p:nvSpPr>
          <p:cNvPr id="66" name="AutoShape 18"/>
          <p:cNvSpPr/>
          <p:nvPr/>
        </p:nvSpPr>
        <p:spPr>
          <a:xfrm>
            <a:off x="6215040" y="3683160"/>
            <a:ext cx="1359000" cy="203040"/>
          </a:xfrm>
          <a:prstGeom prst="leftRightArrow">
            <a:avLst>
              <a:gd name="adj1" fmla="val 50000"/>
              <a:gd name="adj2" fmla="val 133245"/>
            </a:avLst>
          </a:prstGeom>
          <a:solidFill>
            <a:srgbClr val="ff3300"/>
          </a:solidFill>
          <a:ln w="9360">
            <a:solidFill>
              <a:srgbClr val="000000"/>
            </a:solidFill>
            <a:miter/>
          </a:ln>
        </p:spPr>
        <p:style>
          <a:lnRef idx="0"/>
          <a:fillRef idx="0"/>
          <a:effectRef idx="0"/>
          <a:fontRef idx="minor"/>
        </p:style>
        <p:txBody>
          <a:bodyPr wrap="none" lIns="90000" rIns="90000" tIns="46800" bIns="46800" anchor="ctr">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trike="noStrike" u="none">
              <a:solidFill>
                <a:srgbClr val="000000"/>
              </a:solidFill>
              <a:effectLst/>
              <a:uFillTx/>
              <a:latin typeface="Arial"/>
            </a:endParaRPr>
          </a:p>
        </p:txBody>
      </p:sp>
      <p:sp>
        <p:nvSpPr>
          <p:cNvPr id="67" name="Text Box 19"/>
          <p:cNvSpPr/>
          <p:nvPr/>
        </p:nvSpPr>
        <p:spPr>
          <a:xfrm>
            <a:off x="6985080" y="3276720"/>
            <a:ext cx="584280" cy="520920"/>
          </a:xfrm>
          <a:prstGeom prst="rect">
            <a:avLst/>
          </a:prstGeom>
          <a:noFill/>
          <a:ln w="0">
            <a:noFill/>
          </a:ln>
        </p:spPr>
        <p:style>
          <a:lnRef idx="0"/>
          <a:fillRef idx="0"/>
          <a:effectRef idx="0"/>
          <a:fontRef idx="minor"/>
        </p:style>
        <p:txBody>
          <a:bodyPr lIns="90000" rIns="90000" tIns="46800" bIns="46800" anchor="t">
            <a:spAutoFit/>
          </a:bodyPr>
          <a:p>
            <a:pPr>
              <a:spcBef>
                <a:spcPts val="174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800" strike="noStrike" u="none">
                <a:solidFill>
                  <a:srgbClr val="ff3300"/>
                </a:solidFill>
                <a:effectLst/>
                <a:uFillTx/>
                <a:latin typeface="Arial"/>
              </a:rPr>
              <a:t>Q</a:t>
            </a:r>
            <a:endParaRPr b="0" lang="en-US" sz="2800" strike="noStrike" u="none">
              <a:solidFill>
                <a:srgbClr val="000000"/>
              </a:solidFill>
              <a:effectLst/>
              <a:uFillTx/>
              <a:latin typeface="Arial"/>
            </a:endParaRPr>
          </a:p>
        </p:txBody>
      </p:sp>
      <p:sp>
        <p:nvSpPr>
          <p:cNvPr id="68" name="Rectangle 21"/>
          <p:cNvSpPr/>
          <p:nvPr/>
        </p:nvSpPr>
        <p:spPr>
          <a:xfrm>
            <a:off x="333360" y="4757760"/>
            <a:ext cx="5454720" cy="459720"/>
          </a:xfrm>
          <a:prstGeom prst="rect">
            <a:avLst/>
          </a:prstGeom>
          <a:noFill/>
          <a:ln w="0">
            <a:noFill/>
          </a:ln>
        </p:spPr>
        <p:style>
          <a:lnRef idx="0"/>
          <a:fillRef idx="0"/>
          <a:effectRef idx="0"/>
          <a:fontRef idx="minor"/>
        </p:style>
        <p:txBody>
          <a:bodyPr lIns="90000" rIns="90000" tIns="46800" bIns="46800" anchor="t">
            <a:spAutoFit/>
          </a:bodyPr>
          <a:p>
            <a:pPr>
              <a:spcBef>
                <a:spcPts val="1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400" strike="noStrike" u="none">
                <a:solidFill>
                  <a:srgbClr val="c00000"/>
                </a:solidFill>
                <a:effectLst/>
                <a:uFillTx/>
                <a:latin typeface="Arial"/>
              </a:rPr>
              <a:t>- </a:t>
            </a:r>
            <a:r>
              <a:rPr b="1" lang="fr-FR" sz="2400" strike="noStrike" u="none">
                <a:solidFill>
                  <a:srgbClr val="c00000"/>
                </a:solidFill>
                <a:effectLst/>
                <a:uFillTx/>
                <a:latin typeface="Arial"/>
              </a:rPr>
              <a:t>Le rayonnement :</a:t>
            </a:r>
            <a:endParaRPr b="0" lang="en-US" sz="2400" strike="noStrike" u="none">
              <a:solidFill>
                <a:srgbClr val="000000"/>
              </a:solidFill>
              <a:effectLst/>
              <a:uFillTx/>
              <a:latin typeface="Arial"/>
            </a:endParaRPr>
          </a:p>
        </p:txBody>
      </p:sp>
      <p:sp>
        <p:nvSpPr>
          <p:cNvPr id="69" name="Text Box 22"/>
          <p:cNvSpPr/>
          <p:nvPr/>
        </p:nvSpPr>
        <p:spPr>
          <a:xfrm>
            <a:off x="5635800" y="5146560"/>
            <a:ext cx="1066680" cy="873360"/>
          </a:xfrm>
          <a:prstGeom prst="rect">
            <a:avLst/>
          </a:prstGeom>
          <a:solidFill>
            <a:srgbClr val="ff3300"/>
          </a:solidFill>
          <a:ln w="9360">
            <a:solidFill>
              <a:srgbClr val="000000"/>
            </a:solidFill>
            <a:miter/>
          </a:ln>
        </p:spPr>
        <p:style>
          <a:lnRef idx="0"/>
          <a:fillRef idx="0"/>
          <a:effectRef idx="0"/>
          <a:fontRef idx="minor"/>
        </p:style>
        <p:txBody>
          <a:bodyPr lIns="47880" rIns="47880" tIns="23760" bIns="23760" anchor="t">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4400" strike="noStrike" u="none">
                <a:solidFill>
                  <a:srgbClr val="ffffff"/>
                </a:solidFill>
                <a:effectLst/>
                <a:uFillTx/>
                <a:latin typeface="Times New Roman"/>
              </a:rPr>
              <a:t>A</a:t>
            </a:r>
            <a:endParaRPr b="0" lang="en-US" sz="4400" strike="noStrike" u="none">
              <a:solidFill>
                <a:srgbClr val="000000"/>
              </a:solidFill>
              <a:effectLst/>
              <a:uFillTx/>
              <a:latin typeface="Arial"/>
            </a:endParaRPr>
          </a:p>
        </p:txBody>
      </p:sp>
      <p:sp>
        <p:nvSpPr>
          <p:cNvPr id="70" name="Text Box 23"/>
          <p:cNvSpPr/>
          <p:nvPr/>
        </p:nvSpPr>
        <p:spPr>
          <a:xfrm>
            <a:off x="7726320" y="5145120"/>
            <a:ext cx="1104840" cy="860400"/>
          </a:xfrm>
          <a:prstGeom prst="rect">
            <a:avLst/>
          </a:prstGeom>
          <a:solidFill>
            <a:srgbClr val="c0c0c0"/>
          </a:solidFill>
          <a:ln w="9360">
            <a:solidFill>
              <a:srgbClr val="000000"/>
            </a:solidFill>
            <a:miter/>
          </a:ln>
        </p:spPr>
        <p:style>
          <a:lnRef idx="0"/>
          <a:fillRef idx="0"/>
          <a:effectRef idx="0"/>
          <a:fontRef idx="minor"/>
        </p:style>
        <p:txBody>
          <a:bodyPr lIns="47880" rIns="47880" tIns="23760" bIns="23760" anchor="t">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4400" strike="noStrike" u="none">
                <a:solidFill>
                  <a:srgbClr val="ffffff"/>
                </a:solidFill>
                <a:effectLst/>
                <a:uFillTx/>
                <a:latin typeface="Times New Roman"/>
              </a:rPr>
              <a:t>B</a:t>
            </a:r>
            <a:endParaRPr b="0" lang="en-US" sz="4400" strike="noStrike" u="none">
              <a:solidFill>
                <a:srgbClr val="000000"/>
              </a:solidFill>
              <a:effectLst/>
              <a:uFillTx/>
              <a:latin typeface="Arial"/>
            </a:endParaRPr>
          </a:p>
        </p:txBody>
      </p:sp>
      <p:sp>
        <p:nvSpPr>
          <p:cNvPr id="71" name="AutoShape 24"/>
          <p:cNvSpPr/>
          <p:nvPr/>
        </p:nvSpPr>
        <p:spPr>
          <a:xfrm>
            <a:off x="7035840" y="4952880"/>
            <a:ext cx="457200" cy="88920"/>
          </a:xfrm>
          <a:custGeom>
            <a:avLst/>
            <a:gdLst>
              <a:gd name="textAreaLeft" fmla="*/ 71280 w 457200"/>
              <a:gd name="textAreaRight" fmla="*/ 400320 w 457200"/>
              <a:gd name="textAreaTop" fmla="*/ 22320 h 88920"/>
              <a:gd name="textAreaBottom" fmla="*/ 66960 h 88920"/>
              <a:gd name="GluePoint1X" fmla="*/ 2147483647 w 21600"/>
              <a:gd name="GluePoint1Y" fmla="*/ 0 h 21600"/>
              <a:gd name="GluePoint2X" fmla="*/ 0 w 21600"/>
              <a:gd name="GluePoint2Y" fmla="*/ 2147483647 h 21600"/>
              <a:gd name="GluePoint3X" fmla="*/ 2147483647 w 21600"/>
              <a:gd name="GluePoint3Y" fmla="*/ 2147483647 h 21600"/>
              <a:gd name="GluePoint4X" fmla="*/ 2147483647 w 21600"/>
              <a:gd name="GluePoint4Y" fmla="*/ 2147483647 h 21600"/>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1600" h="21600">
                <a:moveTo>
                  <a:pt x="16200" y="0"/>
                </a:moveTo>
                <a:lnTo>
                  <a:pt x="16200" y="5400"/>
                </a:lnTo>
                <a:lnTo>
                  <a:pt x="3375" y="5400"/>
                </a:lnTo>
                <a:lnTo>
                  <a:pt x="3375" y="16200"/>
                </a:lnTo>
                <a:lnTo>
                  <a:pt x="16200" y="16200"/>
                </a:lnTo>
                <a:lnTo>
                  <a:pt x="16200" y="21600"/>
                </a:lnTo>
                <a:lnTo>
                  <a:pt x="21600" y="10800"/>
                </a:lnTo>
                <a:lnTo>
                  <a:pt x="16200" y="0"/>
                </a:lnTo>
                <a:close/>
              </a:path>
              <a:path w="21600" h="21600">
                <a:moveTo>
                  <a:pt x="1350" y="5400"/>
                </a:moveTo>
                <a:lnTo>
                  <a:pt x="1350" y="16200"/>
                </a:lnTo>
                <a:lnTo>
                  <a:pt x="2700" y="16200"/>
                </a:lnTo>
                <a:lnTo>
                  <a:pt x="2700" y="5400"/>
                </a:lnTo>
                <a:lnTo>
                  <a:pt x="1350" y="5400"/>
                </a:lnTo>
                <a:close/>
              </a:path>
              <a:path w="21600" h="21600">
                <a:moveTo>
                  <a:pt x="0" y="5400"/>
                </a:moveTo>
                <a:lnTo>
                  <a:pt x="0" y="16200"/>
                </a:lnTo>
                <a:lnTo>
                  <a:pt x="675" y="16200"/>
                </a:lnTo>
                <a:lnTo>
                  <a:pt x="675" y="5400"/>
                </a:lnTo>
                <a:lnTo>
                  <a:pt x="0" y="5400"/>
                </a:lnTo>
                <a:close/>
              </a:path>
            </a:pathLst>
          </a:custGeom>
          <a:solidFill>
            <a:srgbClr val="ff3300"/>
          </a:solidFill>
          <a:ln w="9360">
            <a:solidFill>
              <a:srgbClr val="000000"/>
            </a:solidFill>
            <a:miter/>
          </a:ln>
        </p:spPr>
        <p:style>
          <a:lnRef idx="0"/>
          <a:fillRef idx="0"/>
          <a:effectRef idx="0"/>
          <a:fontRef idx="minor"/>
        </p:style>
        <p:txBody>
          <a:bodyPr wrap="none" lIns="90000" rIns="90000" tIns="-2160" bIns="-2160" anchor="ctr">
            <a:noAutofit/>
          </a:bodyPr>
          <a:p>
            <a:endParaRPr b="0" lang="en-US" sz="1800" strike="noStrike" u="none">
              <a:solidFill>
                <a:srgbClr val="000000"/>
              </a:solidFill>
              <a:effectLst/>
              <a:uFillTx/>
              <a:latin typeface="Arial"/>
            </a:endParaRPr>
          </a:p>
        </p:txBody>
      </p:sp>
      <p:sp>
        <p:nvSpPr>
          <p:cNvPr id="72" name="AutoShape 25"/>
          <p:cNvSpPr/>
          <p:nvPr/>
        </p:nvSpPr>
        <p:spPr>
          <a:xfrm>
            <a:off x="7061040" y="5181480"/>
            <a:ext cx="457200" cy="88920"/>
          </a:xfrm>
          <a:custGeom>
            <a:avLst/>
            <a:gdLst>
              <a:gd name="textAreaLeft" fmla="*/ 71280 w 457200"/>
              <a:gd name="textAreaRight" fmla="*/ 400320 w 457200"/>
              <a:gd name="textAreaTop" fmla="*/ 22320 h 88920"/>
              <a:gd name="textAreaBottom" fmla="*/ 66960 h 88920"/>
              <a:gd name="GluePoint1X" fmla="*/ 2147483647 w 21600"/>
              <a:gd name="GluePoint1Y" fmla="*/ 0 h 21600"/>
              <a:gd name="GluePoint2X" fmla="*/ 0 w 21600"/>
              <a:gd name="GluePoint2Y" fmla="*/ 2147483647 h 21600"/>
              <a:gd name="GluePoint3X" fmla="*/ 2147483647 w 21600"/>
              <a:gd name="GluePoint3Y" fmla="*/ 2147483647 h 21600"/>
              <a:gd name="GluePoint4X" fmla="*/ 2147483647 w 21600"/>
              <a:gd name="GluePoint4Y" fmla="*/ 2147483647 h 21600"/>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1600" h="21600">
                <a:moveTo>
                  <a:pt x="16200" y="0"/>
                </a:moveTo>
                <a:lnTo>
                  <a:pt x="16200" y="5400"/>
                </a:lnTo>
                <a:lnTo>
                  <a:pt x="3375" y="5400"/>
                </a:lnTo>
                <a:lnTo>
                  <a:pt x="3375" y="16200"/>
                </a:lnTo>
                <a:lnTo>
                  <a:pt x="16200" y="16200"/>
                </a:lnTo>
                <a:lnTo>
                  <a:pt x="16200" y="21600"/>
                </a:lnTo>
                <a:lnTo>
                  <a:pt x="21600" y="10800"/>
                </a:lnTo>
                <a:lnTo>
                  <a:pt x="16200" y="0"/>
                </a:lnTo>
                <a:close/>
              </a:path>
              <a:path w="21600" h="21600">
                <a:moveTo>
                  <a:pt x="1350" y="5400"/>
                </a:moveTo>
                <a:lnTo>
                  <a:pt x="1350" y="16200"/>
                </a:lnTo>
                <a:lnTo>
                  <a:pt x="2700" y="16200"/>
                </a:lnTo>
                <a:lnTo>
                  <a:pt x="2700" y="5400"/>
                </a:lnTo>
                <a:lnTo>
                  <a:pt x="1350" y="5400"/>
                </a:lnTo>
                <a:close/>
              </a:path>
              <a:path w="21600" h="21600">
                <a:moveTo>
                  <a:pt x="0" y="5400"/>
                </a:moveTo>
                <a:lnTo>
                  <a:pt x="0" y="16200"/>
                </a:lnTo>
                <a:lnTo>
                  <a:pt x="675" y="16200"/>
                </a:lnTo>
                <a:lnTo>
                  <a:pt x="675" y="5400"/>
                </a:lnTo>
                <a:lnTo>
                  <a:pt x="0" y="5400"/>
                </a:lnTo>
                <a:close/>
              </a:path>
            </a:pathLst>
          </a:custGeom>
          <a:solidFill>
            <a:srgbClr val="ff3300"/>
          </a:solidFill>
          <a:ln w="9360">
            <a:solidFill>
              <a:srgbClr val="000000"/>
            </a:solidFill>
            <a:miter/>
          </a:ln>
        </p:spPr>
        <p:style>
          <a:lnRef idx="0"/>
          <a:fillRef idx="0"/>
          <a:effectRef idx="0"/>
          <a:fontRef idx="minor"/>
        </p:style>
        <p:txBody>
          <a:bodyPr wrap="none" lIns="90000" rIns="90000" tIns="-2160" bIns="-2160" anchor="ctr">
            <a:noAutofit/>
          </a:bodyPr>
          <a:p>
            <a:endParaRPr b="0" lang="en-US" sz="1800" strike="noStrike" u="none">
              <a:solidFill>
                <a:srgbClr val="000000"/>
              </a:solidFill>
              <a:effectLst/>
              <a:uFillTx/>
              <a:latin typeface="Arial"/>
            </a:endParaRPr>
          </a:p>
        </p:txBody>
      </p:sp>
      <p:sp>
        <p:nvSpPr>
          <p:cNvPr id="73" name="AutoShape 26"/>
          <p:cNvSpPr/>
          <p:nvPr/>
        </p:nvSpPr>
        <p:spPr>
          <a:xfrm>
            <a:off x="7023240" y="5435640"/>
            <a:ext cx="457200" cy="88920"/>
          </a:xfrm>
          <a:custGeom>
            <a:avLst/>
            <a:gdLst>
              <a:gd name="textAreaLeft" fmla="*/ 71280 w 457200"/>
              <a:gd name="textAreaRight" fmla="*/ 400320 w 457200"/>
              <a:gd name="textAreaTop" fmla="*/ 22320 h 88920"/>
              <a:gd name="textAreaBottom" fmla="*/ 66960 h 88920"/>
              <a:gd name="GluePoint1X" fmla="*/ 2147483647 w 21600"/>
              <a:gd name="GluePoint1Y" fmla="*/ 0 h 21600"/>
              <a:gd name="GluePoint2X" fmla="*/ 0 w 21600"/>
              <a:gd name="GluePoint2Y" fmla="*/ 2147483647 h 21600"/>
              <a:gd name="GluePoint3X" fmla="*/ 2147483647 w 21600"/>
              <a:gd name="GluePoint3Y" fmla="*/ 2147483647 h 21600"/>
              <a:gd name="GluePoint4X" fmla="*/ 2147483647 w 21600"/>
              <a:gd name="GluePoint4Y" fmla="*/ 2147483647 h 21600"/>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1600" h="21600">
                <a:moveTo>
                  <a:pt x="16200" y="0"/>
                </a:moveTo>
                <a:lnTo>
                  <a:pt x="16200" y="5400"/>
                </a:lnTo>
                <a:lnTo>
                  <a:pt x="3375" y="5400"/>
                </a:lnTo>
                <a:lnTo>
                  <a:pt x="3375" y="16200"/>
                </a:lnTo>
                <a:lnTo>
                  <a:pt x="16200" y="16200"/>
                </a:lnTo>
                <a:lnTo>
                  <a:pt x="16200" y="21600"/>
                </a:lnTo>
                <a:lnTo>
                  <a:pt x="21600" y="10800"/>
                </a:lnTo>
                <a:lnTo>
                  <a:pt x="16200" y="0"/>
                </a:lnTo>
                <a:close/>
              </a:path>
              <a:path w="21600" h="21600">
                <a:moveTo>
                  <a:pt x="1350" y="5400"/>
                </a:moveTo>
                <a:lnTo>
                  <a:pt x="1350" y="16200"/>
                </a:lnTo>
                <a:lnTo>
                  <a:pt x="2700" y="16200"/>
                </a:lnTo>
                <a:lnTo>
                  <a:pt x="2700" y="5400"/>
                </a:lnTo>
                <a:lnTo>
                  <a:pt x="1350" y="5400"/>
                </a:lnTo>
                <a:close/>
              </a:path>
              <a:path w="21600" h="21600">
                <a:moveTo>
                  <a:pt x="0" y="5400"/>
                </a:moveTo>
                <a:lnTo>
                  <a:pt x="0" y="16200"/>
                </a:lnTo>
                <a:lnTo>
                  <a:pt x="675" y="16200"/>
                </a:lnTo>
                <a:lnTo>
                  <a:pt x="675" y="5400"/>
                </a:lnTo>
                <a:lnTo>
                  <a:pt x="0" y="5400"/>
                </a:lnTo>
                <a:close/>
              </a:path>
            </a:pathLst>
          </a:custGeom>
          <a:solidFill>
            <a:srgbClr val="ff3300"/>
          </a:solidFill>
          <a:ln w="9360">
            <a:solidFill>
              <a:srgbClr val="000000"/>
            </a:solidFill>
            <a:miter/>
          </a:ln>
        </p:spPr>
        <p:style>
          <a:lnRef idx="0"/>
          <a:fillRef idx="0"/>
          <a:effectRef idx="0"/>
          <a:fontRef idx="minor"/>
        </p:style>
        <p:txBody>
          <a:bodyPr wrap="none" lIns="90000" rIns="90000" tIns="-2160" bIns="-2160" anchor="ctr">
            <a:noAutofit/>
          </a:bodyPr>
          <a:p>
            <a:endParaRPr b="0" lang="en-US" sz="1800" strike="noStrike" u="none">
              <a:solidFill>
                <a:srgbClr val="000000"/>
              </a:solidFill>
              <a:effectLst/>
              <a:uFillTx/>
              <a:latin typeface="Arial"/>
            </a:endParaRPr>
          </a:p>
        </p:txBody>
      </p:sp>
      <p:sp>
        <p:nvSpPr>
          <p:cNvPr id="74" name="AutoShape 27"/>
          <p:cNvSpPr/>
          <p:nvPr/>
        </p:nvSpPr>
        <p:spPr>
          <a:xfrm>
            <a:off x="6959520" y="5638680"/>
            <a:ext cx="457200" cy="88920"/>
          </a:xfrm>
          <a:custGeom>
            <a:avLst/>
            <a:gdLst>
              <a:gd name="textAreaLeft" fmla="*/ 71280 w 457200"/>
              <a:gd name="textAreaRight" fmla="*/ 400320 w 457200"/>
              <a:gd name="textAreaTop" fmla="*/ 22320 h 88920"/>
              <a:gd name="textAreaBottom" fmla="*/ 66960 h 88920"/>
              <a:gd name="GluePoint1X" fmla="*/ 2147483647 w 21600"/>
              <a:gd name="GluePoint1Y" fmla="*/ 0 h 21600"/>
              <a:gd name="GluePoint2X" fmla="*/ 0 w 21600"/>
              <a:gd name="GluePoint2Y" fmla="*/ 2147483647 h 21600"/>
              <a:gd name="GluePoint3X" fmla="*/ 2147483647 w 21600"/>
              <a:gd name="GluePoint3Y" fmla="*/ 2147483647 h 21600"/>
              <a:gd name="GluePoint4X" fmla="*/ 2147483647 w 21600"/>
              <a:gd name="GluePoint4Y" fmla="*/ 2147483647 h 21600"/>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1600" h="21600">
                <a:moveTo>
                  <a:pt x="16200" y="0"/>
                </a:moveTo>
                <a:lnTo>
                  <a:pt x="16200" y="5400"/>
                </a:lnTo>
                <a:lnTo>
                  <a:pt x="3375" y="5400"/>
                </a:lnTo>
                <a:lnTo>
                  <a:pt x="3375" y="16200"/>
                </a:lnTo>
                <a:lnTo>
                  <a:pt x="16200" y="16200"/>
                </a:lnTo>
                <a:lnTo>
                  <a:pt x="16200" y="21600"/>
                </a:lnTo>
                <a:lnTo>
                  <a:pt x="21600" y="10800"/>
                </a:lnTo>
                <a:lnTo>
                  <a:pt x="16200" y="0"/>
                </a:lnTo>
                <a:close/>
              </a:path>
              <a:path w="21600" h="21600">
                <a:moveTo>
                  <a:pt x="1350" y="5400"/>
                </a:moveTo>
                <a:lnTo>
                  <a:pt x="1350" y="16200"/>
                </a:lnTo>
                <a:lnTo>
                  <a:pt x="2700" y="16200"/>
                </a:lnTo>
                <a:lnTo>
                  <a:pt x="2700" y="5400"/>
                </a:lnTo>
                <a:lnTo>
                  <a:pt x="1350" y="5400"/>
                </a:lnTo>
                <a:close/>
              </a:path>
              <a:path w="21600" h="21600">
                <a:moveTo>
                  <a:pt x="0" y="5400"/>
                </a:moveTo>
                <a:lnTo>
                  <a:pt x="0" y="16200"/>
                </a:lnTo>
                <a:lnTo>
                  <a:pt x="675" y="16200"/>
                </a:lnTo>
                <a:lnTo>
                  <a:pt x="675" y="5400"/>
                </a:lnTo>
                <a:lnTo>
                  <a:pt x="0" y="5400"/>
                </a:lnTo>
                <a:close/>
              </a:path>
            </a:pathLst>
          </a:custGeom>
          <a:solidFill>
            <a:srgbClr val="ff3300"/>
          </a:solidFill>
          <a:ln w="9360">
            <a:solidFill>
              <a:srgbClr val="000000"/>
            </a:solidFill>
            <a:miter/>
          </a:ln>
        </p:spPr>
        <p:style>
          <a:lnRef idx="0"/>
          <a:fillRef idx="0"/>
          <a:effectRef idx="0"/>
          <a:fontRef idx="minor"/>
        </p:style>
        <p:txBody>
          <a:bodyPr wrap="none" lIns="90000" rIns="90000" tIns="-2160" bIns="-2160" anchor="ctr">
            <a:noAutofit/>
          </a:bodyPr>
          <a:p>
            <a:endParaRPr b="0" lang="en-US" sz="1800" strike="noStrike" u="none">
              <a:solidFill>
                <a:srgbClr val="000000"/>
              </a:solidFill>
              <a:effectLst/>
              <a:uFillTx/>
              <a:latin typeface="Arial"/>
            </a:endParaRPr>
          </a:p>
        </p:txBody>
      </p:sp>
      <p:sp>
        <p:nvSpPr>
          <p:cNvPr id="75" name="AutoShape 28"/>
          <p:cNvSpPr/>
          <p:nvPr/>
        </p:nvSpPr>
        <p:spPr>
          <a:xfrm>
            <a:off x="7023240" y="5816520"/>
            <a:ext cx="457200" cy="88920"/>
          </a:xfrm>
          <a:custGeom>
            <a:avLst/>
            <a:gdLst>
              <a:gd name="textAreaLeft" fmla="*/ 71280 w 457200"/>
              <a:gd name="textAreaRight" fmla="*/ 400320 w 457200"/>
              <a:gd name="textAreaTop" fmla="*/ 22320 h 88920"/>
              <a:gd name="textAreaBottom" fmla="*/ 66960 h 88920"/>
              <a:gd name="GluePoint1X" fmla="*/ 2147483647 w 21600"/>
              <a:gd name="GluePoint1Y" fmla="*/ 0 h 21600"/>
              <a:gd name="GluePoint2X" fmla="*/ 0 w 21600"/>
              <a:gd name="GluePoint2Y" fmla="*/ 2147483647 h 21600"/>
              <a:gd name="GluePoint3X" fmla="*/ 2147483647 w 21600"/>
              <a:gd name="GluePoint3Y" fmla="*/ 2147483647 h 21600"/>
              <a:gd name="GluePoint4X" fmla="*/ 2147483647 w 21600"/>
              <a:gd name="GluePoint4Y" fmla="*/ 2147483647 h 21600"/>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1600" h="21600">
                <a:moveTo>
                  <a:pt x="16200" y="0"/>
                </a:moveTo>
                <a:lnTo>
                  <a:pt x="16200" y="5400"/>
                </a:lnTo>
                <a:lnTo>
                  <a:pt x="3375" y="5400"/>
                </a:lnTo>
                <a:lnTo>
                  <a:pt x="3375" y="16200"/>
                </a:lnTo>
                <a:lnTo>
                  <a:pt x="16200" y="16200"/>
                </a:lnTo>
                <a:lnTo>
                  <a:pt x="16200" y="21600"/>
                </a:lnTo>
                <a:lnTo>
                  <a:pt x="21600" y="10800"/>
                </a:lnTo>
                <a:lnTo>
                  <a:pt x="16200" y="0"/>
                </a:lnTo>
                <a:close/>
              </a:path>
              <a:path w="21600" h="21600">
                <a:moveTo>
                  <a:pt x="1350" y="5400"/>
                </a:moveTo>
                <a:lnTo>
                  <a:pt x="1350" y="16200"/>
                </a:lnTo>
                <a:lnTo>
                  <a:pt x="2700" y="16200"/>
                </a:lnTo>
                <a:lnTo>
                  <a:pt x="2700" y="5400"/>
                </a:lnTo>
                <a:lnTo>
                  <a:pt x="1350" y="5400"/>
                </a:lnTo>
                <a:close/>
              </a:path>
              <a:path w="21600" h="21600">
                <a:moveTo>
                  <a:pt x="0" y="5400"/>
                </a:moveTo>
                <a:lnTo>
                  <a:pt x="0" y="16200"/>
                </a:lnTo>
                <a:lnTo>
                  <a:pt x="675" y="16200"/>
                </a:lnTo>
                <a:lnTo>
                  <a:pt x="675" y="5400"/>
                </a:lnTo>
                <a:lnTo>
                  <a:pt x="0" y="5400"/>
                </a:lnTo>
                <a:close/>
              </a:path>
            </a:pathLst>
          </a:custGeom>
          <a:solidFill>
            <a:srgbClr val="ff3300"/>
          </a:solidFill>
          <a:ln w="9360">
            <a:solidFill>
              <a:srgbClr val="000000"/>
            </a:solidFill>
            <a:miter/>
          </a:ln>
        </p:spPr>
        <p:style>
          <a:lnRef idx="0"/>
          <a:fillRef idx="0"/>
          <a:effectRef idx="0"/>
          <a:fontRef idx="minor"/>
        </p:style>
        <p:txBody>
          <a:bodyPr wrap="none" lIns="90000" rIns="90000" tIns="-2160" bIns="-2160" anchor="ctr">
            <a:noAutofit/>
          </a:bodyPr>
          <a:p>
            <a:endParaRPr b="0" lang="en-US" sz="1800" strike="noStrike" u="none">
              <a:solidFill>
                <a:srgbClr val="000000"/>
              </a:solidFill>
              <a:effectLst/>
              <a:uFillTx/>
              <a:latin typeface="Arial"/>
            </a:endParaRPr>
          </a:p>
        </p:txBody>
      </p:sp>
      <p:sp>
        <p:nvSpPr>
          <p:cNvPr id="76" name="AutoShape 29"/>
          <p:cNvSpPr/>
          <p:nvPr/>
        </p:nvSpPr>
        <p:spPr>
          <a:xfrm>
            <a:off x="7074000" y="6019920"/>
            <a:ext cx="457200" cy="88920"/>
          </a:xfrm>
          <a:custGeom>
            <a:avLst/>
            <a:gdLst>
              <a:gd name="textAreaLeft" fmla="*/ 71280 w 457200"/>
              <a:gd name="textAreaRight" fmla="*/ 400320 w 457200"/>
              <a:gd name="textAreaTop" fmla="*/ 22320 h 88920"/>
              <a:gd name="textAreaBottom" fmla="*/ 66960 h 88920"/>
              <a:gd name="GluePoint1X" fmla="*/ 2147483647 w 21600"/>
              <a:gd name="GluePoint1Y" fmla="*/ 0 h 21600"/>
              <a:gd name="GluePoint2X" fmla="*/ 0 w 21600"/>
              <a:gd name="GluePoint2Y" fmla="*/ 2147483647 h 21600"/>
              <a:gd name="GluePoint3X" fmla="*/ 2147483647 w 21600"/>
              <a:gd name="GluePoint3Y" fmla="*/ 2147483647 h 21600"/>
              <a:gd name="GluePoint4X" fmla="*/ 2147483647 w 21600"/>
              <a:gd name="GluePoint4Y" fmla="*/ 2147483647 h 21600"/>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1600" h="21600">
                <a:moveTo>
                  <a:pt x="16200" y="0"/>
                </a:moveTo>
                <a:lnTo>
                  <a:pt x="16200" y="5400"/>
                </a:lnTo>
                <a:lnTo>
                  <a:pt x="3375" y="5400"/>
                </a:lnTo>
                <a:lnTo>
                  <a:pt x="3375" y="16200"/>
                </a:lnTo>
                <a:lnTo>
                  <a:pt x="16200" y="16200"/>
                </a:lnTo>
                <a:lnTo>
                  <a:pt x="16200" y="21600"/>
                </a:lnTo>
                <a:lnTo>
                  <a:pt x="21600" y="10800"/>
                </a:lnTo>
                <a:lnTo>
                  <a:pt x="16200" y="0"/>
                </a:lnTo>
                <a:close/>
              </a:path>
              <a:path w="21600" h="21600">
                <a:moveTo>
                  <a:pt x="1350" y="5400"/>
                </a:moveTo>
                <a:lnTo>
                  <a:pt x="1350" y="16200"/>
                </a:lnTo>
                <a:lnTo>
                  <a:pt x="2700" y="16200"/>
                </a:lnTo>
                <a:lnTo>
                  <a:pt x="2700" y="5400"/>
                </a:lnTo>
                <a:lnTo>
                  <a:pt x="1350" y="5400"/>
                </a:lnTo>
                <a:close/>
              </a:path>
              <a:path w="21600" h="21600">
                <a:moveTo>
                  <a:pt x="0" y="5400"/>
                </a:moveTo>
                <a:lnTo>
                  <a:pt x="0" y="16200"/>
                </a:lnTo>
                <a:lnTo>
                  <a:pt x="675" y="16200"/>
                </a:lnTo>
                <a:lnTo>
                  <a:pt x="675" y="5400"/>
                </a:lnTo>
                <a:lnTo>
                  <a:pt x="0" y="5400"/>
                </a:lnTo>
                <a:close/>
              </a:path>
            </a:pathLst>
          </a:custGeom>
          <a:solidFill>
            <a:srgbClr val="ff3300"/>
          </a:solidFill>
          <a:ln w="9360">
            <a:solidFill>
              <a:srgbClr val="000000"/>
            </a:solidFill>
            <a:miter/>
          </a:ln>
        </p:spPr>
        <p:style>
          <a:lnRef idx="0"/>
          <a:fillRef idx="0"/>
          <a:effectRef idx="0"/>
          <a:fontRef idx="minor"/>
        </p:style>
        <p:txBody>
          <a:bodyPr wrap="none" lIns="90000" rIns="90000" tIns="-2160" bIns="-2160" anchor="ctr">
            <a:noAutofit/>
          </a:bodyPr>
          <a:p>
            <a:endParaRPr b="0" lang="en-US" sz="1800" strike="noStrike" u="none">
              <a:solidFill>
                <a:srgbClr val="000000"/>
              </a:solidFill>
              <a:effectLst/>
              <a:uFillTx/>
              <a:latin typeface="Arial"/>
            </a:endParaRPr>
          </a:p>
        </p:txBody>
      </p:sp>
      <p:sp>
        <p:nvSpPr>
          <p:cNvPr id="77" name="Rectangle 32"/>
          <p:cNvSpPr/>
          <p:nvPr/>
        </p:nvSpPr>
        <p:spPr>
          <a:xfrm>
            <a:off x="0" y="0"/>
            <a:ext cx="9144000" cy="965160"/>
          </a:xfrm>
          <a:prstGeom prst="rect">
            <a:avLst/>
          </a:prstGeom>
          <a:solidFill>
            <a:srgbClr val="4f81bd"/>
          </a:solidFill>
          <a:ln w="0">
            <a:noFill/>
          </a:ln>
        </p:spPr>
        <p:style>
          <a:lnRef idx="0"/>
          <a:fillRef idx="0"/>
          <a:effectRef idx="0"/>
          <a:fontRef idx="minor"/>
        </p:style>
        <p:txBody>
          <a:bodyPr lIns="90000" rIns="90000" tIns="46800" bIns="46800" anchor="b" anchorCtr="1">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800" strike="noStrike" u="none">
                <a:solidFill>
                  <a:srgbClr val="cc3300"/>
                </a:solidFill>
                <a:effectLst/>
                <a:uFillTx/>
                <a:latin typeface="Times New Roman"/>
                <a:ea typeface="Times New Roman"/>
              </a:rPr>
              <a:t>Séance 3 </a:t>
            </a:r>
            <a:r>
              <a:rPr b="1" lang="fr-FR" sz="2800" strike="noStrike" u="none">
                <a:solidFill>
                  <a:srgbClr val="cc3300"/>
                </a:solidFill>
                <a:effectLst/>
                <a:uFillTx/>
                <a:latin typeface="Arial"/>
              </a:rPr>
              <a:t>: </a:t>
            </a:r>
            <a:r>
              <a:rPr b="1" lang="fr-FR" sz="2800" strike="noStrike" u="none">
                <a:solidFill>
                  <a:srgbClr val="cc3300"/>
                </a:solidFill>
                <a:effectLst/>
                <a:uFillTx/>
                <a:latin typeface="Arial"/>
              </a:rPr>
              <a:t>QUANTITE DE CHALEUR ET TRAVAIL</a:t>
            </a:r>
            <a:endParaRPr b="0" lang="en-US" sz="2800" strike="noStrike" u="none">
              <a:solidFill>
                <a:srgbClr val="000000"/>
              </a:solidFill>
              <a:effectLst/>
              <a:uFillTx/>
              <a:latin typeface="Arial"/>
            </a:endParaRPr>
          </a:p>
        </p:txBody>
      </p:sp>
      <mc:AlternateContent>
        <mc:Choice xmlns:a14="http://schemas.microsoft.com/office/drawing/2010/main" Requires="a14">
          <p:sp>
            <p:nvSpPr>
              <p:cNvPr id="78" name="Object 3"/>
              <p:cNvSpPr txBox="1"/>
              <p:nvPr/>
            </p:nvSpPr>
            <p:spPr>
              <a:xfrm>
                <a:off x="1785960" y="3500280"/>
                <a:ext cx="3608280" cy="714600"/>
              </a:xfrm>
              <a:prstGeom prst="rect">
                <a:avLst/>
              </a:prstGeom>
            </p:spPr>
            <p:txBody>
              <a:bodyPr/>
              <a:p>
                <a14:m>
                  <m:oMath xmlns:m="http://schemas.openxmlformats.org/officeDocument/2006/math">
                    <m:sSub>
                      <m:e>
                        <m:limUpp>
                          <m:e>
                            <m:r>
                              <m:t xml:space="preserve">Q</m:t>
                            </m:r>
                          </m:e>
                          <m:lim/>
                        </m:limUpp>
                      </m:e>
                      <m:sub>
                        <m:r>
                          <m:rPr>
                            <m:lit/>
                            <m:nor/>
                          </m:rPr>
                          <m:t xml:space="preserve">convection</m:t>
                        </m:r>
                      </m:sub>
                    </m:sSub>
                    <m:r>
                      <m:t xml:space="preserve">=</m:t>
                    </m:r>
                    <m:r>
                      <m:t xml:space="preserve">h</m:t>
                    </m:r>
                    <m:r>
                      <m:rPr>
                        <m:lit/>
                        <m:nor/>
                      </m:rPr>
                      <m:t xml:space="preserve">.</m:t>
                    </m:r>
                    <m:r>
                      <m:t xml:space="preserve">S</m:t>
                    </m:r>
                    <m:d>
                      <m:dPr>
                        <m:begChr m:val="("/>
                        <m:endChr m:val=")"/>
                      </m:dPr>
                      <m:e>
                        <m:sSub>
                          <m:e>
                            <m:r>
                              <m:t xml:space="preserve">T</m:t>
                            </m:r>
                          </m:e>
                          <m:sub>
                            <m:r>
                              <m:t xml:space="preserve">A</m:t>
                            </m:r>
                          </m:sub>
                        </m:sSub>
                        <m:r>
                          <m:t xml:space="preserve">−</m:t>
                        </m:r>
                        <m:sSub>
                          <m:e>
                            <m:r>
                              <m:t xml:space="preserve">T</m:t>
                            </m:r>
                          </m:e>
                          <m:sub>
                            <m:r>
                              <m:rPr>
                                <m:lit/>
                                <m:nor/>
                              </m:rPr>
                              <m:t xml:space="preserve">fluide</m:t>
                            </m:r>
                          </m:sub>
                        </m:sSub>
                      </m:e>
                    </m:d>
                  </m:oMath>
                </a14:m>
              </a:p>
            </p:txBody>
          </p:sp>
        </mc:Choice>
        <mc:Fallback>
          <p:sp>
            <p:nvSpPr>
              <p:cNvPr id="78" name="Object 3"/>
              <p:cNvSpPr txBox="1"/>
              <p:nvPr/>
            </p:nvSpPr>
            <p:spPr>
              <a:xfrm>
                <a:off x="1785960" y="3500280"/>
                <a:ext cx="3608280" cy="714600"/>
              </a:xfrm>
              <a:prstGeom prst="rect">
                <a:avLst/>
              </a:prstGeom>
              <a:blipFill>
                <a:blip r:embed="rId2"/>
                <a:stretch>
                  <a:fillRect/>
                </a:stretch>
              </a:blipFill>
            </p:spPr>
          </p:sp>
        </mc:Fallback>
      </mc:AlternateContent>
      <mc:AlternateContent>
        <mc:Choice xmlns:a14="http://schemas.microsoft.com/office/drawing/2010/main" Requires="a14">
          <p:sp>
            <p:nvSpPr>
              <p:cNvPr id="79" name="Object 3"/>
              <p:cNvSpPr txBox="1"/>
              <p:nvPr/>
            </p:nvSpPr>
            <p:spPr>
              <a:xfrm>
                <a:off x="1714680" y="1857240"/>
                <a:ext cx="3195360" cy="703440"/>
              </a:xfrm>
              <a:prstGeom prst="rect">
                <a:avLst/>
              </a:prstGeom>
            </p:spPr>
            <p:txBody>
              <a:bodyPr/>
              <a:p>
                <a14:m>
                  <m:oMath xmlns:m="http://schemas.openxmlformats.org/officeDocument/2006/math">
                    <m:acc>
                      <m:accPr>
                        <m:chr m:val="⃗"/>
                      </m:accPr>
                      <m:e>
                        <m:sSub>
                          <m:e>
                            <m:limUpp>
                              <m:e>
                                <m:r>
                                  <m:t xml:space="preserve">Q</m:t>
                                </m:r>
                              </m:e>
                              <m:lim/>
                            </m:limUpp>
                          </m:e>
                          <m:sub>
                            <m:r>
                              <m:rPr>
                                <m:lit/>
                                <m:nor/>
                              </m:rPr>
                              <m:t xml:space="preserve">conduction</m:t>
                            </m:r>
                          </m:sub>
                        </m:sSub>
                      </m:e>
                    </m:acc>
                    <m:r>
                      <m:t xml:space="preserve">=</m:t>
                    </m:r>
                    <m:r>
                      <m:t xml:space="preserve">−</m:t>
                    </m:r>
                    <m:r>
                      <m:t xml:space="preserve">λ</m:t>
                    </m:r>
                    <m:r>
                      <m:rPr>
                        <m:lit/>
                        <m:nor/>
                      </m:rPr>
                      <m:t xml:space="preserve">.</m:t>
                    </m:r>
                    <m:r>
                      <m:t xml:space="preserve">S</m:t>
                    </m:r>
                    <m:acc>
                      <m:accPr>
                        <m:chr m:val="⃗"/>
                      </m:accPr>
                      <m:e>
                        <m:r>
                          <m:rPr>
                            <m:lit/>
                            <m:nor/>
                          </m:rPr>
                          <m:t xml:space="preserve">grad</m:t>
                        </m:r>
                      </m:e>
                    </m:acc>
                    <m:r>
                      <m:t xml:space="preserve">(</m:t>
                    </m:r>
                    <m:r>
                      <m:t xml:space="preserve">T</m:t>
                    </m:r>
                    <m:r>
                      <m:t xml:space="preserve">)</m:t>
                    </m:r>
                  </m:oMath>
                </a14:m>
              </a:p>
            </p:txBody>
          </p:sp>
        </mc:Choice>
        <mc:Fallback>
          <p:sp>
            <p:nvSpPr>
              <p:cNvPr id="79" name="Object 3"/>
              <p:cNvSpPr txBox="1"/>
              <p:nvPr/>
            </p:nvSpPr>
            <p:spPr>
              <a:xfrm>
                <a:off x="1714680" y="1857240"/>
                <a:ext cx="3195360" cy="703440"/>
              </a:xfrm>
              <a:prstGeom prst="rect">
                <a:avLst/>
              </a:prstGeom>
              <a:blipFill>
                <a:blip r:embed="rId3"/>
                <a:stretch>
                  <a:fillRect/>
                </a:stretch>
              </a:blipFill>
            </p:spPr>
          </p:sp>
        </mc:Fallback>
      </mc:AlternateContent>
      <mc:AlternateContent>
        <mc:Choice xmlns:a14="http://schemas.microsoft.com/office/drawing/2010/main" Requires="a14">
          <p:sp>
            <p:nvSpPr>
              <p:cNvPr id="80" name="Object 4"/>
              <p:cNvSpPr txBox="1"/>
              <p:nvPr/>
            </p:nvSpPr>
            <p:spPr>
              <a:xfrm>
                <a:off x="1928880" y="5072040"/>
                <a:ext cx="3438360" cy="714240"/>
              </a:xfrm>
              <a:prstGeom prst="rect">
                <a:avLst/>
              </a:prstGeom>
            </p:spPr>
            <p:txBody>
              <a:bodyPr/>
              <a:p>
                <a14:m>
                  <m:oMath xmlns:m="http://schemas.openxmlformats.org/officeDocument/2006/math">
                    <m:sSub>
                      <m:e>
                        <m:limUpp>
                          <m:e>
                            <m:r>
                              <m:t xml:space="preserve">Q</m:t>
                            </m:r>
                          </m:e>
                          <m:lim/>
                        </m:limUpp>
                      </m:e>
                      <m:sub>
                        <m:r>
                          <m:rPr>
                            <m:lit/>
                            <m:nor/>
                          </m:rPr>
                          <m:t xml:space="preserve">radiatif</m:t>
                        </m:r>
                      </m:sub>
                    </m:sSub>
                    <m:r>
                      <m:t xml:space="preserve">=</m:t>
                    </m:r>
                    <m:r>
                      <m:t xml:space="preserve">ε</m:t>
                    </m:r>
                    <m:r>
                      <m:rPr>
                        <m:lit/>
                        <m:nor/>
                      </m:rPr>
                      <m:t xml:space="preserve">.</m:t>
                    </m:r>
                    <m:r>
                      <m:t xml:space="preserve">S</m:t>
                    </m:r>
                    <m:r>
                      <m:rPr>
                        <m:lit/>
                        <m:nor/>
                      </m:rPr>
                      <m:t xml:space="preserve">.</m:t>
                    </m:r>
                    <m:r>
                      <m:t xml:space="preserve">σ</m:t>
                    </m:r>
                    <m:d>
                      <m:dPr>
                        <m:begChr m:val="("/>
                        <m:endChr m:val=")"/>
                      </m:dPr>
                      <m:e>
                        <m:sSubSup>
                          <m:e>
                            <m:r>
                              <m:t xml:space="preserve">T</m:t>
                            </m:r>
                          </m:e>
                          <m:sub>
                            <m:r>
                              <m:t xml:space="preserve">A</m:t>
                            </m:r>
                          </m:sub>
                          <m:sup>
                            <m:r>
                              <m:t xml:space="preserve">4</m:t>
                            </m:r>
                          </m:sup>
                        </m:sSubSup>
                        <m:r>
                          <m:t xml:space="preserve">−</m:t>
                        </m:r>
                        <m:sSubSup>
                          <m:e>
                            <m:r>
                              <m:t xml:space="preserve">T</m:t>
                            </m:r>
                          </m:e>
                          <m:sub>
                            <m:r>
                              <m:t xml:space="preserve">B</m:t>
                            </m:r>
                          </m:sub>
                          <m:sup>
                            <m:r>
                              <m:t xml:space="preserve">4</m:t>
                            </m:r>
                          </m:sup>
                        </m:sSubSup>
                      </m:e>
                    </m:d>
                  </m:oMath>
                </a14:m>
              </a:p>
            </p:txBody>
          </p:sp>
        </mc:Choice>
        <mc:Fallback>
          <p:sp>
            <p:nvSpPr>
              <p:cNvPr id="80" name="Object 4"/>
              <p:cNvSpPr txBox="1"/>
              <p:nvPr/>
            </p:nvSpPr>
            <p:spPr>
              <a:xfrm>
                <a:off x="1928880" y="5072040"/>
                <a:ext cx="3438360" cy="714240"/>
              </a:xfrm>
              <a:prstGeom prst="rect">
                <a:avLst/>
              </a:prstGeom>
              <a:blipFill>
                <a:blip r:embed="rId4"/>
                <a:stretch>
                  <a:fillRect/>
                </a:stretch>
              </a:blipFill>
            </p:spPr>
          </p:sp>
        </mc:Fallback>
      </mc:AlternateContent>
      <p:sp>
        <p:nvSpPr>
          <p:cNvPr id="81" name="ZoneTexte 29"/>
          <p:cNvSpPr/>
          <p:nvPr/>
        </p:nvSpPr>
        <p:spPr>
          <a:xfrm>
            <a:off x="7934400" y="3357720"/>
            <a:ext cx="727200" cy="368280"/>
          </a:xfrm>
          <a:prstGeom prst="rect">
            <a:avLst/>
          </a:prstGeom>
          <a:noFill/>
          <a:ln w="0">
            <a:noFill/>
          </a:ln>
        </p:spPr>
        <p:style>
          <a:lnRef idx="0"/>
          <a:fillRef idx="0"/>
          <a:effectRef idx="0"/>
          <a:fontRef idx="minor"/>
        </p:style>
        <p:txBody>
          <a:bodyPr wrap="none"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800" strike="noStrike" u="none">
                <a:solidFill>
                  <a:srgbClr val="000000"/>
                </a:solidFill>
                <a:effectLst/>
                <a:uFillTx/>
                <a:latin typeface="Arial"/>
              </a:rPr>
              <a:t>fluide</a:t>
            </a:r>
            <a:endParaRPr b="0" lang="en-US" sz="1800" strike="noStrike" u="none">
              <a:solidFill>
                <a:srgbClr val="000000"/>
              </a:solidFill>
              <a:effectLst/>
              <a:uFillTx/>
              <a:latin typeface="Arial"/>
            </a:endParaRPr>
          </a:p>
        </p:txBody>
      </p:sp>
      <p:sp>
        <p:nvSpPr>
          <p:cNvPr id="82" name="ZoneTexte 27"/>
          <p:cNvSpPr/>
          <p:nvPr/>
        </p:nvSpPr>
        <p:spPr>
          <a:xfrm>
            <a:off x="1800360" y="2571840"/>
            <a:ext cx="2834640" cy="642600"/>
          </a:xfrm>
          <a:prstGeom prst="rect">
            <a:avLst/>
          </a:prstGeom>
          <a:noFill/>
          <a:ln w="0">
            <a:noFill/>
          </a:ln>
        </p:spPr>
        <p:style>
          <a:lnRef idx="0"/>
          <a:fillRef idx="0"/>
          <a:effectRef idx="0"/>
          <a:fontRef idx="minor"/>
        </p:style>
        <p:txBody>
          <a:bodyPr wrap="none" lIns="90000" rIns="90000" tIns="46800" bIns="46800" anchor="t">
            <a:spAutoFit/>
          </a:bodyPr>
          <a:p>
            <a:pPr>
              <a:buClr>
                <a:srgbClr val="000000"/>
              </a:buClr>
              <a:buFont typeface="Symbol"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fr-FR" sz="1800" strike="noStrike" u="none">
                <a:solidFill>
                  <a:srgbClr val="000000"/>
                </a:solidFill>
                <a:effectLst/>
                <a:uFillTx/>
                <a:latin typeface="Arial"/>
              </a:rPr>
              <a:t> : Conductivité thermique</a:t>
            </a:r>
            <a:endParaRPr b="0" lang="en-US" sz="1800" strike="noStrike" u="none">
              <a:solidFill>
                <a:srgbClr val="000000"/>
              </a:solidFill>
              <a:effectLst/>
              <a:uFillTx/>
              <a:latin typeface="Arial"/>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800" strike="noStrike" u="none">
                <a:solidFill>
                  <a:srgbClr val="000000"/>
                </a:solidFill>
                <a:effectLst/>
                <a:uFillTx/>
                <a:latin typeface="Arial"/>
              </a:rPr>
              <a:t>S : surface </a:t>
            </a:r>
            <a:endParaRPr b="0" lang="en-US" sz="1800" strike="noStrike" u="none">
              <a:solidFill>
                <a:srgbClr val="000000"/>
              </a:solidFill>
              <a:effectLst/>
              <a:uFillTx/>
              <a:latin typeface="Arial"/>
            </a:endParaRPr>
          </a:p>
        </p:txBody>
      </p:sp>
      <p:sp>
        <p:nvSpPr>
          <p:cNvPr id="83" name="ZoneTexte 28"/>
          <p:cNvSpPr/>
          <p:nvPr/>
        </p:nvSpPr>
        <p:spPr>
          <a:xfrm>
            <a:off x="1798560" y="4286160"/>
            <a:ext cx="3001680" cy="368280"/>
          </a:xfrm>
          <a:prstGeom prst="rect">
            <a:avLst/>
          </a:prstGeom>
          <a:noFill/>
          <a:ln w="0">
            <a:noFill/>
          </a:ln>
        </p:spPr>
        <p:style>
          <a:lnRef idx="0"/>
          <a:fillRef idx="0"/>
          <a:effectRef idx="0"/>
          <a:fontRef idx="minor"/>
        </p:style>
        <p:txBody>
          <a:bodyPr wrap="none"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800" strike="noStrike" u="none">
                <a:solidFill>
                  <a:srgbClr val="000000"/>
                </a:solidFill>
                <a:effectLst/>
                <a:uFillTx/>
                <a:latin typeface="Arial"/>
              </a:rPr>
              <a:t>h : coefficient de convection</a:t>
            </a:r>
            <a:endParaRPr b="0" lang="en-US" sz="1800" strike="noStrike" u="none">
              <a:solidFill>
                <a:srgbClr val="000000"/>
              </a:solidFill>
              <a:effectLst/>
              <a:uFillTx/>
              <a:latin typeface="Arial"/>
            </a:endParaRPr>
          </a:p>
        </p:txBody>
      </p:sp>
      <p:sp>
        <p:nvSpPr>
          <p:cNvPr id="84" name="ZoneTexte 29"/>
          <p:cNvSpPr/>
          <p:nvPr/>
        </p:nvSpPr>
        <p:spPr>
          <a:xfrm>
            <a:off x="1800360" y="5857920"/>
            <a:ext cx="2961720" cy="64260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800" strike="noStrike" u="none">
                <a:solidFill>
                  <a:srgbClr val="000000"/>
                </a:solidFill>
                <a:effectLst/>
                <a:uFillTx/>
                <a:latin typeface="Symbol"/>
                <a:ea typeface="Symbol"/>
              </a:rPr>
              <a:t></a:t>
            </a:r>
            <a:r>
              <a:rPr b="0" lang="fr-FR" sz="1800" strike="noStrike" u="none">
                <a:solidFill>
                  <a:srgbClr val="000000"/>
                </a:solidFill>
                <a:effectLst/>
                <a:uFillTx/>
                <a:latin typeface="Arial"/>
              </a:rPr>
              <a:t> : émissivité thermique</a:t>
            </a:r>
            <a:endParaRPr b="0" lang="en-US" sz="1800" strike="noStrike" u="none">
              <a:solidFill>
                <a:srgbClr val="000000"/>
              </a:solidFill>
              <a:effectLst/>
              <a:uFillTx/>
              <a:latin typeface="Arial"/>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800" strike="noStrike" u="none">
                <a:solidFill>
                  <a:srgbClr val="000000"/>
                </a:solidFill>
                <a:effectLst/>
                <a:uFillTx/>
                <a:latin typeface="Symbol"/>
                <a:ea typeface="Symbol"/>
              </a:rPr>
              <a:t></a:t>
            </a:r>
            <a:r>
              <a:rPr b="0" lang="fr-FR" sz="1800" strike="noStrike" u="none">
                <a:solidFill>
                  <a:srgbClr val="000000"/>
                </a:solidFill>
                <a:effectLst/>
                <a:uFillTx/>
                <a:latin typeface="Arial"/>
              </a:rPr>
              <a:t> : constante de Boltzmann</a:t>
            </a:r>
            <a:endParaRPr b="0" lang="en-US" sz="1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timing>
    <p:tnLst>
      <p:par>
        <p:cTn id="109" dur="indefinite" restart="never" nodeType="tmRoot">
          <p:childTnLst>
            <p:seq>
              <p:cTn id="110" dur="indefinite" nodeType="mainSeq">
                <p:childTnLst>
                  <p:par>
                    <p:cTn id="111" nodeType="clickEffect" fill="hold">
                      <p:stCondLst>
                        <p:cond delay="indefinite"/>
                      </p:stCondLst>
                      <p:childTnLst>
                        <p:par>
                          <p:cTn id="112" nodeType="withEffect" fill="hold">
                            <p:stCondLst>
                              <p:cond delay="0"/>
                            </p:stCondLst>
                            <p:childTnLst>
                              <p:par>
                                <p:cTn id="113" nodeType="clickEffect" fill="hold" presetClass="entr" presetID="27">
                                  <p:stCondLst>
                                    <p:cond delay="0"/>
                                  </p:stCondLst>
                                  <p:iterate type="lt">
                                    <p:tmAbs val="40"/>
                                  </p:iterate>
                                  <p:childTnLst>
                                    <p:set>
                                      <p:cBhvr>
                                        <p:cTn id="114" dur="1" fill="hold">
                                          <p:stCondLst>
                                            <p:cond delay="0"/>
                                          </p:stCondLst>
                                        </p:cTn>
                                        <p:tgtEl>
                                          <p:spTgt spid="57"/>
                                        </p:tgtEl>
                                        <p:attrNameLst>
                                          <p:attrName>style.visibility</p:attrName>
                                        </p:attrNameLst>
                                      </p:cBhvr>
                                      <p:to>
                                        <p:strVal val="visible"/>
                                      </p:to>
                                    </p:set>
                                    <p:anim calcmode="discrete" valueType="clr">
                                      <p:cBhvr additive="repl">
                                        <p:cTn id="115" dur="80"/>
                                        <p:tgtEl>
                                          <p:spTgt spid="57"/>
                                        </p:tgtEl>
                                        <p:attrNameLst>
                                          <p:attrName>style.color</p:attrName>
                                        </p:attrNameLst>
                                      </p:cBhvr>
                                      <p:tavLst>
                                        <p:tav tm="0">
                                          <p:val>
                                            <p:strVal val="rgb(77,80,-64)"/>
                                          </p:val>
                                        </p:tav>
                                        <p:tav tm="50000">
                                          <p:val>
                                            <p:strVal val="rgb(-1,0,0)"/>
                                          </p:val>
                                        </p:tav>
                                      </p:tavLst>
                                    </p:anim>
                                    <p:anim calcmode="discrete" valueType="clr">
                                      <p:cBhvr additive="repl">
                                        <p:cTn id="116" dur="80"/>
                                        <p:tgtEl>
                                          <p:spTgt spid="57"/>
                                        </p:tgtEl>
                                        <p:attrNameLst>
                                          <p:attrName>fillcolor</p:attrName>
                                        </p:attrNameLst>
                                      </p:cBhvr>
                                      <p:tavLst>
                                        <p:tav tm="0">
                                          <p:val>
                                            <p:strVal val="rgb(77,80,-64)"/>
                                          </p:val>
                                        </p:tav>
                                        <p:tav tm="50000">
                                          <p:val>
                                            <p:strVal val="rgb(-1,0,0)"/>
                                          </p:val>
                                        </p:tav>
                                      </p:tavLst>
                                    </p:anim>
                                    <p:set>
                                      <p:cBhvr>
                                        <p:cTn id="117" dur="80"/>
                                        <p:tgtEl>
                                          <p:spTgt spid="57"/>
                                        </p:tgtEl>
                                        <p:attrNameLst>
                                          <p:attrName>fill.type</p:attrName>
                                        </p:attrNameLst>
                                      </p:cBhvr>
                                      <p:to>
                                        <p:strVal val="solid"/>
                                      </p:to>
                                    </p:set>
                                  </p:childTnLst>
                                </p:cTn>
                              </p:par>
                            </p:childTnLst>
                          </p:cTn>
                        </p:par>
                      </p:childTnLst>
                    </p:cTn>
                  </p:par>
                  <p:par>
                    <p:cTn id="118" nodeType="clickEffect" fill="hold">
                      <p:stCondLst>
                        <p:cond delay="indefinite"/>
                      </p:stCondLst>
                      <p:childTnLst>
                        <p:par>
                          <p:cTn id="119" nodeType="withEffect" fill="hold">
                            <p:stCondLst>
                              <p:cond delay="0"/>
                            </p:stCondLst>
                            <p:childTnLst>
                              <p:par>
                                <p:cTn id="120" nodeType="clickEffect" fill="hold" presetClass="entr" presetID="27">
                                  <p:stCondLst>
                                    <p:cond delay="0"/>
                                  </p:stCondLst>
                                  <p:iterate type="lt">
                                    <p:tmAbs val="40"/>
                                  </p:iterate>
                                  <p:childTnLst>
                                    <p:set>
                                      <p:cBhvr>
                                        <p:cTn id="121" dur="1" fill="hold">
                                          <p:stCondLst>
                                            <p:cond delay="0"/>
                                          </p:stCondLst>
                                        </p:cTn>
                                        <p:tgtEl>
                                          <p:spTgt spid="58"/>
                                        </p:tgtEl>
                                        <p:attrNameLst>
                                          <p:attrName>style.visibility</p:attrName>
                                        </p:attrNameLst>
                                      </p:cBhvr>
                                      <p:to>
                                        <p:strVal val="visible"/>
                                      </p:to>
                                    </p:set>
                                    <p:anim calcmode="discrete" valueType="clr">
                                      <p:cBhvr additive="repl">
                                        <p:cTn id="122" dur="80"/>
                                        <p:tgtEl>
                                          <p:spTgt spid="58"/>
                                        </p:tgtEl>
                                        <p:attrNameLst>
                                          <p:attrName>style.color</p:attrName>
                                        </p:attrNameLst>
                                      </p:cBhvr>
                                      <p:tavLst>
                                        <p:tav tm="0">
                                          <p:val>
                                            <p:strVal val="rgb(77,80,-64)"/>
                                          </p:val>
                                        </p:tav>
                                        <p:tav tm="50000">
                                          <p:val>
                                            <p:strVal val="rgb(-1,0,0)"/>
                                          </p:val>
                                        </p:tav>
                                      </p:tavLst>
                                    </p:anim>
                                    <p:anim calcmode="discrete" valueType="clr">
                                      <p:cBhvr additive="repl">
                                        <p:cTn id="123" dur="80"/>
                                        <p:tgtEl>
                                          <p:spTgt spid="58"/>
                                        </p:tgtEl>
                                        <p:attrNameLst>
                                          <p:attrName>fillcolor</p:attrName>
                                        </p:attrNameLst>
                                      </p:cBhvr>
                                      <p:tavLst>
                                        <p:tav tm="0">
                                          <p:val>
                                            <p:strVal val="rgb(77,80,-64)"/>
                                          </p:val>
                                        </p:tav>
                                        <p:tav tm="50000">
                                          <p:val>
                                            <p:strVal val="rgb(-1,0,0)"/>
                                          </p:val>
                                        </p:tav>
                                      </p:tavLst>
                                    </p:anim>
                                    <p:set>
                                      <p:cBhvr>
                                        <p:cTn id="124" dur="80"/>
                                        <p:tgtEl>
                                          <p:spTgt spid="58"/>
                                        </p:tgtEl>
                                        <p:attrNameLst>
                                          <p:attrName>fill.type</p:attrName>
                                        </p:attrNameLst>
                                      </p:cBhvr>
                                      <p:to>
                                        <p:strVal val="solid"/>
                                      </p:to>
                                    </p:set>
                                  </p:childTnLst>
                                </p:cTn>
                              </p:par>
                            </p:childTnLst>
                          </p:cTn>
                        </p:par>
                      </p:childTnLst>
                    </p:cTn>
                  </p:par>
                  <p:par>
                    <p:cTn id="125" nodeType="clickEffect" fill="hold">
                      <p:stCondLst>
                        <p:cond delay="indefinite"/>
                      </p:stCondLst>
                      <p:childTnLst>
                        <p:par>
                          <p:cTn id="126" nodeType="withEffect" fill="hold">
                            <p:stCondLst>
                              <p:cond delay="0"/>
                            </p:stCondLst>
                            <p:childTnLst>
                              <p:par>
                                <p:cTn id="127" nodeType="clickEffect" fill="hold" presetClass="entr" presetID="10">
                                  <p:stCondLst>
                                    <p:cond delay="0"/>
                                  </p:stCondLst>
                                  <p:childTnLst>
                                    <p:set>
                                      <p:cBhvr>
                                        <p:cTn id="128" dur="1" fill="hold">
                                          <p:stCondLst>
                                            <p:cond delay="0"/>
                                          </p:stCondLst>
                                        </p:cTn>
                                        <p:tgtEl>
                                          <p:spTgt spid="59"/>
                                        </p:tgtEl>
                                        <p:attrNameLst>
                                          <p:attrName>style.visibility</p:attrName>
                                        </p:attrNameLst>
                                      </p:cBhvr>
                                      <p:to>
                                        <p:strVal val="visible"/>
                                      </p:to>
                                    </p:set>
                                    <p:animEffect filter="fade" transition="in">
                                      <p:cBhvr additive="repl">
                                        <p:cTn id="129" dur="2000"/>
                                        <p:tgtEl>
                                          <p:spTgt spid="59"/>
                                        </p:tgtEl>
                                      </p:cBhvr>
                                    </p:animEffect>
                                  </p:childTnLst>
                                </p:cTn>
                              </p:par>
                            </p:childTnLst>
                          </p:cTn>
                        </p:par>
                      </p:childTnLst>
                    </p:cTn>
                  </p:par>
                  <p:par>
                    <p:cTn id="130" nodeType="clickEffect" fill="hold">
                      <p:stCondLst>
                        <p:cond delay="indefinite"/>
                      </p:stCondLst>
                      <p:childTnLst>
                        <p:par>
                          <p:cTn id="131" nodeType="withEffect" fill="hold">
                            <p:stCondLst>
                              <p:cond delay="0"/>
                            </p:stCondLst>
                            <p:childTnLst>
                              <p:par>
                                <p:cTn id="132" nodeType="clickEffect" fill="hold" presetClass="entr" presetID="26">
                                  <p:stCondLst>
                                    <p:cond delay="0"/>
                                  </p:stCondLst>
                                  <p:childTnLst>
                                    <p:set>
                                      <p:cBhvr>
                                        <p:cTn id="133" dur="1" fill="hold">
                                          <p:stCondLst>
                                            <p:cond delay="0"/>
                                          </p:stCondLst>
                                        </p:cTn>
                                        <p:tgtEl>
                                          <p:spTgt spid="79"/>
                                        </p:tgtEl>
                                        <p:attrNameLst>
                                          <p:attrName>style.visibility</p:attrName>
                                        </p:attrNameLst>
                                      </p:cBhvr>
                                      <p:to>
                                        <p:strVal val="visible"/>
                                      </p:to>
                                    </p:set>
                                    <p:animEffect filter="wipe(down)" transition="in">
                                      <p:cBhvr additive="repl">
                                        <p:cTn id="134" dur="580">
                                          <p:stCondLst>
                                            <p:cond delay="0"/>
                                          </p:stCondLst>
                                        </p:cTn>
                                        <p:tgtEl>
                                          <p:spTgt spid="79"/>
                                        </p:tgtEl>
                                      </p:cBhvr>
                                    </p:animEffect>
                                    <p:anim calcmode="lin" valueType="num">
                                      <p:cBhvr additive="repl">
                                        <p:cTn id="135" dur="1822">
                                          <p:stCondLst>
                                            <p:cond delay="0"/>
                                          </p:stCondLst>
                                        </p:cTn>
                                        <p:tgtEl>
                                          <p:spTgt spid="79"/>
                                        </p:tgtEl>
                                        <p:attrNameLst>
                                          <p:attrName>ppt_x</p:attrName>
                                        </p:attrNameLst>
                                      </p:cBhvr>
                                      <p:tavLst>
                                        <p:tav tm="0">
                                          <p:val>
                                            <p:strVal val="#ppt_x-0.25"/>
                                          </p:val>
                                        </p:tav>
                                        <p:tav tm="100000">
                                          <p:val>
                                            <p:strVal val="#ppt_x"/>
                                          </p:val>
                                        </p:tav>
                                      </p:tavLst>
                                    </p:anim>
                                    <p:anim calcmode="lin" valueType="num">
                                      <p:cBhvr additive="repl">
                                        <p:cTn id="136" dur="664">
                                          <p:stCondLst>
                                            <p:cond delay="0"/>
                                          </p:stCondLst>
                                        </p:cTn>
                                        <p:tgtEl>
                                          <p:spTgt spid="79"/>
                                        </p:tgtEl>
                                        <p:attrNameLst>
                                          <p:attrName>ppt_y</p:attrName>
                                        </p:attrNameLst>
                                      </p:cBhvr>
                                      <p:tavLst>
                                        <p:tav fmla="y-sin(pi*$)/3" tm="0">
                                          <p:val>
                                            <p:fltVal val="0.5"/>
                                          </p:val>
                                        </p:tav>
                                        <p:tav fmla="y-sin(pi*$)/3" tm="100000">
                                          <p:val>
                                            <p:fltVal val="1"/>
                                          </p:val>
                                        </p:tav>
                                      </p:tavLst>
                                    </p:anim>
                                    <p:anim calcmode="lin" valueType="num">
                                      <p:cBhvr additive="repl">
                                        <p:cTn id="137" dur="664">
                                          <p:stCondLst>
                                            <p:cond delay="664"/>
                                          </p:stCondLst>
                                        </p:cTn>
                                        <p:tgtEl>
                                          <p:spTgt spid="79"/>
                                        </p:tgtEl>
                                        <p:attrNameLst>
                                          <p:attrName>ppt_y</p:attrName>
                                        </p:attrNameLst>
                                      </p:cBhvr>
                                      <p:tavLst>
                                        <p:tav fmla="y-sin(pi*$)/9" tm="0">
                                          <p:val>
                                            <p:fltVal val="0"/>
                                          </p:val>
                                        </p:tav>
                                        <p:tav fmla="y-sin(pi*$)/9" tm="100000">
                                          <p:val>
                                            <p:fltVal val="1"/>
                                          </p:val>
                                        </p:tav>
                                      </p:tavLst>
                                    </p:anim>
                                    <p:anim calcmode="lin" valueType="num">
                                      <p:cBhvr additive="repl">
                                        <p:cTn id="138" dur="332">
                                          <p:stCondLst>
                                            <p:cond delay="1324"/>
                                          </p:stCondLst>
                                        </p:cTn>
                                        <p:tgtEl>
                                          <p:spTgt spid="79"/>
                                        </p:tgtEl>
                                        <p:attrNameLst>
                                          <p:attrName>ppt_y</p:attrName>
                                        </p:attrNameLst>
                                      </p:cBhvr>
                                      <p:tavLst>
                                        <p:tav fmla="y-sin(pi*$)/27" tm="0">
                                          <p:val>
                                            <p:fltVal val="0"/>
                                          </p:val>
                                        </p:tav>
                                        <p:tav fmla="y-sin(pi*$)/27" tm="100000">
                                          <p:val>
                                            <p:fltVal val="1"/>
                                          </p:val>
                                        </p:tav>
                                      </p:tavLst>
                                    </p:anim>
                                    <p:anim calcmode="lin" valueType="num">
                                      <p:cBhvr additive="repl">
                                        <p:cTn id="139" dur="164">
                                          <p:stCondLst>
                                            <p:cond delay="1656"/>
                                          </p:stCondLst>
                                        </p:cTn>
                                        <p:tgtEl>
                                          <p:spTgt spid="79"/>
                                        </p:tgtEl>
                                        <p:attrNameLst>
                                          <p:attrName>ppt_y</p:attrName>
                                        </p:attrNameLst>
                                      </p:cBhvr>
                                      <p:tavLst>
                                        <p:tav fmla="y-sin(pi*$)/81" tm="0">
                                          <p:val>
                                            <p:fltVal val="0"/>
                                          </p:val>
                                        </p:tav>
                                        <p:tav fmla="y-sin(pi*$)/81" tm="100000">
                                          <p:val>
                                            <p:fltVal val="1"/>
                                          </p:val>
                                        </p:tav>
                                      </p:tavLst>
                                    </p:anim>
                                    <p:animScale>
                                      <p:cBhvr>
                                        <p:cTn id="140" dur="26" fill="hold">
                                          <p:stCondLst>
                                            <p:cond delay="650"/>
                                          </p:stCondLst>
                                        </p:cTn>
                                        <p:tgtEl>
                                          <p:spTgt spid="79"/>
                                        </p:tgtEl>
                                      </p:cBhvr>
                                      <p:to x="100000" y="60000"/>
                                    </p:animScale>
                                    <p:animScale>
                                      <p:cBhvr>
                                        <p:cTn id="141" dur="166" fill="hold">
                                          <p:stCondLst>
                                            <p:cond delay="676"/>
                                          </p:stCondLst>
                                        </p:cTn>
                                        <p:tgtEl>
                                          <p:spTgt spid="79"/>
                                        </p:tgtEl>
                                      </p:cBhvr>
                                      <p:to x="100000" y="100000"/>
                                    </p:animScale>
                                    <p:animScale>
                                      <p:cBhvr>
                                        <p:cTn id="142" dur="26" fill="hold">
                                          <p:stCondLst>
                                            <p:cond delay="1312"/>
                                          </p:stCondLst>
                                        </p:cTn>
                                        <p:tgtEl>
                                          <p:spTgt spid="79"/>
                                        </p:tgtEl>
                                      </p:cBhvr>
                                      <p:to x="100000" y="80000"/>
                                    </p:animScale>
                                    <p:animScale>
                                      <p:cBhvr>
                                        <p:cTn id="143" dur="166" fill="hold">
                                          <p:stCondLst>
                                            <p:cond delay="1338"/>
                                          </p:stCondLst>
                                        </p:cTn>
                                        <p:tgtEl>
                                          <p:spTgt spid="79"/>
                                        </p:tgtEl>
                                      </p:cBhvr>
                                      <p:to x="100000" y="100000"/>
                                    </p:animScale>
                                    <p:animScale>
                                      <p:cBhvr>
                                        <p:cTn id="144" dur="26" fill="hold">
                                          <p:stCondLst>
                                            <p:cond delay="1642"/>
                                          </p:stCondLst>
                                        </p:cTn>
                                        <p:tgtEl>
                                          <p:spTgt spid="79"/>
                                        </p:tgtEl>
                                      </p:cBhvr>
                                      <p:to x="100000" y="90000"/>
                                    </p:animScale>
                                    <p:animScale>
                                      <p:cBhvr>
                                        <p:cTn id="145" dur="166" fill="hold">
                                          <p:stCondLst>
                                            <p:cond delay="1668"/>
                                          </p:stCondLst>
                                        </p:cTn>
                                        <p:tgtEl>
                                          <p:spTgt spid="79"/>
                                        </p:tgtEl>
                                      </p:cBhvr>
                                      <p:to x="100000" y="100000"/>
                                    </p:animScale>
                                    <p:animScale>
                                      <p:cBhvr>
                                        <p:cTn id="146" dur="26" fill="hold">
                                          <p:stCondLst>
                                            <p:cond delay="1808"/>
                                          </p:stCondLst>
                                        </p:cTn>
                                        <p:tgtEl>
                                          <p:spTgt spid="79"/>
                                        </p:tgtEl>
                                      </p:cBhvr>
                                      <p:to x="100000" y="95000"/>
                                    </p:animScale>
                                    <p:animScale>
                                      <p:cBhvr>
                                        <p:cTn id="147" dur="166" fill="hold">
                                          <p:stCondLst>
                                            <p:cond delay="1834"/>
                                          </p:stCondLst>
                                        </p:cTn>
                                        <p:tgtEl>
                                          <p:spTgt spid="79"/>
                                        </p:tgtEl>
                                      </p:cBhvr>
                                      <p:to x="100000" y="100000"/>
                                    </p:animScale>
                                  </p:childTnLst>
                                </p:cTn>
                              </p:par>
                            </p:childTnLst>
                          </p:cTn>
                        </p:par>
                      </p:childTnLst>
                    </p:cTn>
                  </p:par>
                  <p:par>
                    <p:cTn id="148" nodeType="clickEffect" fill="hold">
                      <p:stCondLst>
                        <p:cond delay="indefinite"/>
                      </p:stCondLst>
                      <p:childTnLst>
                        <p:par>
                          <p:cTn id="149" nodeType="withEffect" fill="hold">
                            <p:stCondLst>
                              <p:cond delay="0"/>
                            </p:stCondLst>
                            <p:childTnLst>
                              <p:par>
                                <p:cTn id="150" nodeType="clickEffect" fill="hold" presetClass="entr" presetID="27">
                                  <p:stCondLst>
                                    <p:cond delay="0"/>
                                  </p:stCondLst>
                                  <p:iterate type="lt">
                                    <p:tmAbs val="40"/>
                                  </p:iterate>
                                  <p:childTnLst>
                                    <p:set>
                                      <p:cBhvr>
                                        <p:cTn id="151" dur="1" fill="hold">
                                          <p:stCondLst>
                                            <p:cond delay="0"/>
                                          </p:stCondLst>
                                        </p:cTn>
                                        <p:tgtEl>
                                          <p:spTgt spid="64"/>
                                        </p:tgtEl>
                                        <p:attrNameLst>
                                          <p:attrName>style.visibility</p:attrName>
                                        </p:attrNameLst>
                                      </p:cBhvr>
                                      <p:to>
                                        <p:strVal val="visible"/>
                                      </p:to>
                                    </p:set>
                                    <p:anim calcmode="discrete" valueType="clr">
                                      <p:cBhvr additive="repl">
                                        <p:cTn id="152" dur="80"/>
                                        <p:tgtEl>
                                          <p:spTgt spid="64"/>
                                        </p:tgtEl>
                                        <p:attrNameLst>
                                          <p:attrName>style.color</p:attrName>
                                        </p:attrNameLst>
                                      </p:cBhvr>
                                      <p:tavLst>
                                        <p:tav tm="0">
                                          <p:val>
                                            <p:strVal val="rgb(77,80,-64)"/>
                                          </p:val>
                                        </p:tav>
                                        <p:tav tm="50000">
                                          <p:val>
                                            <p:strVal val="rgb(-1,0,0)"/>
                                          </p:val>
                                        </p:tav>
                                      </p:tavLst>
                                    </p:anim>
                                    <p:anim calcmode="discrete" valueType="clr">
                                      <p:cBhvr additive="repl">
                                        <p:cTn id="153" dur="80"/>
                                        <p:tgtEl>
                                          <p:spTgt spid="64"/>
                                        </p:tgtEl>
                                        <p:attrNameLst>
                                          <p:attrName>fillcolor</p:attrName>
                                        </p:attrNameLst>
                                      </p:cBhvr>
                                      <p:tavLst>
                                        <p:tav tm="0">
                                          <p:val>
                                            <p:strVal val="rgb(77,80,-64)"/>
                                          </p:val>
                                        </p:tav>
                                        <p:tav tm="50000">
                                          <p:val>
                                            <p:strVal val="rgb(-1,0,0)"/>
                                          </p:val>
                                        </p:tav>
                                      </p:tavLst>
                                    </p:anim>
                                    <p:set>
                                      <p:cBhvr>
                                        <p:cTn id="154" dur="80"/>
                                        <p:tgtEl>
                                          <p:spTgt spid="64"/>
                                        </p:tgtEl>
                                        <p:attrNameLst>
                                          <p:attrName>fill.type</p:attrName>
                                        </p:attrNameLst>
                                      </p:cBhvr>
                                      <p:to>
                                        <p:strVal val="solid"/>
                                      </p:to>
                                    </p:set>
                                  </p:childTnLst>
                                </p:cTn>
                              </p:par>
                            </p:childTnLst>
                          </p:cTn>
                        </p:par>
                      </p:childTnLst>
                    </p:cTn>
                  </p:par>
                  <p:par>
                    <p:cTn id="155" nodeType="clickEffect" fill="hold">
                      <p:stCondLst>
                        <p:cond delay="indefinite"/>
                      </p:stCondLst>
                      <p:childTnLst>
                        <p:par>
                          <p:cTn id="156" nodeType="withEffect" fill="hold">
                            <p:stCondLst>
                              <p:cond delay="0"/>
                            </p:stCondLst>
                            <p:childTnLst>
                              <p:par>
                                <p:cTn id="157" nodeType="clickEffect" fill="hold" presetClass="entr" presetID="10">
                                  <p:stCondLst>
                                    <p:cond delay="0"/>
                                  </p:stCondLst>
                                  <p:childTnLst>
                                    <p:set>
                                      <p:cBhvr>
                                        <p:cTn id="158" dur="1" fill="hold">
                                          <p:stCondLst>
                                            <p:cond delay="0"/>
                                          </p:stCondLst>
                                        </p:cTn>
                                        <p:tgtEl>
                                          <p:spTgt spid="56"/>
                                        </p:tgtEl>
                                        <p:attrNameLst>
                                          <p:attrName>style.visibility</p:attrName>
                                        </p:attrNameLst>
                                      </p:cBhvr>
                                      <p:to>
                                        <p:strVal val="visible"/>
                                      </p:to>
                                    </p:set>
                                    <p:animEffect filter="fade" transition="in">
                                      <p:cBhvr additive="repl">
                                        <p:cTn id="159" dur="2000"/>
                                        <p:tgtEl>
                                          <p:spTgt spid="56"/>
                                        </p:tgtEl>
                                      </p:cBhvr>
                                    </p:animEffect>
                                  </p:childTnLst>
                                </p:cTn>
                              </p:par>
                              <p:par>
                                <p:cTn id="160" nodeType="withEffect" fill="hold" presetClass="entr" presetID="10">
                                  <p:stCondLst>
                                    <p:cond delay="0"/>
                                  </p:stCondLst>
                                  <p:childTnLst>
                                    <p:set>
                                      <p:cBhvr>
                                        <p:cTn id="161" dur="1" fill="hold">
                                          <p:stCondLst>
                                            <p:cond delay="0"/>
                                          </p:stCondLst>
                                        </p:cTn>
                                        <p:tgtEl>
                                          <p:spTgt spid="65"/>
                                        </p:tgtEl>
                                        <p:attrNameLst>
                                          <p:attrName>style.visibility</p:attrName>
                                        </p:attrNameLst>
                                      </p:cBhvr>
                                      <p:to>
                                        <p:strVal val="visible"/>
                                      </p:to>
                                    </p:set>
                                    <p:animEffect filter="fade" transition="in">
                                      <p:cBhvr additive="repl">
                                        <p:cTn id="162" dur="2000"/>
                                        <p:tgtEl>
                                          <p:spTgt spid="65"/>
                                        </p:tgtEl>
                                      </p:cBhvr>
                                    </p:animEffect>
                                  </p:childTnLst>
                                </p:cTn>
                              </p:par>
                              <p:par>
                                <p:cTn id="163" nodeType="withEffect" fill="hold" presetClass="entr" presetID="10">
                                  <p:stCondLst>
                                    <p:cond delay="0"/>
                                  </p:stCondLst>
                                  <p:childTnLst>
                                    <p:set>
                                      <p:cBhvr>
                                        <p:cTn id="164" dur="1" fill="hold">
                                          <p:stCondLst>
                                            <p:cond delay="0"/>
                                          </p:stCondLst>
                                        </p:cTn>
                                        <p:tgtEl>
                                          <p:spTgt spid="66"/>
                                        </p:tgtEl>
                                        <p:attrNameLst>
                                          <p:attrName>style.visibility</p:attrName>
                                        </p:attrNameLst>
                                      </p:cBhvr>
                                      <p:to>
                                        <p:strVal val="visible"/>
                                      </p:to>
                                    </p:set>
                                    <p:animEffect filter="fade" transition="in">
                                      <p:cBhvr additive="repl">
                                        <p:cTn id="165" dur="2000"/>
                                        <p:tgtEl>
                                          <p:spTgt spid="66"/>
                                        </p:tgtEl>
                                      </p:cBhvr>
                                    </p:animEffect>
                                  </p:childTnLst>
                                </p:cTn>
                              </p:par>
                              <p:par>
                                <p:cTn id="166" nodeType="withEffect" fill="hold" presetClass="entr" presetID="10">
                                  <p:stCondLst>
                                    <p:cond delay="0"/>
                                  </p:stCondLst>
                                  <p:childTnLst>
                                    <p:set>
                                      <p:cBhvr>
                                        <p:cTn id="167" dur="1" fill="hold">
                                          <p:stCondLst>
                                            <p:cond delay="0"/>
                                          </p:stCondLst>
                                        </p:cTn>
                                        <p:tgtEl>
                                          <p:spTgt spid="67"/>
                                        </p:tgtEl>
                                        <p:attrNameLst>
                                          <p:attrName>style.visibility</p:attrName>
                                        </p:attrNameLst>
                                      </p:cBhvr>
                                      <p:to>
                                        <p:strVal val="visible"/>
                                      </p:to>
                                    </p:set>
                                    <p:animEffect filter="fade" transition="in">
                                      <p:cBhvr additive="repl">
                                        <p:cTn id="168" dur="2000"/>
                                        <p:tgtEl>
                                          <p:spTgt spid="67"/>
                                        </p:tgtEl>
                                      </p:cBhvr>
                                    </p:animEffect>
                                  </p:childTnLst>
                                </p:cTn>
                              </p:par>
                            </p:childTnLst>
                          </p:cTn>
                        </p:par>
                      </p:childTnLst>
                    </p:cTn>
                  </p:par>
                  <p:par>
                    <p:cTn id="169" nodeType="clickEffect" fill="hold">
                      <p:stCondLst>
                        <p:cond delay="indefinite"/>
                      </p:stCondLst>
                      <p:childTnLst>
                        <p:par>
                          <p:cTn id="170" nodeType="withEffect" fill="hold">
                            <p:stCondLst>
                              <p:cond delay="0"/>
                            </p:stCondLst>
                            <p:childTnLst>
                              <p:par>
                                <p:cTn id="171" nodeType="clickEffect" fill="hold" presetClass="entr" presetID="26">
                                  <p:stCondLst>
                                    <p:cond delay="0"/>
                                  </p:stCondLst>
                                  <p:childTnLst>
                                    <p:set>
                                      <p:cBhvr>
                                        <p:cTn id="172" dur="1" fill="hold">
                                          <p:stCondLst>
                                            <p:cond delay="0"/>
                                          </p:stCondLst>
                                        </p:cTn>
                                        <p:tgtEl>
                                          <p:spTgt spid="78"/>
                                        </p:tgtEl>
                                        <p:attrNameLst>
                                          <p:attrName>style.visibility</p:attrName>
                                        </p:attrNameLst>
                                      </p:cBhvr>
                                      <p:to>
                                        <p:strVal val="visible"/>
                                      </p:to>
                                    </p:set>
                                    <p:animEffect filter="wipe(down)" transition="in">
                                      <p:cBhvr additive="repl">
                                        <p:cTn id="173" dur="580">
                                          <p:stCondLst>
                                            <p:cond delay="0"/>
                                          </p:stCondLst>
                                        </p:cTn>
                                        <p:tgtEl>
                                          <p:spTgt spid="78"/>
                                        </p:tgtEl>
                                      </p:cBhvr>
                                    </p:animEffect>
                                    <p:anim calcmode="lin" valueType="num">
                                      <p:cBhvr additive="repl">
                                        <p:cTn id="174" dur="1822">
                                          <p:stCondLst>
                                            <p:cond delay="0"/>
                                          </p:stCondLst>
                                        </p:cTn>
                                        <p:tgtEl>
                                          <p:spTgt spid="78"/>
                                        </p:tgtEl>
                                        <p:attrNameLst>
                                          <p:attrName>ppt_x</p:attrName>
                                        </p:attrNameLst>
                                      </p:cBhvr>
                                      <p:tavLst>
                                        <p:tav tm="0">
                                          <p:val>
                                            <p:strVal val="#ppt_x-0.25"/>
                                          </p:val>
                                        </p:tav>
                                        <p:tav tm="100000">
                                          <p:val>
                                            <p:strVal val="#ppt_x"/>
                                          </p:val>
                                        </p:tav>
                                      </p:tavLst>
                                    </p:anim>
                                    <p:anim calcmode="lin" valueType="num">
                                      <p:cBhvr additive="repl">
                                        <p:cTn id="175" dur="664">
                                          <p:stCondLst>
                                            <p:cond delay="0"/>
                                          </p:stCondLst>
                                        </p:cTn>
                                        <p:tgtEl>
                                          <p:spTgt spid="78"/>
                                        </p:tgtEl>
                                        <p:attrNameLst>
                                          <p:attrName>ppt_y</p:attrName>
                                        </p:attrNameLst>
                                      </p:cBhvr>
                                      <p:tavLst>
                                        <p:tav fmla="y-sin(pi*$)/3" tm="0">
                                          <p:val>
                                            <p:fltVal val="0.5"/>
                                          </p:val>
                                        </p:tav>
                                        <p:tav fmla="y-sin(pi*$)/3" tm="100000">
                                          <p:val>
                                            <p:fltVal val="1"/>
                                          </p:val>
                                        </p:tav>
                                      </p:tavLst>
                                    </p:anim>
                                    <p:anim calcmode="lin" valueType="num">
                                      <p:cBhvr additive="repl">
                                        <p:cTn id="176" dur="664">
                                          <p:stCondLst>
                                            <p:cond delay="664"/>
                                          </p:stCondLst>
                                        </p:cTn>
                                        <p:tgtEl>
                                          <p:spTgt spid="78"/>
                                        </p:tgtEl>
                                        <p:attrNameLst>
                                          <p:attrName>ppt_y</p:attrName>
                                        </p:attrNameLst>
                                      </p:cBhvr>
                                      <p:tavLst>
                                        <p:tav fmla="y-sin(pi*$)/9" tm="0">
                                          <p:val>
                                            <p:fltVal val="0"/>
                                          </p:val>
                                        </p:tav>
                                        <p:tav fmla="y-sin(pi*$)/9" tm="100000">
                                          <p:val>
                                            <p:fltVal val="1"/>
                                          </p:val>
                                        </p:tav>
                                      </p:tavLst>
                                    </p:anim>
                                    <p:anim calcmode="lin" valueType="num">
                                      <p:cBhvr additive="repl">
                                        <p:cTn id="177" dur="332">
                                          <p:stCondLst>
                                            <p:cond delay="1324"/>
                                          </p:stCondLst>
                                        </p:cTn>
                                        <p:tgtEl>
                                          <p:spTgt spid="78"/>
                                        </p:tgtEl>
                                        <p:attrNameLst>
                                          <p:attrName>ppt_y</p:attrName>
                                        </p:attrNameLst>
                                      </p:cBhvr>
                                      <p:tavLst>
                                        <p:tav fmla="y-sin(pi*$)/27" tm="0">
                                          <p:val>
                                            <p:fltVal val="0"/>
                                          </p:val>
                                        </p:tav>
                                        <p:tav fmla="y-sin(pi*$)/27" tm="100000">
                                          <p:val>
                                            <p:fltVal val="1"/>
                                          </p:val>
                                        </p:tav>
                                      </p:tavLst>
                                    </p:anim>
                                    <p:anim calcmode="lin" valueType="num">
                                      <p:cBhvr additive="repl">
                                        <p:cTn id="178" dur="164">
                                          <p:stCondLst>
                                            <p:cond delay="1656"/>
                                          </p:stCondLst>
                                        </p:cTn>
                                        <p:tgtEl>
                                          <p:spTgt spid="78"/>
                                        </p:tgtEl>
                                        <p:attrNameLst>
                                          <p:attrName>ppt_y</p:attrName>
                                        </p:attrNameLst>
                                      </p:cBhvr>
                                      <p:tavLst>
                                        <p:tav fmla="y-sin(pi*$)/81" tm="0">
                                          <p:val>
                                            <p:fltVal val="0"/>
                                          </p:val>
                                        </p:tav>
                                        <p:tav fmla="y-sin(pi*$)/81" tm="100000">
                                          <p:val>
                                            <p:fltVal val="1"/>
                                          </p:val>
                                        </p:tav>
                                      </p:tavLst>
                                    </p:anim>
                                    <p:animScale>
                                      <p:cBhvr>
                                        <p:cTn id="179" dur="26" fill="hold">
                                          <p:stCondLst>
                                            <p:cond delay="650"/>
                                          </p:stCondLst>
                                        </p:cTn>
                                        <p:tgtEl>
                                          <p:spTgt spid="78"/>
                                        </p:tgtEl>
                                      </p:cBhvr>
                                      <p:to x="100000" y="60000"/>
                                    </p:animScale>
                                    <p:animScale>
                                      <p:cBhvr>
                                        <p:cTn id="180" dur="166" fill="hold">
                                          <p:stCondLst>
                                            <p:cond delay="676"/>
                                          </p:stCondLst>
                                        </p:cTn>
                                        <p:tgtEl>
                                          <p:spTgt spid="78"/>
                                        </p:tgtEl>
                                      </p:cBhvr>
                                      <p:to x="100000" y="100000"/>
                                    </p:animScale>
                                    <p:animScale>
                                      <p:cBhvr>
                                        <p:cTn id="181" dur="26" fill="hold">
                                          <p:stCondLst>
                                            <p:cond delay="1312"/>
                                          </p:stCondLst>
                                        </p:cTn>
                                        <p:tgtEl>
                                          <p:spTgt spid="78"/>
                                        </p:tgtEl>
                                      </p:cBhvr>
                                      <p:to x="100000" y="80000"/>
                                    </p:animScale>
                                    <p:animScale>
                                      <p:cBhvr>
                                        <p:cTn id="182" dur="166" fill="hold">
                                          <p:stCondLst>
                                            <p:cond delay="1338"/>
                                          </p:stCondLst>
                                        </p:cTn>
                                        <p:tgtEl>
                                          <p:spTgt spid="78"/>
                                        </p:tgtEl>
                                      </p:cBhvr>
                                      <p:to x="100000" y="100000"/>
                                    </p:animScale>
                                    <p:animScale>
                                      <p:cBhvr>
                                        <p:cTn id="183" dur="26" fill="hold">
                                          <p:stCondLst>
                                            <p:cond delay="1642"/>
                                          </p:stCondLst>
                                        </p:cTn>
                                        <p:tgtEl>
                                          <p:spTgt spid="78"/>
                                        </p:tgtEl>
                                      </p:cBhvr>
                                      <p:to x="100000" y="90000"/>
                                    </p:animScale>
                                    <p:animScale>
                                      <p:cBhvr>
                                        <p:cTn id="184" dur="166" fill="hold">
                                          <p:stCondLst>
                                            <p:cond delay="1668"/>
                                          </p:stCondLst>
                                        </p:cTn>
                                        <p:tgtEl>
                                          <p:spTgt spid="78"/>
                                        </p:tgtEl>
                                      </p:cBhvr>
                                      <p:to x="100000" y="100000"/>
                                    </p:animScale>
                                    <p:animScale>
                                      <p:cBhvr>
                                        <p:cTn id="185" dur="26" fill="hold">
                                          <p:stCondLst>
                                            <p:cond delay="1808"/>
                                          </p:stCondLst>
                                        </p:cTn>
                                        <p:tgtEl>
                                          <p:spTgt spid="78"/>
                                        </p:tgtEl>
                                      </p:cBhvr>
                                      <p:to x="100000" y="95000"/>
                                    </p:animScale>
                                    <p:animScale>
                                      <p:cBhvr>
                                        <p:cTn id="186" dur="166" fill="hold">
                                          <p:stCondLst>
                                            <p:cond delay="1834"/>
                                          </p:stCondLst>
                                        </p:cTn>
                                        <p:tgtEl>
                                          <p:spTgt spid="78"/>
                                        </p:tgtEl>
                                      </p:cBhvr>
                                      <p:to x="100000" y="100000"/>
                                    </p:animScale>
                                  </p:childTnLst>
                                </p:cTn>
                              </p:par>
                            </p:childTnLst>
                          </p:cTn>
                        </p:par>
                      </p:childTnLst>
                    </p:cTn>
                  </p:par>
                  <p:par>
                    <p:cTn id="187" nodeType="clickEffect" fill="hold">
                      <p:stCondLst>
                        <p:cond delay="indefinite"/>
                      </p:stCondLst>
                      <p:childTnLst>
                        <p:par>
                          <p:cTn id="188" nodeType="withEffect" fill="hold">
                            <p:stCondLst>
                              <p:cond delay="0"/>
                            </p:stCondLst>
                            <p:childTnLst>
                              <p:par>
                                <p:cTn id="189" nodeType="clickEffect" fill="hold" presetClass="entr" presetID="27">
                                  <p:stCondLst>
                                    <p:cond delay="0"/>
                                  </p:stCondLst>
                                  <p:iterate type="lt">
                                    <p:tmAbs val="40"/>
                                  </p:iterate>
                                  <p:childTnLst>
                                    <p:set>
                                      <p:cBhvr>
                                        <p:cTn id="190" dur="1" fill="hold">
                                          <p:stCondLst>
                                            <p:cond delay="0"/>
                                          </p:stCondLst>
                                        </p:cTn>
                                        <p:tgtEl>
                                          <p:spTgt spid="68"/>
                                        </p:tgtEl>
                                        <p:attrNameLst>
                                          <p:attrName>style.visibility</p:attrName>
                                        </p:attrNameLst>
                                      </p:cBhvr>
                                      <p:to>
                                        <p:strVal val="visible"/>
                                      </p:to>
                                    </p:set>
                                    <p:anim calcmode="discrete" valueType="clr">
                                      <p:cBhvr additive="repl">
                                        <p:cTn id="191" dur="80"/>
                                        <p:tgtEl>
                                          <p:spTgt spid="68"/>
                                        </p:tgtEl>
                                        <p:attrNameLst>
                                          <p:attrName>style.color</p:attrName>
                                        </p:attrNameLst>
                                      </p:cBhvr>
                                      <p:tavLst>
                                        <p:tav tm="0">
                                          <p:val>
                                            <p:strVal val="rgb(77,80,-64)"/>
                                          </p:val>
                                        </p:tav>
                                        <p:tav tm="50000">
                                          <p:val>
                                            <p:strVal val="rgb(-1,0,0)"/>
                                          </p:val>
                                        </p:tav>
                                      </p:tavLst>
                                    </p:anim>
                                    <p:anim calcmode="discrete" valueType="clr">
                                      <p:cBhvr additive="repl">
                                        <p:cTn id="192" dur="80"/>
                                        <p:tgtEl>
                                          <p:spTgt spid="68"/>
                                        </p:tgtEl>
                                        <p:attrNameLst>
                                          <p:attrName>fillcolor</p:attrName>
                                        </p:attrNameLst>
                                      </p:cBhvr>
                                      <p:tavLst>
                                        <p:tav tm="0">
                                          <p:val>
                                            <p:strVal val="rgb(77,80,-64)"/>
                                          </p:val>
                                        </p:tav>
                                        <p:tav tm="50000">
                                          <p:val>
                                            <p:strVal val="rgb(-1,0,0)"/>
                                          </p:val>
                                        </p:tav>
                                      </p:tavLst>
                                    </p:anim>
                                    <p:set>
                                      <p:cBhvr>
                                        <p:cTn id="193" dur="80"/>
                                        <p:tgtEl>
                                          <p:spTgt spid="68"/>
                                        </p:tgtEl>
                                        <p:attrNameLst>
                                          <p:attrName>fill.type</p:attrName>
                                        </p:attrNameLst>
                                      </p:cBhvr>
                                      <p:to>
                                        <p:strVal val="solid"/>
                                      </p:to>
                                    </p:set>
                                  </p:childTnLst>
                                </p:cTn>
                              </p:par>
                            </p:childTnLst>
                          </p:cTn>
                        </p:par>
                      </p:childTnLst>
                    </p:cTn>
                  </p:par>
                  <p:par>
                    <p:cTn id="194" nodeType="clickEffect" fill="hold">
                      <p:stCondLst>
                        <p:cond delay="indefinite"/>
                      </p:stCondLst>
                      <p:childTnLst>
                        <p:par>
                          <p:cTn id="195" nodeType="withEffect" fill="hold">
                            <p:stCondLst>
                              <p:cond delay="0"/>
                            </p:stCondLst>
                            <p:childTnLst>
                              <p:par>
                                <p:cTn id="196" nodeType="clickEffect" fill="hold" presetClass="entr" presetID="10">
                                  <p:stCondLst>
                                    <p:cond delay="0"/>
                                  </p:stCondLst>
                                  <p:childTnLst>
                                    <p:set>
                                      <p:cBhvr>
                                        <p:cTn id="197" dur="1" fill="hold">
                                          <p:stCondLst>
                                            <p:cond delay="0"/>
                                          </p:stCondLst>
                                        </p:cTn>
                                        <p:tgtEl>
                                          <p:spTgt spid="69"/>
                                        </p:tgtEl>
                                        <p:attrNameLst>
                                          <p:attrName>style.visibility</p:attrName>
                                        </p:attrNameLst>
                                      </p:cBhvr>
                                      <p:to>
                                        <p:strVal val="visible"/>
                                      </p:to>
                                    </p:set>
                                    <p:animEffect filter="fade" transition="in">
                                      <p:cBhvr additive="repl">
                                        <p:cTn id="198" dur="2000"/>
                                        <p:tgtEl>
                                          <p:spTgt spid="69"/>
                                        </p:tgtEl>
                                      </p:cBhvr>
                                    </p:animEffect>
                                  </p:childTnLst>
                                </p:cTn>
                              </p:par>
                              <p:par>
                                <p:cTn id="199" nodeType="withEffect" fill="hold" presetClass="entr" presetID="10">
                                  <p:stCondLst>
                                    <p:cond delay="0"/>
                                  </p:stCondLst>
                                  <p:childTnLst>
                                    <p:set>
                                      <p:cBhvr>
                                        <p:cTn id="200" dur="1" fill="hold">
                                          <p:stCondLst>
                                            <p:cond delay="0"/>
                                          </p:stCondLst>
                                        </p:cTn>
                                        <p:tgtEl>
                                          <p:spTgt spid="70"/>
                                        </p:tgtEl>
                                        <p:attrNameLst>
                                          <p:attrName>style.visibility</p:attrName>
                                        </p:attrNameLst>
                                      </p:cBhvr>
                                      <p:to>
                                        <p:strVal val="visible"/>
                                      </p:to>
                                    </p:set>
                                    <p:animEffect filter="fade" transition="in">
                                      <p:cBhvr additive="repl">
                                        <p:cTn id="201" dur="2000"/>
                                        <p:tgtEl>
                                          <p:spTgt spid="70"/>
                                        </p:tgtEl>
                                      </p:cBhvr>
                                    </p:animEffect>
                                  </p:childTnLst>
                                </p:cTn>
                              </p:par>
                              <p:par>
                                <p:cTn id="202" nodeType="withEffect" fill="hold" presetClass="entr" presetID="10">
                                  <p:stCondLst>
                                    <p:cond delay="0"/>
                                  </p:stCondLst>
                                  <p:childTnLst>
                                    <p:set>
                                      <p:cBhvr>
                                        <p:cTn id="203" dur="1" fill="hold">
                                          <p:stCondLst>
                                            <p:cond delay="0"/>
                                          </p:stCondLst>
                                        </p:cTn>
                                        <p:tgtEl>
                                          <p:spTgt spid="71"/>
                                        </p:tgtEl>
                                        <p:attrNameLst>
                                          <p:attrName>style.visibility</p:attrName>
                                        </p:attrNameLst>
                                      </p:cBhvr>
                                      <p:to>
                                        <p:strVal val="visible"/>
                                      </p:to>
                                    </p:set>
                                    <p:animEffect filter="fade" transition="in">
                                      <p:cBhvr additive="repl">
                                        <p:cTn id="204" dur="2000"/>
                                        <p:tgtEl>
                                          <p:spTgt spid="71"/>
                                        </p:tgtEl>
                                      </p:cBhvr>
                                    </p:animEffect>
                                  </p:childTnLst>
                                </p:cTn>
                              </p:par>
                              <p:par>
                                <p:cTn id="205" nodeType="withEffect" fill="hold" presetClass="entr" presetID="10">
                                  <p:stCondLst>
                                    <p:cond delay="0"/>
                                  </p:stCondLst>
                                  <p:childTnLst>
                                    <p:set>
                                      <p:cBhvr>
                                        <p:cTn id="206" dur="1" fill="hold">
                                          <p:stCondLst>
                                            <p:cond delay="0"/>
                                          </p:stCondLst>
                                        </p:cTn>
                                        <p:tgtEl>
                                          <p:spTgt spid="72"/>
                                        </p:tgtEl>
                                        <p:attrNameLst>
                                          <p:attrName>style.visibility</p:attrName>
                                        </p:attrNameLst>
                                      </p:cBhvr>
                                      <p:to>
                                        <p:strVal val="visible"/>
                                      </p:to>
                                    </p:set>
                                    <p:animEffect filter="fade" transition="in">
                                      <p:cBhvr additive="repl">
                                        <p:cTn id="207" dur="2000"/>
                                        <p:tgtEl>
                                          <p:spTgt spid="72"/>
                                        </p:tgtEl>
                                      </p:cBhvr>
                                    </p:animEffect>
                                  </p:childTnLst>
                                </p:cTn>
                              </p:par>
                              <p:par>
                                <p:cTn id="208" nodeType="withEffect" fill="hold" presetClass="entr" presetID="10">
                                  <p:stCondLst>
                                    <p:cond delay="0"/>
                                  </p:stCondLst>
                                  <p:childTnLst>
                                    <p:set>
                                      <p:cBhvr>
                                        <p:cTn id="209" dur="1" fill="hold">
                                          <p:stCondLst>
                                            <p:cond delay="0"/>
                                          </p:stCondLst>
                                        </p:cTn>
                                        <p:tgtEl>
                                          <p:spTgt spid="73"/>
                                        </p:tgtEl>
                                        <p:attrNameLst>
                                          <p:attrName>style.visibility</p:attrName>
                                        </p:attrNameLst>
                                      </p:cBhvr>
                                      <p:to>
                                        <p:strVal val="visible"/>
                                      </p:to>
                                    </p:set>
                                    <p:animEffect filter="fade" transition="in">
                                      <p:cBhvr additive="repl">
                                        <p:cTn id="210" dur="2000"/>
                                        <p:tgtEl>
                                          <p:spTgt spid="73"/>
                                        </p:tgtEl>
                                      </p:cBhvr>
                                    </p:animEffect>
                                  </p:childTnLst>
                                </p:cTn>
                              </p:par>
                              <p:par>
                                <p:cTn id="211" nodeType="withEffect" fill="hold" presetClass="entr" presetID="10">
                                  <p:stCondLst>
                                    <p:cond delay="0"/>
                                  </p:stCondLst>
                                  <p:childTnLst>
                                    <p:set>
                                      <p:cBhvr>
                                        <p:cTn id="212" dur="1" fill="hold">
                                          <p:stCondLst>
                                            <p:cond delay="0"/>
                                          </p:stCondLst>
                                        </p:cTn>
                                        <p:tgtEl>
                                          <p:spTgt spid="74"/>
                                        </p:tgtEl>
                                        <p:attrNameLst>
                                          <p:attrName>style.visibility</p:attrName>
                                        </p:attrNameLst>
                                      </p:cBhvr>
                                      <p:to>
                                        <p:strVal val="visible"/>
                                      </p:to>
                                    </p:set>
                                    <p:animEffect filter="fade" transition="in">
                                      <p:cBhvr additive="repl">
                                        <p:cTn id="213" dur="2000"/>
                                        <p:tgtEl>
                                          <p:spTgt spid="74"/>
                                        </p:tgtEl>
                                      </p:cBhvr>
                                    </p:animEffect>
                                  </p:childTnLst>
                                </p:cTn>
                              </p:par>
                              <p:par>
                                <p:cTn id="214" nodeType="withEffect" fill="hold" presetClass="entr" presetID="10">
                                  <p:stCondLst>
                                    <p:cond delay="0"/>
                                  </p:stCondLst>
                                  <p:childTnLst>
                                    <p:set>
                                      <p:cBhvr>
                                        <p:cTn id="215" dur="1" fill="hold">
                                          <p:stCondLst>
                                            <p:cond delay="0"/>
                                          </p:stCondLst>
                                        </p:cTn>
                                        <p:tgtEl>
                                          <p:spTgt spid="75"/>
                                        </p:tgtEl>
                                        <p:attrNameLst>
                                          <p:attrName>style.visibility</p:attrName>
                                        </p:attrNameLst>
                                      </p:cBhvr>
                                      <p:to>
                                        <p:strVal val="visible"/>
                                      </p:to>
                                    </p:set>
                                    <p:animEffect filter="fade" transition="in">
                                      <p:cBhvr additive="repl">
                                        <p:cTn id="216" dur="2000"/>
                                        <p:tgtEl>
                                          <p:spTgt spid="75"/>
                                        </p:tgtEl>
                                      </p:cBhvr>
                                    </p:animEffect>
                                  </p:childTnLst>
                                </p:cTn>
                              </p:par>
                              <p:par>
                                <p:cTn id="217" nodeType="withEffect" fill="hold" presetClass="entr" presetID="10">
                                  <p:stCondLst>
                                    <p:cond delay="0"/>
                                  </p:stCondLst>
                                  <p:childTnLst>
                                    <p:set>
                                      <p:cBhvr>
                                        <p:cTn id="218" dur="1" fill="hold">
                                          <p:stCondLst>
                                            <p:cond delay="0"/>
                                          </p:stCondLst>
                                        </p:cTn>
                                        <p:tgtEl>
                                          <p:spTgt spid="76"/>
                                        </p:tgtEl>
                                        <p:attrNameLst>
                                          <p:attrName>style.visibility</p:attrName>
                                        </p:attrNameLst>
                                      </p:cBhvr>
                                      <p:to>
                                        <p:strVal val="visible"/>
                                      </p:to>
                                    </p:set>
                                    <p:animEffect filter="fade" transition="in">
                                      <p:cBhvr additive="repl">
                                        <p:cTn id="219" dur="2000"/>
                                        <p:tgtEl>
                                          <p:spTgt spid="76"/>
                                        </p:tgtEl>
                                      </p:cBhvr>
                                    </p:animEffect>
                                  </p:childTnLst>
                                </p:cTn>
                              </p:par>
                            </p:childTnLst>
                          </p:cTn>
                        </p:par>
                      </p:childTnLst>
                    </p:cTn>
                  </p:par>
                  <p:par>
                    <p:cTn id="220" nodeType="clickEffect" fill="hold">
                      <p:stCondLst>
                        <p:cond delay="indefinite"/>
                      </p:stCondLst>
                      <p:childTnLst>
                        <p:par>
                          <p:cTn id="221" nodeType="withEffect" fill="hold">
                            <p:stCondLst>
                              <p:cond delay="0"/>
                            </p:stCondLst>
                            <p:childTnLst>
                              <p:par>
                                <p:cTn id="222" nodeType="clickEffect" fill="hold" presetClass="entr" presetID="26">
                                  <p:stCondLst>
                                    <p:cond delay="0"/>
                                  </p:stCondLst>
                                  <p:childTnLst>
                                    <p:set>
                                      <p:cBhvr>
                                        <p:cTn id="223" dur="1" fill="hold">
                                          <p:stCondLst>
                                            <p:cond delay="0"/>
                                          </p:stCondLst>
                                        </p:cTn>
                                        <p:tgtEl>
                                          <p:spTgt spid="80"/>
                                        </p:tgtEl>
                                        <p:attrNameLst>
                                          <p:attrName>style.visibility</p:attrName>
                                        </p:attrNameLst>
                                      </p:cBhvr>
                                      <p:to>
                                        <p:strVal val="visible"/>
                                      </p:to>
                                    </p:set>
                                    <p:animEffect filter="wipe(down)" transition="in">
                                      <p:cBhvr additive="repl">
                                        <p:cTn id="224" dur="580">
                                          <p:stCondLst>
                                            <p:cond delay="0"/>
                                          </p:stCondLst>
                                        </p:cTn>
                                        <p:tgtEl>
                                          <p:spTgt spid="80"/>
                                        </p:tgtEl>
                                      </p:cBhvr>
                                    </p:animEffect>
                                    <p:anim calcmode="lin" valueType="num">
                                      <p:cBhvr additive="repl">
                                        <p:cTn id="225" dur="1822">
                                          <p:stCondLst>
                                            <p:cond delay="0"/>
                                          </p:stCondLst>
                                        </p:cTn>
                                        <p:tgtEl>
                                          <p:spTgt spid="80"/>
                                        </p:tgtEl>
                                        <p:attrNameLst>
                                          <p:attrName>ppt_x</p:attrName>
                                        </p:attrNameLst>
                                      </p:cBhvr>
                                      <p:tavLst>
                                        <p:tav tm="0">
                                          <p:val>
                                            <p:strVal val="#ppt_x-0.25"/>
                                          </p:val>
                                        </p:tav>
                                        <p:tav tm="100000">
                                          <p:val>
                                            <p:strVal val="#ppt_x"/>
                                          </p:val>
                                        </p:tav>
                                      </p:tavLst>
                                    </p:anim>
                                    <p:anim calcmode="lin" valueType="num">
                                      <p:cBhvr additive="repl">
                                        <p:cTn id="226" dur="664">
                                          <p:stCondLst>
                                            <p:cond delay="0"/>
                                          </p:stCondLst>
                                        </p:cTn>
                                        <p:tgtEl>
                                          <p:spTgt spid="80"/>
                                        </p:tgtEl>
                                        <p:attrNameLst>
                                          <p:attrName>ppt_y</p:attrName>
                                        </p:attrNameLst>
                                      </p:cBhvr>
                                      <p:tavLst>
                                        <p:tav fmla="y-sin(pi*$)/3" tm="0">
                                          <p:val>
                                            <p:fltVal val="0.5"/>
                                          </p:val>
                                        </p:tav>
                                        <p:tav fmla="y-sin(pi*$)/3" tm="100000">
                                          <p:val>
                                            <p:fltVal val="1"/>
                                          </p:val>
                                        </p:tav>
                                      </p:tavLst>
                                    </p:anim>
                                    <p:anim calcmode="lin" valueType="num">
                                      <p:cBhvr additive="repl">
                                        <p:cTn id="227" dur="664">
                                          <p:stCondLst>
                                            <p:cond delay="664"/>
                                          </p:stCondLst>
                                        </p:cTn>
                                        <p:tgtEl>
                                          <p:spTgt spid="80"/>
                                        </p:tgtEl>
                                        <p:attrNameLst>
                                          <p:attrName>ppt_y</p:attrName>
                                        </p:attrNameLst>
                                      </p:cBhvr>
                                      <p:tavLst>
                                        <p:tav fmla="y-sin(pi*$)/9" tm="0">
                                          <p:val>
                                            <p:fltVal val="0"/>
                                          </p:val>
                                        </p:tav>
                                        <p:tav fmla="y-sin(pi*$)/9" tm="100000">
                                          <p:val>
                                            <p:fltVal val="1"/>
                                          </p:val>
                                        </p:tav>
                                      </p:tavLst>
                                    </p:anim>
                                    <p:anim calcmode="lin" valueType="num">
                                      <p:cBhvr additive="repl">
                                        <p:cTn id="228" dur="332">
                                          <p:stCondLst>
                                            <p:cond delay="1324"/>
                                          </p:stCondLst>
                                        </p:cTn>
                                        <p:tgtEl>
                                          <p:spTgt spid="80"/>
                                        </p:tgtEl>
                                        <p:attrNameLst>
                                          <p:attrName>ppt_y</p:attrName>
                                        </p:attrNameLst>
                                      </p:cBhvr>
                                      <p:tavLst>
                                        <p:tav fmla="y-sin(pi*$)/27" tm="0">
                                          <p:val>
                                            <p:fltVal val="0"/>
                                          </p:val>
                                        </p:tav>
                                        <p:tav fmla="y-sin(pi*$)/27" tm="100000">
                                          <p:val>
                                            <p:fltVal val="1"/>
                                          </p:val>
                                        </p:tav>
                                      </p:tavLst>
                                    </p:anim>
                                    <p:anim calcmode="lin" valueType="num">
                                      <p:cBhvr additive="repl">
                                        <p:cTn id="229" dur="164">
                                          <p:stCondLst>
                                            <p:cond delay="1656"/>
                                          </p:stCondLst>
                                        </p:cTn>
                                        <p:tgtEl>
                                          <p:spTgt spid="80"/>
                                        </p:tgtEl>
                                        <p:attrNameLst>
                                          <p:attrName>ppt_y</p:attrName>
                                        </p:attrNameLst>
                                      </p:cBhvr>
                                      <p:tavLst>
                                        <p:tav fmla="y-sin(pi*$)/81" tm="0">
                                          <p:val>
                                            <p:fltVal val="0"/>
                                          </p:val>
                                        </p:tav>
                                        <p:tav fmla="y-sin(pi*$)/81" tm="100000">
                                          <p:val>
                                            <p:fltVal val="1"/>
                                          </p:val>
                                        </p:tav>
                                      </p:tavLst>
                                    </p:anim>
                                    <p:animScale>
                                      <p:cBhvr>
                                        <p:cTn id="230" dur="26" fill="hold">
                                          <p:stCondLst>
                                            <p:cond delay="650"/>
                                          </p:stCondLst>
                                        </p:cTn>
                                        <p:tgtEl>
                                          <p:spTgt spid="80"/>
                                        </p:tgtEl>
                                      </p:cBhvr>
                                      <p:to x="100000" y="60000"/>
                                    </p:animScale>
                                    <p:animScale>
                                      <p:cBhvr>
                                        <p:cTn id="231" dur="166" fill="hold">
                                          <p:stCondLst>
                                            <p:cond delay="676"/>
                                          </p:stCondLst>
                                        </p:cTn>
                                        <p:tgtEl>
                                          <p:spTgt spid="80"/>
                                        </p:tgtEl>
                                      </p:cBhvr>
                                      <p:to x="100000" y="100000"/>
                                    </p:animScale>
                                    <p:animScale>
                                      <p:cBhvr>
                                        <p:cTn id="232" dur="26" fill="hold">
                                          <p:stCondLst>
                                            <p:cond delay="1312"/>
                                          </p:stCondLst>
                                        </p:cTn>
                                        <p:tgtEl>
                                          <p:spTgt spid="80"/>
                                        </p:tgtEl>
                                      </p:cBhvr>
                                      <p:to x="100000" y="80000"/>
                                    </p:animScale>
                                    <p:animScale>
                                      <p:cBhvr>
                                        <p:cTn id="233" dur="166" fill="hold">
                                          <p:stCondLst>
                                            <p:cond delay="1338"/>
                                          </p:stCondLst>
                                        </p:cTn>
                                        <p:tgtEl>
                                          <p:spTgt spid="80"/>
                                        </p:tgtEl>
                                      </p:cBhvr>
                                      <p:to x="100000" y="100000"/>
                                    </p:animScale>
                                    <p:animScale>
                                      <p:cBhvr>
                                        <p:cTn id="234" dur="26" fill="hold">
                                          <p:stCondLst>
                                            <p:cond delay="1642"/>
                                          </p:stCondLst>
                                        </p:cTn>
                                        <p:tgtEl>
                                          <p:spTgt spid="80"/>
                                        </p:tgtEl>
                                      </p:cBhvr>
                                      <p:to x="100000" y="90000"/>
                                    </p:animScale>
                                    <p:animScale>
                                      <p:cBhvr>
                                        <p:cTn id="235" dur="166" fill="hold">
                                          <p:stCondLst>
                                            <p:cond delay="1668"/>
                                          </p:stCondLst>
                                        </p:cTn>
                                        <p:tgtEl>
                                          <p:spTgt spid="80"/>
                                        </p:tgtEl>
                                      </p:cBhvr>
                                      <p:to x="100000" y="100000"/>
                                    </p:animScale>
                                    <p:animScale>
                                      <p:cBhvr>
                                        <p:cTn id="236" dur="26" fill="hold">
                                          <p:stCondLst>
                                            <p:cond delay="1808"/>
                                          </p:stCondLst>
                                        </p:cTn>
                                        <p:tgtEl>
                                          <p:spTgt spid="80"/>
                                        </p:tgtEl>
                                      </p:cBhvr>
                                      <p:to x="100000" y="95000"/>
                                    </p:animScale>
                                    <p:animScale>
                                      <p:cBhvr>
                                        <p:cTn id="237" dur="166" fill="hold">
                                          <p:stCondLst>
                                            <p:cond delay="1834"/>
                                          </p:stCondLst>
                                        </p:cTn>
                                        <p:tgtEl>
                                          <p:spTgt spid="80"/>
                                        </p:tgtEl>
                                      </p:cBhvr>
                                      <p:to x="100000" y="100000"/>
                                    </p:animScale>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5" name="Text Box 4"/>
          <p:cNvSpPr/>
          <p:nvPr/>
        </p:nvSpPr>
        <p:spPr>
          <a:xfrm>
            <a:off x="279360" y="966960"/>
            <a:ext cx="8420040" cy="3099960"/>
          </a:xfrm>
          <a:prstGeom prst="rect">
            <a:avLst/>
          </a:prstGeom>
          <a:noFill/>
          <a:ln w="0">
            <a:noFill/>
          </a:ln>
        </p:spPr>
        <p:style>
          <a:lnRef idx="0"/>
          <a:fillRef idx="0"/>
          <a:effectRef idx="0"/>
          <a:fontRef idx="minor"/>
        </p:style>
        <p:txBody>
          <a:bodyPr lIns="90000" rIns="90000" tIns="46800" bIns="46800" anchor="t">
            <a:spAutoFit/>
          </a:bodyPr>
          <a:p>
            <a:pPr algn="just">
              <a:lnSpc>
                <a:spcPct val="100000"/>
              </a:lnSpc>
              <a:spcBef>
                <a:spcPts val="174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i="1" lang="fr-FR" sz="2800" strike="noStrike" u="none">
                <a:solidFill>
                  <a:srgbClr val="c00000"/>
                </a:solidFill>
                <a:effectLst/>
                <a:uFillTx/>
                <a:latin typeface="Times New Roman"/>
                <a:ea typeface="Times New Roman"/>
              </a:rPr>
              <a:t>La chaleur est une forme spéciale de l'énergie :</a:t>
            </a:r>
            <a:endParaRPr b="0" lang="en-US" sz="2800" strike="noStrike" u="none">
              <a:solidFill>
                <a:srgbClr val="000000"/>
              </a:solidFill>
              <a:effectLst/>
              <a:uFillTx/>
              <a:latin typeface="Arial"/>
            </a:endParaRPr>
          </a:p>
          <a:p>
            <a:pPr algn="just">
              <a:lnSpc>
                <a:spcPct val="100000"/>
              </a:lnSpc>
              <a:spcBef>
                <a:spcPts val="174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800" strike="noStrike" u="none">
                <a:solidFill>
                  <a:srgbClr val="000000"/>
                </a:solidFill>
                <a:effectLst/>
                <a:uFillTx/>
                <a:latin typeface="Wingdings"/>
                <a:ea typeface="Wingdings"/>
              </a:rPr>
              <a:t></a:t>
            </a:r>
            <a:r>
              <a:rPr b="0" lang="fr-FR" sz="2800" strike="noStrike" u="none">
                <a:solidFill>
                  <a:srgbClr val="000000"/>
                </a:solidFill>
                <a:effectLst/>
                <a:uFillTx/>
                <a:latin typeface="Times New Roman"/>
                <a:ea typeface="Times New Roman"/>
              </a:rPr>
              <a:t> à l'échelle microscopique, c'est une énergie cinétique échangée par agitation moléculaire (c’est à dire par chocs entre les molécules en mouvement)</a:t>
            </a:r>
            <a:endParaRPr b="0" lang="en-US" sz="2800" strike="noStrike" u="none">
              <a:solidFill>
                <a:srgbClr val="000000"/>
              </a:solidFill>
              <a:effectLst/>
              <a:uFillTx/>
              <a:latin typeface="Arial"/>
            </a:endParaRPr>
          </a:p>
          <a:p>
            <a:pPr algn="just">
              <a:lnSpc>
                <a:spcPct val="100000"/>
              </a:lnSpc>
              <a:spcBef>
                <a:spcPts val="174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800" strike="noStrike" u="none">
                <a:solidFill>
                  <a:srgbClr val="000000"/>
                </a:solidFill>
                <a:effectLst/>
                <a:uFillTx/>
                <a:latin typeface="Wingdings"/>
                <a:ea typeface="Wingdings"/>
              </a:rPr>
              <a:t></a:t>
            </a:r>
            <a:r>
              <a:rPr b="0" lang="fr-FR" sz="2800" strike="noStrike" u="none">
                <a:solidFill>
                  <a:srgbClr val="000000"/>
                </a:solidFill>
                <a:effectLst/>
                <a:uFillTx/>
                <a:latin typeface="Times New Roman"/>
                <a:ea typeface="Times New Roman"/>
              </a:rPr>
              <a:t> c'est une énergie qui s’exprime soit en joule [</a:t>
            </a:r>
            <a:r>
              <a:rPr b="0" i="1" lang="fr-FR" sz="2800" strike="noStrike" u="none">
                <a:solidFill>
                  <a:srgbClr val="000000"/>
                </a:solidFill>
                <a:effectLst/>
                <a:uFillTx/>
                <a:latin typeface="Times New Roman"/>
                <a:ea typeface="Times New Roman"/>
              </a:rPr>
              <a:t>J</a:t>
            </a:r>
            <a:r>
              <a:rPr b="0" lang="fr-FR" sz="2800" strike="noStrike" u="none">
                <a:solidFill>
                  <a:srgbClr val="000000"/>
                </a:solidFill>
                <a:effectLst/>
                <a:uFillTx/>
                <a:latin typeface="Times New Roman"/>
                <a:ea typeface="Times New Roman"/>
              </a:rPr>
              <a:t>] soit en calorie [</a:t>
            </a:r>
            <a:r>
              <a:rPr b="0" i="1" lang="fr-FR" sz="2800" strike="noStrike" u="none">
                <a:solidFill>
                  <a:srgbClr val="000000"/>
                </a:solidFill>
                <a:effectLst/>
                <a:uFillTx/>
                <a:latin typeface="Times New Roman"/>
                <a:ea typeface="Times New Roman"/>
              </a:rPr>
              <a:t>cal</a:t>
            </a:r>
            <a:r>
              <a:rPr b="0" lang="fr-FR" sz="2800" strike="noStrike" u="none">
                <a:solidFill>
                  <a:srgbClr val="000000"/>
                </a:solidFill>
                <a:effectLst/>
                <a:uFillTx/>
                <a:latin typeface="Times New Roman"/>
                <a:ea typeface="Times New Roman"/>
              </a:rPr>
              <a:t>] (1 </a:t>
            </a:r>
            <a:r>
              <a:rPr b="0" i="1" lang="fr-FR" sz="2800" strike="noStrike" u="none">
                <a:solidFill>
                  <a:srgbClr val="000000"/>
                </a:solidFill>
                <a:effectLst/>
                <a:uFillTx/>
                <a:latin typeface="Times New Roman"/>
                <a:ea typeface="Times New Roman"/>
              </a:rPr>
              <a:t>calorie</a:t>
            </a:r>
            <a:r>
              <a:rPr b="0" lang="fr-FR" sz="2800" strike="noStrike" u="none">
                <a:solidFill>
                  <a:srgbClr val="000000"/>
                </a:solidFill>
                <a:effectLst/>
                <a:uFillTx/>
                <a:latin typeface="Times New Roman"/>
                <a:ea typeface="Times New Roman"/>
              </a:rPr>
              <a:t> = 4,186 </a:t>
            </a:r>
            <a:r>
              <a:rPr b="0" i="1" lang="fr-FR" sz="2800" strike="noStrike" u="none">
                <a:solidFill>
                  <a:srgbClr val="000000"/>
                </a:solidFill>
                <a:effectLst/>
                <a:uFillTx/>
                <a:latin typeface="Times New Roman"/>
                <a:ea typeface="Times New Roman"/>
              </a:rPr>
              <a:t>Joules</a:t>
            </a:r>
            <a:r>
              <a:rPr b="0" lang="fr-FR" sz="2800" strike="noStrike" u="none">
                <a:solidFill>
                  <a:srgbClr val="000000"/>
                </a:solidFill>
                <a:effectLst/>
                <a:uFillTx/>
                <a:latin typeface="Times New Roman"/>
                <a:ea typeface="Times New Roman"/>
              </a:rPr>
              <a:t>)</a:t>
            </a:r>
            <a:endParaRPr b="0" lang="en-US" sz="2800" strike="noStrike" u="none">
              <a:solidFill>
                <a:srgbClr val="000000"/>
              </a:solidFill>
              <a:effectLst/>
              <a:uFillTx/>
              <a:latin typeface="Arial"/>
            </a:endParaRPr>
          </a:p>
        </p:txBody>
      </p:sp>
      <p:sp>
        <p:nvSpPr>
          <p:cNvPr id="86" name="Rectangle 4"/>
          <p:cNvSpPr/>
          <p:nvPr/>
        </p:nvSpPr>
        <p:spPr>
          <a:xfrm>
            <a:off x="0" y="0"/>
            <a:ext cx="9144000" cy="965160"/>
          </a:xfrm>
          <a:prstGeom prst="rect">
            <a:avLst/>
          </a:prstGeom>
          <a:solidFill>
            <a:srgbClr val="4f81bd"/>
          </a:solidFill>
          <a:ln w="0">
            <a:noFill/>
          </a:ln>
        </p:spPr>
        <p:style>
          <a:lnRef idx="0"/>
          <a:fillRef idx="0"/>
          <a:effectRef idx="0"/>
          <a:fontRef idx="minor"/>
        </p:style>
        <p:txBody>
          <a:bodyPr lIns="90000" rIns="90000" tIns="46800" bIns="46800" anchor="b" anchorCtr="1">
            <a:noAutofit/>
          </a:bodyPr>
          <a:p>
            <a:pPr>
              <a:lnSpc>
                <a:spcPct val="15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800" strike="noStrike" u="none">
                <a:solidFill>
                  <a:srgbClr val="cc3300"/>
                </a:solidFill>
                <a:effectLst/>
                <a:uFillTx/>
                <a:latin typeface="Times New Roman"/>
                <a:ea typeface="Times New Roman"/>
              </a:rPr>
              <a:t>Séance 3 : </a:t>
            </a:r>
            <a:r>
              <a:rPr b="1" lang="fr-FR" sz="2800" strike="noStrike" u="none">
                <a:solidFill>
                  <a:srgbClr val="cc3300"/>
                </a:solidFill>
                <a:effectLst/>
                <a:uFillTx/>
                <a:latin typeface="Times New Roman"/>
                <a:ea typeface="Times New Roman"/>
              </a:rPr>
              <a:t>QUANTITE DE CHALEUR ET TRAVAIL</a:t>
            </a:r>
            <a:endParaRPr b="0" lang="en-US" sz="2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timing>
    <p:tnLst>
      <p:par>
        <p:cTn id="238" dur="indefinite" restart="never" nodeType="tmRoot">
          <p:childTnLst>
            <p:seq>
              <p:cTn id="239" dur="indefinite" nodeType="mainSeq">
                <p:childTnLst>
                  <p:par>
                    <p:cTn id="240" nodeType="clickEffect" fill="hold">
                      <p:stCondLst>
                        <p:cond delay="indefinite"/>
                      </p:stCondLst>
                      <p:childTnLst>
                        <p:par>
                          <p:cTn id="241" nodeType="withEffect" fill="hold">
                            <p:stCondLst>
                              <p:cond delay="0"/>
                            </p:stCondLst>
                            <p:childTnLst>
                              <p:par>
                                <p:cTn id="242" nodeType="clickEffect" fill="hold" presetClass="entr" presetID="27">
                                  <p:stCondLst>
                                    <p:cond delay="0"/>
                                  </p:stCondLst>
                                  <p:iterate type="lt">
                                    <p:tmAbs val="40"/>
                                  </p:iterate>
                                  <p:childTnLst>
                                    <p:set>
                                      <p:cBhvr>
                                        <p:cTn id="243" dur="1" fill="hold">
                                          <p:stCondLst>
                                            <p:cond delay="0"/>
                                          </p:stCondLst>
                                        </p:cTn>
                                        <p:tgtEl>
                                          <p:spTgt spid="85"/>
                                        </p:tgtEl>
                                        <p:attrNameLst>
                                          <p:attrName>style.visibility</p:attrName>
                                        </p:attrNameLst>
                                      </p:cBhvr>
                                      <p:to>
                                        <p:strVal val="visible"/>
                                      </p:to>
                                    </p:set>
                                    <p:anim calcmode="discrete" valueType="clr">
                                      <p:cBhvr additive="repl">
                                        <p:cTn id="244" dur="80"/>
                                        <p:tgtEl>
                                          <p:spTgt spid="85"/>
                                        </p:tgtEl>
                                        <p:attrNameLst>
                                          <p:attrName>style.color</p:attrName>
                                        </p:attrNameLst>
                                      </p:cBhvr>
                                      <p:tavLst>
                                        <p:tav tm="0">
                                          <p:val>
                                            <p:strVal val="rgb(77,80,-64)"/>
                                          </p:val>
                                        </p:tav>
                                        <p:tav tm="50000">
                                          <p:val>
                                            <p:strVal val="rgb(-1,0,0)"/>
                                          </p:val>
                                        </p:tav>
                                      </p:tavLst>
                                    </p:anim>
                                    <p:anim calcmode="discrete" valueType="clr">
                                      <p:cBhvr additive="repl">
                                        <p:cTn id="245" dur="80"/>
                                        <p:tgtEl>
                                          <p:spTgt spid="85"/>
                                        </p:tgtEl>
                                        <p:attrNameLst>
                                          <p:attrName>fillcolor</p:attrName>
                                        </p:attrNameLst>
                                      </p:cBhvr>
                                      <p:tavLst>
                                        <p:tav tm="0">
                                          <p:val>
                                            <p:strVal val="rgb(77,80,-64)"/>
                                          </p:val>
                                        </p:tav>
                                        <p:tav tm="50000">
                                          <p:val>
                                            <p:strVal val="rgb(-1,0,0)"/>
                                          </p:val>
                                        </p:tav>
                                      </p:tavLst>
                                    </p:anim>
                                    <p:set>
                                      <p:cBhvr>
                                        <p:cTn id="246" dur="80"/>
                                        <p:tgtEl>
                                          <p:spTgt spid="85"/>
                                        </p:tgtEl>
                                        <p:attrNameLst>
                                          <p:attrName>fill.type</p:attrName>
                                        </p:attrNameLst>
                                      </p:cBhvr>
                                      <p:to>
                                        <p:strVal val="solid"/>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7" name="Rectangle 10"/>
          <p:cNvSpPr/>
          <p:nvPr/>
        </p:nvSpPr>
        <p:spPr>
          <a:xfrm>
            <a:off x="177840" y="1098720"/>
            <a:ext cx="8699400" cy="2746440"/>
          </a:xfrm>
          <a:prstGeom prst="rect">
            <a:avLst/>
          </a:prstGeom>
          <a:noFill/>
          <a:ln w="0">
            <a:noFill/>
          </a:ln>
        </p:spPr>
        <p:style>
          <a:lnRef idx="0"/>
          <a:fillRef idx="0"/>
          <a:effectRef idx="0"/>
          <a:fontRef idx="minor"/>
        </p:style>
        <p:txBody>
          <a:bodyPr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900" strike="noStrike" u="sng">
                <a:solidFill>
                  <a:srgbClr val="c00000"/>
                </a:solidFill>
                <a:effectLst/>
                <a:uFillTx/>
                <a:latin typeface="Arial"/>
              </a:rPr>
              <a:t>Remarques</a:t>
            </a:r>
            <a:r>
              <a:rPr b="0" lang="fr-FR" sz="2900" strike="noStrike" u="none">
                <a:solidFill>
                  <a:srgbClr val="c00000"/>
                </a:solidFill>
                <a:effectLst/>
                <a:uFillTx/>
                <a:latin typeface="Arial"/>
              </a:rPr>
              <a:t> :</a:t>
            </a:r>
            <a:endParaRPr b="0" lang="en-US" sz="2900" strike="noStrike" u="none">
              <a:solidFill>
                <a:srgbClr val="000000"/>
              </a:solidFill>
              <a:effectLst/>
              <a:uFillTx/>
              <a:latin typeface="Arial"/>
            </a:endParaRPr>
          </a:p>
          <a:p>
            <a:pPr>
              <a:buClr>
                <a:srgbClr val="000000"/>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fr-FR" sz="2900" strike="noStrike" u="none">
                <a:solidFill>
                  <a:srgbClr val="000000"/>
                </a:solidFill>
                <a:effectLst/>
                <a:uFillTx/>
                <a:latin typeface="Arial"/>
              </a:rPr>
              <a:t> un échange de chaleur peut s’effectuer sans que la température varie </a:t>
            </a:r>
            <a:endParaRPr b="0" lang="en-US" sz="2900" strike="noStrike" u="none">
              <a:solidFill>
                <a:srgbClr val="000000"/>
              </a:solidFill>
              <a:effectLst/>
              <a:uFillTx/>
              <a:latin typeface="Arial"/>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900" strike="noStrike" u="none">
                <a:solidFill>
                  <a:srgbClr val="c00000"/>
                </a:solidFill>
                <a:effectLst/>
                <a:uFillTx/>
                <a:latin typeface="Arial"/>
              </a:rPr>
              <a:t>(</a:t>
            </a:r>
            <a:r>
              <a:rPr b="0" i="1" lang="fr-FR" sz="2900" strike="noStrike" u="none">
                <a:solidFill>
                  <a:srgbClr val="c00000"/>
                </a:solidFill>
                <a:effectLst/>
                <a:uFillTx/>
                <a:latin typeface="Symbol"/>
                <a:ea typeface="Symbol"/>
              </a:rPr>
              <a:t></a:t>
            </a:r>
            <a:r>
              <a:rPr b="0" i="1" lang="fr-FR" sz="2900" strike="noStrike" u="none">
                <a:solidFill>
                  <a:srgbClr val="c00000"/>
                </a:solidFill>
                <a:effectLst/>
                <a:uFillTx/>
                <a:latin typeface="Arial"/>
              </a:rPr>
              <a:t>Q </a:t>
            </a:r>
            <a:r>
              <a:rPr b="0" lang="fr-FR" sz="2900" strike="noStrike" u="none">
                <a:solidFill>
                  <a:srgbClr val="c00000"/>
                </a:solidFill>
                <a:effectLst/>
                <a:uFillTx/>
                <a:latin typeface="Symbol"/>
                <a:ea typeface="Symbol"/>
              </a:rPr>
              <a:t></a:t>
            </a:r>
            <a:r>
              <a:rPr b="0" lang="fr-FR" sz="2900" strike="noStrike" u="none">
                <a:solidFill>
                  <a:srgbClr val="c00000"/>
                </a:solidFill>
                <a:effectLst/>
                <a:uFillTx/>
                <a:latin typeface="Arial"/>
              </a:rPr>
              <a:t> 0; d</a:t>
            </a:r>
            <a:r>
              <a:rPr b="0" i="1" lang="fr-FR" sz="2900" strike="noStrike" u="none">
                <a:solidFill>
                  <a:srgbClr val="c00000"/>
                </a:solidFill>
                <a:effectLst/>
                <a:uFillTx/>
                <a:latin typeface="Arial"/>
              </a:rPr>
              <a:t>T </a:t>
            </a:r>
            <a:r>
              <a:rPr b="0" lang="fr-FR" sz="2900" strike="noStrike" u="none">
                <a:solidFill>
                  <a:srgbClr val="c00000"/>
                </a:solidFill>
                <a:effectLst/>
                <a:uFillTx/>
                <a:latin typeface="Arial"/>
              </a:rPr>
              <a:t>= 0). </a:t>
            </a:r>
            <a:endParaRPr b="0" lang="en-US" sz="2900" strike="noStrike" u="none">
              <a:solidFill>
                <a:srgbClr val="000000"/>
              </a:solidFill>
              <a:effectLst/>
              <a:uFillTx/>
              <a:latin typeface="Arial"/>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i="1" lang="fr-FR" sz="2900" strike="noStrike" u="none">
                <a:solidFill>
                  <a:srgbClr val="000000"/>
                </a:solidFill>
                <a:effectLst/>
                <a:uFillTx/>
                <a:latin typeface="Arial"/>
              </a:rPr>
              <a:t>Exemple :</a:t>
            </a:r>
            <a:r>
              <a:rPr b="0" lang="fr-FR" sz="2900" strike="noStrike" u="none">
                <a:solidFill>
                  <a:srgbClr val="000000"/>
                </a:solidFill>
                <a:effectLst/>
                <a:uFillTx/>
                <a:latin typeface="Arial"/>
              </a:rPr>
              <a:t> la fusion d’un morceau de glace à 0°C (changement d’état d’un corps).</a:t>
            </a:r>
            <a:endParaRPr b="0" lang="en-US" sz="2900" strike="noStrike" u="none">
              <a:solidFill>
                <a:srgbClr val="000000"/>
              </a:solidFill>
              <a:effectLst/>
              <a:uFillTx/>
              <a:latin typeface="Arial"/>
            </a:endParaRPr>
          </a:p>
        </p:txBody>
      </p:sp>
      <p:pic>
        <p:nvPicPr>
          <p:cNvPr id="88" name="Picture 11" descr=""/>
          <p:cNvPicPr/>
          <p:nvPr/>
        </p:nvPicPr>
        <p:blipFill>
          <a:blip r:embed="rId1"/>
          <a:stretch/>
        </p:blipFill>
        <p:spPr>
          <a:xfrm>
            <a:off x="2139840" y="3962520"/>
            <a:ext cx="6016680" cy="2406600"/>
          </a:xfrm>
          <a:prstGeom prst="rect">
            <a:avLst/>
          </a:prstGeom>
          <a:noFill/>
          <a:ln w="0">
            <a:noFill/>
          </a:ln>
        </p:spPr>
      </p:pic>
      <p:sp>
        <p:nvSpPr>
          <p:cNvPr id="89" name="Text Box 12"/>
          <p:cNvSpPr/>
          <p:nvPr/>
        </p:nvSpPr>
        <p:spPr>
          <a:xfrm>
            <a:off x="0" y="6143760"/>
            <a:ext cx="8953560" cy="520920"/>
          </a:xfrm>
          <a:prstGeom prst="rect">
            <a:avLst/>
          </a:prstGeom>
          <a:noFill/>
          <a:ln w="0">
            <a:noFill/>
          </a:ln>
        </p:spPr>
        <p:style>
          <a:lnRef idx="0"/>
          <a:fillRef idx="0"/>
          <a:effectRef idx="0"/>
          <a:fontRef idx="minor"/>
        </p:style>
        <p:txBody>
          <a:bodyPr lIns="90000" rIns="90000" tIns="46800" bIns="46800" anchor="t">
            <a:spAutoFit/>
          </a:bodyPr>
          <a:p>
            <a:pPr>
              <a:lnSpc>
                <a:spcPct val="100000"/>
              </a:lnSpc>
              <a:spcBef>
                <a:spcPts val="174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fr-FR" sz="2800" strike="noStrike" u="none">
                <a:solidFill>
                  <a:srgbClr val="c00000"/>
                </a:solidFill>
                <a:effectLst/>
                <a:uFillTx/>
                <a:latin typeface="Times New Roman"/>
              </a:rPr>
              <a:t>Chaleur et Températures sont deux grandeurs différentes</a:t>
            </a:r>
            <a:r>
              <a:rPr b="1" i="1" lang="fr-FR" sz="2800" strike="noStrike" u="none">
                <a:solidFill>
                  <a:srgbClr val="ffff66"/>
                </a:solidFill>
                <a:effectLst/>
                <a:uFillTx/>
                <a:latin typeface="Times New Roman"/>
              </a:rPr>
              <a:t>.</a:t>
            </a:r>
            <a:endParaRPr b="0" lang="en-US" sz="2800" strike="noStrike" u="none">
              <a:solidFill>
                <a:srgbClr val="000000"/>
              </a:solidFill>
              <a:effectLst/>
              <a:uFillTx/>
              <a:latin typeface="Arial"/>
            </a:endParaRPr>
          </a:p>
        </p:txBody>
      </p:sp>
      <p:sp>
        <p:nvSpPr>
          <p:cNvPr id="90" name="Rectangle 4"/>
          <p:cNvSpPr/>
          <p:nvPr/>
        </p:nvSpPr>
        <p:spPr>
          <a:xfrm>
            <a:off x="0" y="0"/>
            <a:ext cx="9144000" cy="965160"/>
          </a:xfrm>
          <a:prstGeom prst="rect">
            <a:avLst/>
          </a:prstGeom>
          <a:solidFill>
            <a:srgbClr val="4f81bd"/>
          </a:solidFill>
          <a:ln w="0">
            <a:noFill/>
          </a:ln>
        </p:spPr>
        <p:style>
          <a:lnRef idx="0"/>
          <a:fillRef idx="0"/>
          <a:effectRef idx="0"/>
          <a:fontRef idx="minor"/>
        </p:style>
        <p:txBody>
          <a:bodyPr lIns="90000" rIns="90000" tIns="46800" bIns="46800" anchor="b" anchorCtr="1">
            <a:noAutofit/>
          </a:bodyPr>
          <a:p>
            <a:pPr>
              <a:lnSpc>
                <a:spcPct val="15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800" strike="noStrike" u="none">
                <a:solidFill>
                  <a:srgbClr val="cc3300"/>
                </a:solidFill>
                <a:effectLst/>
                <a:uFillTx/>
                <a:latin typeface="Times New Roman"/>
                <a:ea typeface="Times New Roman"/>
              </a:rPr>
              <a:t>Séance 3 : </a:t>
            </a:r>
            <a:r>
              <a:rPr b="1" lang="fr-FR" sz="2800" strike="noStrike" u="none">
                <a:solidFill>
                  <a:srgbClr val="cc3300"/>
                </a:solidFill>
                <a:effectLst/>
                <a:uFillTx/>
                <a:latin typeface="Times New Roman"/>
                <a:ea typeface="Times New Roman"/>
              </a:rPr>
              <a:t>QUANTITE DE CHALEUR ET TRAVAIL</a:t>
            </a:r>
            <a:endParaRPr b="0" lang="en-US" sz="2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timing>
    <p:tnLst>
      <p:par>
        <p:cTn id="247" dur="indefinite" restart="never" nodeType="tmRoot">
          <p:childTnLst>
            <p:seq>
              <p:cTn id="248" dur="indefinite" nodeType="mainSeq">
                <p:childTnLst>
                  <p:par>
                    <p:cTn id="249" nodeType="clickEffect" fill="hold">
                      <p:stCondLst>
                        <p:cond delay="indefinite"/>
                      </p:stCondLst>
                      <p:childTnLst>
                        <p:par>
                          <p:cTn id="250" nodeType="withEffect" fill="hold">
                            <p:stCondLst>
                              <p:cond delay="0"/>
                            </p:stCondLst>
                            <p:childTnLst>
                              <p:par>
                                <p:cTn id="251" nodeType="clickEffect" fill="hold" presetClass="entr" presetID="27">
                                  <p:stCondLst>
                                    <p:cond delay="0"/>
                                  </p:stCondLst>
                                  <p:iterate type="lt">
                                    <p:tmAbs val="40"/>
                                  </p:iterate>
                                  <p:childTnLst>
                                    <p:set>
                                      <p:cBhvr>
                                        <p:cTn id="252" dur="1" fill="hold">
                                          <p:stCondLst>
                                            <p:cond delay="0"/>
                                          </p:stCondLst>
                                        </p:cTn>
                                        <p:tgtEl>
                                          <p:spTgt spid="87"/>
                                        </p:tgtEl>
                                        <p:attrNameLst>
                                          <p:attrName>style.visibility</p:attrName>
                                        </p:attrNameLst>
                                      </p:cBhvr>
                                      <p:to>
                                        <p:strVal val="visible"/>
                                      </p:to>
                                    </p:set>
                                    <p:anim calcmode="discrete" valueType="clr">
                                      <p:cBhvr additive="repl">
                                        <p:cTn id="253" dur="80"/>
                                        <p:tgtEl>
                                          <p:spTgt spid="87"/>
                                        </p:tgtEl>
                                        <p:attrNameLst>
                                          <p:attrName>style.color</p:attrName>
                                        </p:attrNameLst>
                                      </p:cBhvr>
                                      <p:tavLst>
                                        <p:tav tm="0">
                                          <p:val>
                                            <p:strVal val="rgb(77,80,-64)"/>
                                          </p:val>
                                        </p:tav>
                                        <p:tav tm="50000">
                                          <p:val>
                                            <p:strVal val="rgb(-1,0,0)"/>
                                          </p:val>
                                        </p:tav>
                                      </p:tavLst>
                                    </p:anim>
                                    <p:anim calcmode="discrete" valueType="clr">
                                      <p:cBhvr additive="repl">
                                        <p:cTn id="254" dur="80"/>
                                        <p:tgtEl>
                                          <p:spTgt spid="87"/>
                                        </p:tgtEl>
                                        <p:attrNameLst>
                                          <p:attrName>fillcolor</p:attrName>
                                        </p:attrNameLst>
                                      </p:cBhvr>
                                      <p:tavLst>
                                        <p:tav tm="0">
                                          <p:val>
                                            <p:strVal val="rgb(77,80,-64)"/>
                                          </p:val>
                                        </p:tav>
                                        <p:tav tm="50000">
                                          <p:val>
                                            <p:strVal val="rgb(-1,0,0)"/>
                                          </p:val>
                                        </p:tav>
                                      </p:tavLst>
                                    </p:anim>
                                    <p:set>
                                      <p:cBhvr>
                                        <p:cTn id="255" dur="80"/>
                                        <p:tgtEl>
                                          <p:spTgt spid="87"/>
                                        </p:tgtEl>
                                        <p:attrNameLst>
                                          <p:attrName>fill.type</p:attrName>
                                        </p:attrNameLst>
                                      </p:cBhvr>
                                      <p:to>
                                        <p:strVal val="solid"/>
                                      </p:to>
                                    </p:set>
                                  </p:childTnLst>
                                </p:cTn>
                              </p:par>
                            </p:childTnLst>
                          </p:cTn>
                        </p:par>
                      </p:childTnLst>
                    </p:cTn>
                  </p:par>
                  <p:par>
                    <p:cTn id="256" nodeType="clickEffect" fill="hold">
                      <p:stCondLst>
                        <p:cond delay="indefinite"/>
                      </p:stCondLst>
                      <p:childTnLst>
                        <p:par>
                          <p:cTn id="257" nodeType="withEffect" fill="hold">
                            <p:stCondLst>
                              <p:cond delay="0"/>
                            </p:stCondLst>
                            <p:childTnLst>
                              <p:par>
                                <p:cTn id="258" nodeType="clickEffect" fill="hold" presetClass="entr" presetID="10">
                                  <p:stCondLst>
                                    <p:cond delay="0"/>
                                  </p:stCondLst>
                                  <p:childTnLst>
                                    <p:set>
                                      <p:cBhvr>
                                        <p:cTn id="259" dur="1" fill="hold">
                                          <p:stCondLst>
                                            <p:cond delay="0"/>
                                          </p:stCondLst>
                                        </p:cTn>
                                        <p:tgtEl>
                                          <p:spTgt spid="88"/>
                                        </p:tgtEl>
                                        <p:attrNameLst>
                                          <p:attrName>style.visibility</p:attrName>
                                        </p:attrNameLst>
                                      </p:cBhvr>
                                      <p:to>
                                        <p:strVal val="visible"/>
                                      </p:to>
                                    </p:set>
                                    <p:animEffect filter="fade" transition="in">
                                      <p:cBhvr additive="repl">
                                        <p:cTn id="260" dur="2000"/>
                                        <p:tgtEl>
                                          <p:spTgt spid="88"/>
                                        </p:tgtEl>
                                      </p:cBhvr>
                                    </p:animEffect>
                                  </p:childTnLst>
                                </p:cTn>
                              </p:par>
                            </p:childTnLst>
                          </p:cTn>
                        </p:par>
                      </p:childTnLst>
                    </p:cTn>
                  </p:par>
                  <p:par>
                    <p:cTn id="261" nodeType="clickEffect" fill="hold">
                      <p:stCondLst>
                        <p:cond delay="indefinite"/>
                      </p:stCondLst>
                      <p:childTnLst>
                        <p:par>
                          <p:cTn id="262" nodeType="withEffect" fill="hold">
                            <p:stCondLst>
                              <p:cond delay="0"/>
                            </p:stCondLst>
                            <p:childTnLst>
                              <p:par>
                                <p:cTn id="263" nodeType="clickEffect" fill="hold" presetClass="entr" presetID="27">
                                  <p:stCondLst>
                                    <p:cond delay="0"/>
                                  </p:stCondLst>
                                  <p:iterate type="lt">
                                    <p:tmAbs val="40"/>
                                  </p:iterate>
                                  <p:childTnLst>
                                    <p:set>
                                      <p:cBhvr>
                                        <p:cTn id="264" dur="1" fill="hold">
                                          <p:stCondLst>
                                            <p:cond delay="0"/>
                                          </p:stCondLst>
                                        </p:cTn>
                                        <p:tgtEl>
                                          <p:spTgt spid="89"/>
                                        </p:tgtEl>
                                        <p:attrNameLst>
                                          <p:attrName>style.visibility</p:attrName>
                                        </p:attrNameLst>
                                      </p:cBhvr>
                                      <p:to>
                                        <p:strVal val="visible"/>
                                      </p:to>
                                    </p:set>
                                    <p:anim calcmode="discrete" valueType="clr">
                                      <p:cBhvr additive="repl">
                                        <p:cTn id="265" dur="80"/>
                                        <p:tgtEl>
                                          <p:spTgt spid="89"/>
                                        </p:tgtEl>
                                        <p:attrNameLst>
                                          <p:attrName>style.color</p:attrName>
                                        </p:attrNameLst>
                                      </p:cBhvr>
                                      <p:tavLst>
                                        <p:tav tm="0">
                                          <p:val>
                                            <p:strVal val="rgb(77,80,-64)"/>
                                          </p:val>
                                        </p:tav>
                                        <p:tav tm="50000">
                                          <p:val>
                                            <p:strVal val="rgb(-1,0,0)"/>
                                          </p:val>
                                        </p:tav>
                                      </p:tavLst>
                                    </p:anim>
                                    <p:anim calcmode="discrete" valueType="clr">
                                      <p:cBhvr additive="repl">
                                        <p:cTn id="266" dur="80"/>
                                        <p:tgtEl>
                                          <p:spTgt spid="89"/>
                                        </p:tgtEl>
                                        <p:attrNameLst>
                                          <p:attrName>fillcolor</p:attrName>
                                        </p:attrNameLst>
                                      </p:cBhvr>
                                      <p:tavLst>
                                        <p:tav tm="0">
                                          <p:val>
                                            <p:strVal val="rgb(77,80,-64)"/>
                                          </p:val>
                                        </p:tav>
                                        <p:tav tm="50000">
                                          <p:val>
                                            <p:strVal val="rgb(-1,0,0)"/>
                                          </p:val>
                                        </p:tav>
                                      </p:tavLst>
                                    </p:anim>
                                    <p:set>
                                      <p:cBhvr>
                                        <p:cTn id="267" dur="80"/>
                                        <p:tgtEl>
                                          <p:spTgt spid="89"/>
                                        </p:tgtEl>
                                        <p:attrNameLst>
                                          <p:attrName>fill.type</p:attrName>
                                        </p:attrNameLst>
                                      </p:cBhvr>
                                      <p:to>
                                        <p:strVal val="solid"/>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1" name="Rectangle 10"/>
          <p:cNvSpPr/>
          <p:nvPr/>
        </p:nvSpPr>
        <p:spPr>
          <a:xfrm>
            <a:off x="1536840" y="3403440"/>
            <a:ext cx="4190760" cy="2349720"/>
          </a:xfrm>
          <a:prstGeom prst="rect">
            <a:avLst/>
          </a:prstGeom>
          <a:blipFill rotWithShape="0">
            <a:blip r:embed="rId1"/>
            <a:srcRect/>
            <a:tile tx="0" ty="0" sx="100000" sy="100000" algn="ctr"/>
          </a:blipFill>
          <a:ln w="9360">
            <a:solidFill>
              <a:srgbClr val="000000"/>
            </a:solidFill>
            <a:miter/>
          </a:ln>
        </p:spPr>
        <p:style>
          <a:lnRef idx="0"/>
          <a:fillRef idx="0"/>
          <a:effectRef idx="0"/>
          <a:fontRef idx="minor"/>
        </p:style>
        <p:txBody>
          <a:bodyPr wrap="none" lIns="90000" rIns="90000" tIns="46800" bIns="46800" anchor="ctr">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trike="noStrike" u="none">
              <a:solidFill>
                <a:srgbClr val="000000"/>
              </a:solidFill>
              <a:effectLst/>
              <a:uFillTx/>
              <a:latin typeface="Arial"/>
            </a:endParaRPr>
          </a:p>
        </p:txBody>
      </p:sp>
      <p:sp>
        <p:nvSpPr>
          <p:cNvPr id="92" name="Rectangle 5"/>
          <p:cNvSpPr/>
          <p:nvPr/>
        </p:nvSpPr>
        <p:spPr>
          <a:xfrm>
            <a:off x="355680" y="1650960"/>
            <a:ext cx="8369280" cy="1374840"/>
          </a:xfrm>
          <a:prstGeom prst="rect">
            <a:avLst/>
          </a:prstGeom>
          <a:noFill/>
          <a:ln w="0">
            <a:noFill/>
          </a:ln>
        </p:spPr>
        <p:style>
          <a:lnRef idx="0"/>
          <a:fillRef idx="0"/>
          <a:effectRef idx="0"/>
          <a:fontRef idx="minor"/>
        </p:style>
        <p:txBody>
          <a:bodyPr lIns="90000" rIns="90000" tIns="46800" bIns="46800" anchor="t">
            <a:spAutoFit/>
          </a:bodyPr>
          <a:p>
            <a:pPr>
              <a:lnSpc>
                <a:spcPct val="100000"/>
              </a:lnSpc>
              <a:spcBef>
                <a:spcPts val="174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800" strike="noStrike" u="none">
                <a:solidFill>
                  <a:srgbClr val="000000"/>
                </a:solidFill>
                <a:effectLst/>
                <a:uFillTx/>
                <a:latin typeface="Wingdings"/>
                <a:ea typeface="Wingdings"/>
              </a:rPr>
              <a:t></a:t>
            </a:r>
            <a:r>
              <a:rPr b="0" lang="fr-FR" sz="2800" strike="noStrike" u="none">
                <a:solidFill>
                  <a:srgbClr val="000000"/>
                </a:solidFill>
                <a:effectLst/>
                <a:uFillTx/>
                <a:latin typeface="Arial"/>
              </a:rPr>
              <a:t> il peut y avoir variation de température sans qu’il y ait échange de chaleur (</a:t>
            </a:r>
            <a:r>
              <a:rPr b="0" i="1" lang="fr-FR" sz="2800" strike="noStrike" u="none">
                <a:solidFill>
                  <a:srgbClr val="000000"/>
                </a:solidFill>
                <a:effectLst/>
                <a:uFillTx/>
                <a:latin typeface="Symbol"/>
                <a:ea typeface="Symbol"/>
              </a:rPr>
              <a:t></a:t>
            </a:r>
            <a:r>
              <a:rPr b="0" i="1" lang="fr-FR" sz="2800" strike="noStrike" u="none">
                <a:solidFill>
                  <a:srgbClr val="000000"/>
                </a:solidFill>
                <a:effectLst/>
                <a:uFillTx/>
                <a:latin typeface="Arial"/>
              </a:rPr>
              <a:t>Q </a:t>
            </a:r>
            <a:r>
              <a:rPr b="0" lang="fr-FR" sz="2800" strike="noStrike" u="none">
                <a:solidFill>
                  <a:srgbClr val="000000"/>
                </a:solidFill>
                <a:effectLst/>
                <a:uFillTx/>
                <a:latin typeface="Arial"/>
              </a:rPr>
              <a:t>= 0; d</a:t>
            </a:r>
            <a:r>
              <a:rPr b="0" i="1" lang="fr-FR" sz="2800" strike="noStrike" u="none">
                <a:solidFill>
                  <a:srgbClr val="000000"/>
                </a:solidFill>
                <a:effectLst/>
                <a:uFillTx/>
                <a:latin typeface="Arial"/>
              </a:rPr>
              <a:t>T </a:t>
            </a:r>
            <a:r>
              <a:rPr b="0" lang="fr-FR" sz="2800" strike="noStrike" u="none">
                <a:solidFill>
                  <a:srgbClr val="000000"/>
                </a:solidFill>
                <a:effectLst/>
                <a:uFillTx/>
                <a:latin typeface="Symbol"/>
                <a:ea typeface="Symbol"/>
              </a:rPr>
              <a:t></a:t>
            </a:r>
            <a:r>
              <a:rPr b="0" lang="fr-FR" sz="2800" strike="noStrike" u="none">
                <a:solidFill>
                  <a:srgbClr val="000000"/>
                </a:solidFill>
                <a:effectLst/>
                <a:uFillTx/>
                <a:latin typeface="Arial"/>
              </a:rPr>
              <a:t> 0). C’est le cas des transformations </a:t>
            </a:r>
            <a:r>
              <a:rPr b="0" i="1" lang="fr-FR" sz="2800" strike="noStrike" u="none">
                <a:solidFill>
                  <a:srgbClr val="000000"/>
                </a:solidFill>
                <a:effectLst/>
                <a:uFillTx/>
                <a:latin typeface="Arial"/>
              </a:rPr>
              <a:t>adiabatiques</a:t>
            </a:r>
            <a:r>
              <a:rPr b="0" lang="fr-FR" sz="2800" strike="noStrike" u="none">
                <a:solidFill>
                  <a:srgbClr val="000000"/>
                </a:solidFill>
                <a:effectLst/>
                <a:uFillTx/>
                <a:latin typeface="Arial"/>
              </a:rPr>
              <a:t>.</a:t>
            </a:r>
            <a:endParaRPr b="0" lang="en-US" sz="2800" strike="noStrike" u="none">
              <a:solidFill>
                <a:srgbClr val="000000"/>
              </a:solidFill>
              <a:effectLst/>
              <a:uFillTx/>
              <a:latin typeface="Arial"/>
            </a:endParaRPr>
          </a:p>
        </p:txBody>
      </p:sp>
      <p:sp>
        <p:nvSpPr>
          <p:cNvPr id="93" name="Rectangle 9" descr="90 %"/>
          <p:cNvSpPr/>
          <p:nvPr/>
        </p:nvSpPr>
        <p:spPr>
          <a:xfrm>
            <a:off x="1701720" y="3581280"/>
            <a:ext cx="3835440" cy="1994040"/>
          </a:xfrm>
          <a:prstGeom prst="rect">
            <a:avLst/>
          </a:prstGeom>
          <a:blipFill rotWithShape="0">
            <a:blip r:embed="rId2"/>
            <a:srcRect/>
            <a:tile tx="0" ty="0" sx="100000" sy="100000" algn="ctr"/>
          </a:blipFill>
          <a:ln w="76320">
            <a:solidFill>
              <a:srgbClr val="000000"/>
            </a:solidFill>
            <a:miter/>
          </a:ln>
        </p:spPr>
        <p:style>
          <a:lnRef idx="0"/>
          <a:fillRef idx="0"/>
          <a:effectRef idx="0"/>
          <a:fontRef idx="minor"/>
        </p:style>
        <p:txBody>
          <a:bodyPr wrap="none" lIns="90000" rIns="90000" tIns="46800" bIns="46800" anchor="ctr">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trike="noStrike" u="none">
              <a:solidFill>
                <a:srgbClr val="000000"/>
              </a:solidFill>
              <a:effectLst/>
              <a:uFillTx/>
              <a:latin typeface="Arial"/>
            </a:endParaRPr>
          </a:p>
        </p:txBody>
      </p:sp>
      <p:sp>
        <p:nvSpPr>
          <p:cNvPr id="94" name="AutoShape 11"/>
          <p:cNvSpPr/>
          <p:nvPr/>
        </p:nvSpPr>
        <p:spPr>
          <a:xfrm>
            <a:off x="6197760" y="5410080"/>
            <a:ext cx="2616120" cy="457200"/>
          </a:xfrm>
          <a:prstGeom prst="borderCallout1">
            <a:avLst>
              <a:gd name="adj1" fmla="val 18750"/>
              <a:gd name="adj2" fmla="val -8333"/>
              <a:gd name="adj3" fmla="val -16666"/>
              <a:gd name="adj4" fmla="val -17962"/>
            </a:avLst>
          </a:prstGeom>
          <a:solidFill>
            <a:srgbClr val="4f81bd"/>
          </a:solidFill>
          <a:ln w="38160">
            <a:solidFill>
              <a:srgbClr val="000000"/>
            </a:solidFill>
            <a:miter/>
            <a:tailEnd len="med" type="triangle" w="med"/>
          </a:ln>
        </p:spPr>
        <p:style>
          <a:lnRef idx="0"/>
          <a:fillRef idx="0"/>
          <a:effectRef idx="0"/>
          <a:fontRef idx="minor"/>
        </p:style>
        <p:txBody>
          <a:bodyPr lIns="90000" rIns="90000" tIns="46800" bIns="46800" anchor="t">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ffff66"/>
                </a:solidFill>
                <a:effectLst/>
                <a:uFillTx/>
                <a:latin typeface="Arial"/>
              </a:rPr>
              <a:t>Paroi adiabatique</a:t>
            </a:r>
            <a:r>
              <a:rPr b="0" lang="fr-FR" sz="2000" strike="noStrike" u="none">
                <a:solidFill>
                  <a:srgbClr val="000000"/>
                </a:solidFill>
                <a:effectLst/>
                <a:uFillTx/>
                <a:latin typeface="Arial"/>
              </a:rPr>
              <a:t> </a:t>
            </a:r>
            <a:endParaRPr b="0" lang="en-US" sz="2000" strike="noStrike" u="none">
              <a:solidFill>
                <a:srgbClr val="000000"/>
              </a:solidFill>
              <a:effectLst/>
              <a:uFillTx/>
              <a:latin typeface="Arial"/>
            </a:endParaRPr>
          </a:p>
        </p:txBody>
      </p:sp>
      <p:sp>
        <p:nvSpPr>
          <p:cNvPr id="95" name="Rectangle 4"/>
          <p:cNvSpPr/>
          <p:nvPr/>
        </p:nvSpPr>
        <p:spPr>
          <a:xfrm>
            <a:off x="0" y="0"/>
            <a:ext cx="9144000" cy="965160"/>
          </a:xfrm>
          <a:prstGeom prst="rect">
            <a:avLst/>
          </a:prstGeom>
          <a:solidFill>
            <a:srgbClr val="4f81bd"/>
          </a:solidFill>
          <a:ln w="0">
            <a:noFill/>
          </a:ln>
        </p:spPr>
        <p:style>
          <a:lnRef idx="0"/>
          <a:fillRef idx="0"/>
          <a:effectRef idx="0"/>
          <a:fontRef idx="minor"/>
        </p:style>
        <p:txBody>
          <a:bodyPr lIns="90000" rIns="90000" tIns="46800" bIns="46800" anchor="b" anchorCtr="1">
            <a:noAutofit/>
          </a:bodyPr>
          <a:p>
            <a:pPr>
              <a:lnSpc>
                <a:spcPct val="15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800" strike="noStrike" u="none">
                <a:solidFill>
                  <a:srgbClr val="cc3300"/>
                </a:solidFill>
                <a:effectLst/>
                <a:uFillTx/>
                <a:latin typeface="Times New Roman"/>
                <a:ea typeface="Times New Roman"/>
              </a:rPr>
              <a:t>Séance 3 : </a:t>
            </a:r>
            <a:r>
              <a:rPr b="1" lang="fr-FR" sz="2800" strike="noStrike" u="none">
                <a:solidFill>
                  <a:srgbClr val="cc3300"/>
                </a:solidFill>
                <a:effectLst/>
                <a:uFillTx/>
                <a:latin typeface="Times New Roman"/>
                <a:ea typeface="Times New Roman"/>
              </a:rPr>
              <a:t>QUANTITE DE CHALEUR ET TRAVAIL</a:t>
            </a:r>
            <a:endParaRPr b="0" lang="en-US" sz="2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timing>
    <p:tnLst>
      <p:par>
        <p:cTn id="268" dur="indefinite" restart="never" nodeType="tmRoot">
          <p:childTnLst>
            <p:seq>
              <p:cTn id="269" dur="indefinite" nodeType="mainSeq">
                <p:childTnLst>
                  <p:par>
                    <p:cTn id="270" nodeType="clickEffect" fill="hold">
                      <p:stCondLst>
                        <p:cond delay="indefinite"/>
                      </p:stCondLst>
                      <p:childTnLst>
                        <p:par>
                          <p:cTn id="271" nodeType="withEffect" fill="hold">
                            <p:stCondLst>
                              <p:cond delay="0"/>
                            </p:stCondLst>
                            <p:childTnLst>
                              <p:par>
                                <p:cTn id="272" nodeType="clickEffect" fill="hold" presetClass="entr" presetID="27">
                                  <p:stCondLst>
                                    <p:cond delay="0"/>
                                  </p:stCondLst>
                                  <p:iterate type="lt">
                                    <p:tmAbs val="40"/>
                                  </p:iterate>
                                  <p:childTnLst>
                                    <p:set>
                                      <p:cBhvr>
                                        <p:cTn id="273" dur="1" fill="hold">
                                          <p:stCondLst>
                                            <p:cond delay="0"/>
                                          </p:stCondLst>
                                        </p:cTn>
                                        <p:tgtEl>
                                          <p:spTgt spid="92"/>
                                        </p:tgtEl>
                                        <p:attrNameLst>
                                          <p:attrName>style.visibility</p:attrName>
                                        </p:attrNameLst>
                                      </p:cBhvr>
                                      <p:to>
                                        <p:strVal val="visible"/>
                                      </p:to>
                                    </p:set>
                                    <p:anim calcmode="discrete" valueType="clr">
                                      <p:cBhvr additive="repl">
                                        <p:cTn id="274" dur="80"/>
                                        <p:tgtEl>
                                          <p:spTgt spid="92"/>
                                        </p:tgtEl>
                                        <p:attrNameLst>
                                          <p:attrName>style.color</p:attrName>
                                        </p:attrNameLst>
                                      </p:cBhvr>
                                      <p:tavLst>
                                        <p:tav tm="0">
                                          <p:val>
                                            <p:strVal val="rgb(77,80,-64)"/>
                                          </p:val>
                                        </p:tav>
                                        <p:tav tm="50000">
                                          <p:val>
                                            <p:strVal val="rgb(-1,0,0)"/>
                                          </p:val>
                                        </p:tav>
                                      </p:tavLst>
                                    </p:anim>
                                    <p:anim calcmode="discrete" valueType="clr">
                                      <p:cBhvr additive="repl">
                                        <p:cTn id="275" dur="80"/>
                                        <p:tgtEl>
                                          <p:spTgt spid="92"/>
                                        </p:tgtEl>
                                        <p:attrNameLst>
                                          <p:attrName>fillcolor</p:attrName>
                                        </p:attrNameLst>
                                      </p:cBhvr>
                                      <p:tavLst>
                                        <p:tav tm="0">
                                          <p:val>
                                            <p:strVal val="rgb(77,80,-64)"/>
                                          </p:val>
                                        </p:tav>
                                        <p:tav tm="50000">
                                          <p:val>
                                            <p:strVal val="rgb(-1,0,0)"/>
                                          </p:val>
                                        </p:tav>
                                      </p:tavLst>
                                    </p:anim>
                                    <p:set>
                                      <p:cBhvr>
                                        <p:cTn id="276" dur="80"/>
                                        <p:tgtEl>
                                          <p:spTgt spid="92"/>
                                        </p:tgtEl>
                                        <p:attrNameLst>
                                          <p:attrName>fill.type</p:attrName>
                                        </p:attrNameLst>
                                      </p:cBhvr>
                                      <p:to>
                                        <p:strVal val="solid"/>
                                      </p:to>
                                    </p:set>
                                  </p:childTnLst>
                                </p:cTn>
                              </p:par>
                              <p:par>
                                <p:cTn id="277" nodeType="withEffect" fill="hold" presetClass="entr" presetID="10">
                                  <p:stCondLst>
                                    <p:cond delay="0"/>
                                  </p:stCondLst>
                                  <p:childTnLst>
                                    <p:set>
                                      <p:cBhvr>
                                        <p:cTn id="278" dur="1" fill="hold">
                                          <p:stCondLst>
                                            <p:cond delay="0"/>
                                          </p:stCondLst>
                                        </p:cTn>
                                        <p:tgtEl>
                                          <p:spTgt spid="91"/>
                                        </p:tgtEl>
                                        <p:attrNameLst>
                                          <p:attrName>style.visibility</p:attrName>
                                        </p:attrNameLst>
                                      </p:cBhvr>
                                      <p:to>
                                        <p:strVal val="visible"/>
                                      </p:to>
                                    </p:set>
                                    <p:animEffect filter="fade" transition="in">
                                      <p:cBhvr additive="repl">
                                        <p:cTn id="279" dur="2000"/>
                                        <p:tgtEl>
                                          <p:spTgt spid="91"/>
                                        </p:tgtEl>
                                      </p:cBhvr>
                                    </p:animEffect>
                                  </p:childTnLst>
                                </p:cTn>
                              </p:par>
                              <p:par>
                                <p:cTn id="280" nodeType="withEffect" fill="hold" presetClass="entr" presetID="10">
                                  <p:stCondLst>
                                    <p:cond delay="0"/>
                                  </p:stCondLst>
                                  <p:childTnLst>
                                    <p:set>
                                      <p:cBhvr>
                                        <p:cTn id="281" dur="1" fill="hold">
                                          <p:stCondLst>
                                            <p:cond delay="0"/>
                                          </p:stCondLst>
                                        </p:cTn>
                                        <p:tgtEl>
                                          <p:spTgt spid="94"/>
                                        </p:tgtEl>
                                        <p:attrNameLst>
                                          <p:attrName>style.visibility</p:attrName>
                                        </p:attrNameLst>
                                      </p:cBhvr>
                                      <p:to>
                                        <p:strVal val="visible"/>
                                      </p:to>
                                    </p:set>
                                    <p:animEffect filter="fade" transition="in">
                                      <p:cBhvr additive="repl">
                                        <p:cTn id="282" dur="2000"/>
                                        <p:tgtEl>
                                          <p:spTgt spid="94"/>
                                        </p:tgtEl>
                                      </p:cBhvr>
                                    </p:animEffect>
                                  </p:childTnLst>
                                </p:cTn>
                              </p:par>
                              <p:par>
                                <p:cTn id="283" nodeType="withEffect" fill="hold" presetClass="entr" presetID="10">
                                  <p:stCondLst>
                                    <p:cond delay="0"/>
                                  </p:stCondLst>
                                  <p:childTnLst>
                                    <p:set>
                                      <p:cBhvr>
                                        <p:cTn id="284" dur="1" fill="hold">
                                          <p:stCondLst>
                                            <p:cond delay="0"/>
                                          </p:stCondLst>
                                        </p:cTn>
                                        <p:tgtEl>
                                          <p:spTgt spid="93"/>
                                        </p:tgtEl>
                                        <p:attrNameLst>
                                          <p:attrName>style.visibility</p:attrName>
                                        </p:attrNameLst>
                                      </p:cBhvr>
                                      <p:to>
                                        <p:strVal val="visible"/>
                                      </p:to>
                                    </p:set>
                                    <p:animEffect filter="fade" transition="in">
                                      <p:cBhvr additive="repl">
                                        <p:cTn id="285" dur="2000"/>
                                        <p:tgtEl>
                                          <p:spTgt spid="9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6" name="Text Box 2"/>
          <p:cNvSpPr/>
          <p:nvPr/>
        </p:nvSpPr>
        <p:spPr>
          <a:xfrm>
            <a:off x="285840" y="928800"/>
            <a:ext cx="8610480" cy="1679400"/>
          </a:xfrm>
          <a:prstGeom prst="rect">
            <a:avLst/>
          </a:prstGeom>
          <a:noFill/>
          <a:ln w="0">
            <a:noFill/>
          </a:ln>
        </p:spPr>
        <p:style>
          <a:lnRef idx="0"/>
          <a:fillRef idx="0"/>
          <a:effectRef idx="0"/>
          <a:fontRef idx="minor"/>
        </p:style>
        <p:txBody>
          <a:bodyPr lIns="90000" rIns="90000" tIns="46800" bIns="46800" anchor="t">
            <a:spAutoFit/>
          </a:bodyPr>
          <a:p>
            <a:pPr algn="just">
              <a:lnSpc>
                <a:spcPct val="130000"/>
              </a:lnSpc>
              <a:spcBef>
                <a:spcPts val="125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000" strike="noStrike" u="none">
                <a:solidFill>
                  <a:srgbClr val="000000"/>
                </a:solidFill>
                <a:effectLst/>
                <a:uFillTx/>
                <a:latin typeface="Times New Roman"/>
                <a:ea typeface="Times New Roman"/>
              </a:rPr>
              <a:t>La quantité de chaleur échangée dépend de la nature de la transformation. Ainsi, pour un système décrit par les trois variables </a:t>
            </a:r>
            <a:r>
              <a:rPr b="0" i="1" lang="fr-FR" sz="2000" strike="noStrike" u="none">
                <a:solidFill>
                  <a:srgbClr val="000000"/>
                </a:solidFill>
                <a:effectLst/>
                <a:uFillTx/>
                <a:latin typeface="Times New Roman"/>
                <a:ea typeface="Times New Roman"/>
              </a:rPr>
              <a:t>P</a:t>
            </a:r>
            <a:r>
              <a:rPr b="0" lang="fr-FR" sz="2000" strike="noStrike" u="none">
                <a:solidFill>
                  <a:srgbClr val="000000"/>
                </a:solidFill>
                <a:effectLst/>
                <a:uFillTx/>
                <a:latin typeface="Times New Roman"/>
                <a:ea typeface="Times New Roman"/>
              </a:rPr>
              <a:t>, </a:t>
            </a:r>
            <a:r>
              <a:rPr b="0" i="1" lang="fr-FR" sz="2000" strike="noStrike" u="none">
                <a:solidFill>
                  <a:srgbClr val="000000"/>
                </a:solidFill>
                <a:effectLst/>
                <a:uFillTx/>
                <a:latin typeface="Times New Roman"/>
                <a:ea typeface="Times New Roman"/>
              </a:rPr>
              <a:t>V</a:t>
            </a:r>
            <a:r>
              <a:rPr b="0" lang="fr-FR" sz="2000" strike="noStrike" u="none">
                <a:solidFill>
                  <a:srgbClr val="000000"/>
                </a:solidFill>
                <a:effectLst/>
                <a:uFillTx/>
                <a:latin typeface="Times New Roman"/>
                <a:ea typeface="Times New Roman"/>
              </a:rPr>
              <a:t> et </a:t>
            </a:r>
            <a:r>
              <a:rPr b="0" i="1" lang="fr-FR" sz="2000" strike="noStrike" u="none">
                <a:solidFill>
                  <a:srgbClr val="000000"/>
                </a:solidFill>
                <a:effectLst/>
                <a:uFillTx/>
                <a:latin typeface="Times New Roman"/>
                <a:ea typeface="Times New Roman"/>
              </a:rPr>
              <a:t>T</a:t>
            </a:r>
            <a:r>
              <a:rPr b="0" lang="fr-FR" sz="2000" strike="noStrike" u="none">
                <a:solidFill>
                  <a:srgbClr val="000000"/>
                </a:solidFill>
                <a:effectLst/>
                <a:uFillTx/>
                <a:latin typeface="Times New Roman"/>
                <a:ea typeface="Times New Roman"/>
              </a:rPr>
              <a:t> reliées par une loi d'état </a:t>
            </a:r>
            <a:r>
              <a:rPr b="0" i="1" lang="fr-FR" sz="2000" strike="noStrike" u="none">
                <a:solidFill>
                  <a:srgbClr val="000000"/>
                </a:solidFill>
                <a:effectLst/>
                <a:uFillTx/>
                <a:latin typeface="Times New Roman"/>
                <a:ea typeface="Times New Roman"/>
              </a:rPr>
              <a:t>f(P,V,T)=0</a:t>
            </a:r>
            <a:r>
              <a:rPr b="0" lang="fr-FR" sz="2000" strike="noStrike" u="none">
                <a:solidFill>
                  <a:srgbClr val="000000"/>
                </a:solidFill>
                <a:effectLst/>
                <a:uFillTx/>
                <a:latin typeface="Times New Roman"/>
                <a:ea typeface="Times New Roman"/>
              </a:rPr>
              <a:t>, la quantité de chaleur reçue pour une transformation élémentaire s'écrit à l'aide de deux des trois variables sous la forme :</a:t>
            </a:r>
            <a:endParaRPr b="0" lang="en-US" sz="2000" strike="noStrike" u="none">
              <a:solidFill>
                <a:srgbClr val="000000"/>
              </a:solidFill>
              <a:effectLst/>
              <a:uFillTx/>
              <a:latin typeface="Arial"/>
            </a:endParaRPr>
          </a:p>
        </p:txBody>
      </p:sp>
      <mc:AlternateContent>
        <mc:Choice xmlns:a14="http://schemas.microsoft.com/office/drawing/2010/main" Requires="a14">
          <p:sp>
            <p:nvSpPr>
              <p:cNvPr id="97" name="Object 2"/>
              <p:cNvSpPr txBox="1"/>
              <p:nvPr/>
            </p:nvSpPr>
            <p:spPr>
              <a:xfrm>
                <a:off x="3071880" y="2857680"/>
                <a:ext cx="2744640" cy="701640"/>
              </a:xfrm>
              <a:prstGeom prst="rect">
                <a:avLst/>
              </a:prstGeom>
            </p:spPr>
            <p:txBody>
              <a:bodyPr/>
              <a:p>
                <a14:m>
                  <m:oMath xmlns:m="http://schemas.openxmlformats.org/officeDocument/2006/math">
                    <m:r>
                      <m:t xml:space="preserve">δQ</m:t>
                    </m:r>
                    <m:r>
                      <m:t xml:space="preserve">=</m:t>
                    </m:r>
                    <m:sSub>
                      <m:e>
                        <m:d>
                          <m:dPr>
                            <m:begChr m:val="("/>
                            <m:endChr m:val=")"/>
                          </m:dPr>
                          <m:e>
                            <m:f>
                              <m:num>
                                <m:r>
                                  <m:t xml:space="preserve">∂</m:t>
                                </m:r>
                                <m:r>
                                  <m:t xml:space="preserve">Q</m:t>
                                </m:r>
                              </m:num>
                              <m:den>
                                <m:r>
                                  <m:t xml:space="preserve">∂</m:t>
                                </m:r>
                                <m:r>
                                  <m:t xml:space="preserve">T</m:t>
                                </m:r>
                              </m:den>
                            </m:f>
                          </m:e>
                        </m:d>
                      </m:e>
                      <m:sub>
                        <m:r>
                          <m:t xml:space="preserve">P</m:t>
                        </m:r>
                      </m:sub>
                    </m:sSub>
                    <m:r>
                      <m:rPr>
                        <m:lit/>
                        <m:nor/>
                      </m:rPr>
                      <m:t xml:space="preserve">dT</m:t>
                    </m:r>
                    <m:r>
                      <m:t xml:space="preserve">+</m:t>
                    </m:r>
                    <m:sSub>
                      <m:e>
                        <m:d>
                          <m:dPr>
                            <m:begChr m:val="("/>
                            <m:endChr m:val=")"/>
                          </m:dPr>
                          <m:e>
                            <m:f>
                              <m:num>
                                <m:r>
                                  <m:t xml:space="preserve">∂</m:t>
                                </m:r>
                                <m:r>
                                  <m:t xml:space="preserve">Q</m:t>
                                </m:r>
                              </m:num>
                              <m:den>
                                <m:r>
                                  <m:t xml:space="preserve">∂</m:t>
                                </m:r>
                                <m:r>
                                  <m:t xml:space="preserve">P</m:t>
                                </m:r>
                              </m:den>
                            </m:f>
                          </m:e>
                        </m:d>
                      </m:e>
                      <m:sub>
                        <m:r>
                          <m:t xml:space="preserve">T</m:t>
                        </m:r>
                      </m:sub>
                    </m:sSub>
                    <m:r>
                      <m:rPr>
                        <m:lit/>
                        <m:nor/>
                      </m:rPr>
                      <m:t xml:space="preserve">dP</m:t>
                    </m:r>
                  </m:oMath>
                </a14:m>
              </a:p>
            </p:txBody>
          </p:sp>
        </mc:Choice>
        <mc:Fallback>
          <p:sp>
            <p:nvSpPr>
              <p:cNvPr id="97" name="Object 2"/>
              <p:cNvSpPr txBox="1"/>
              <p:nvPr/>
            </p:nvSpPr>
            <p:spPr>
              <a:xfrm>
                <a:off x="3071880" y="2857680"/>
                <a:ext cx="2744640" cy="701640"/>
              </a:xfrm>
              <a:prstGeom prst="rect">
                <a:avLst/>
              </a:prstGeom>
              <a:blipFill>
                <a:blip r:embed="rId1"/>
                <a:stretch>
                  <a:fillRect/>
                </a:stretch>
              </a:blipFill>
            </p:spPr>
          </p:sp>
        </mc:Fallback>
      </mc:AlternateContent>
      <mc:AlternateContent>
        <mc:Choice xmlns:a14="http://schemas.microsoft.com/office/drawing/2010/main" Requires="a14">
          <p:sp>
            <p:nvSpPr>
              <p:cNvPr id="98" name="Object 3"/>
              <p:cNvSpPr txBox="1"/>
              <p:nvPr/>
            </p:nvSpPr>
            <p:spPr>
              <a:xfrm>
                <a:off x="0" y="2857680"/>
                <a:ext cx="2784600" cy="701640"/>
              </a:xfrm>
              <a:prstGeom prst="rect">
                <a:avLst/>
              </a:prstGeom>
            </p:spPr>
            <p:txBody>
              <a:bodyPr/>
              <a:p>
                <a14:m>
                  <m:oMath xmlns:m="http://schemas.openxmlformats.org/officeDocument/2006/math">
                    <m:r>
                      <m:t xml:space="preserve">δQ</m:t>
                    </m:r>
                    <m:r>
                      <m:t xml:space="preserve">=</m:t>
                    </m:r>
                    <m:sSub>
                      <m:e>
                        <m:d>
                          <m:dPr>
                            <m:begChr m:val="("/>
                            <m:endChr m:val=")"/>
                          </m:dPr>
                          <m:e>
                            <m:f>
                              <m:num>
                                <m:r>
                                  <m:t xml:space="preserve">∂</m:t>
                                </m:r>
                                <m:r>
                                  <m:t xml:space="preserve">Q</m:t>
                                </m:r>
                              </m:num>
                              <m:den>
                                <m:r>
                                  <m:t xml:space="preserve">∂</m:t>
                                </m:r>
                                <m:r>
                                  <m:t xml:space="preserve">T</m:t>
                                </m:r>
                              </m:den>
                            </m:f>
                          </m:e>
                        </m:d>
                      </m:e>
                      <m:sub>
                        <m:r>
                          <m:t xml:space="preserve">V</m:t>
                        </m:r>
                      </m:sub>
                    </m:sSub>
                    <m:r>
                      <m:rPr>
                        <m:lit/>
                        <m:nor/>
                      </m:rPr>
                      <m:t xml:space="preserve">dT</m:t>
                    </m:r>
                    <m:r>
                      <m:t xml:space="preserve">+</m:t>
                    </m:r>
                    <m:sSub>
                      <m:e>
                        <m:d>
                          <m:dPr>
                            <m:begChr m:val="("/>
                            <m:endChr m:val=")"/>
                          </m:dPr>
                          <m:e>
                            <m:f>
                              <m:num>
                                <m:r>
                                  <m:t xml:space="preserve">∂</m:t>
                                </m:r>
                                <m:r>
                                  <m:t xml:space="preserve">Q</m:t>
                                </m:r>
                              </m:num>
                              <m:den>
                                <m:r>
                                  <m:t xml:space="preserve">∂</m:t>
                                </m:r>
                                <m:r>
                                  <m:t xml:space="preserve">V</m:t>
                                </m:r>
                              </m:den>
                            </m:f>
                          </m:e>
                        </m:d>
                      </m:e>
                      <m:sub>
                        <m:r>
                          <m:t xml:space="preserve">T</m:t>
                        </m:r>
                      </m:sub>
                    </m:sSub>
                    <m:r>
                      <m:rPr>
                        <m:lit/>
                        <m:nor/>
                      </m:rPr>
                      <m:t xml:space="preserve">dV</m:t>
                    </m:r>
                  </m:oMath>
                </a14:m>
              </a:p>
            </p:txBody>
          </p:sp>
        </mc:Choice>
        <mc:Fallback>
          <p:sp>
            <p:nvSpPr>
              <p:cNvPr id="98" name="Object 3"/>
              <p:cNvSpPr txBox="1"/>
              <p:nvPr/>
            </p:nvSpPr>
            <p:spPr>
              <a:xfrm>
                <a:off x="0" y="2857680"/>
                <a:ext cx="2784600" cy="701640"/>
              </a:xfrm>
              <a:prstGeom prst="rect">
                <a:avLst/>
              </a:prstGeom>
              <a:blipFill>
                <a:blip r:embed="rId2"/>
                <a:stretch>
                  <a:fillRect/>
                </a:stretch>
              </a:blipFill>
            </p:spPr>
          </p:sp>
        </mc:Fallback>
      </mc:AlternateContent>
      <p:sp>
        <p:nvSpPr>
          <p:cNvPr id="99" name="Text Box 41"/>
          <p:cNvSpPr/>
          <p:nvPr/>
        </p:nvSpPr>
        <p:spPr>
          <a:xfrm>
            <a:off x="0" y="5214960"/>
            <a:ext cx="5435640" cy="398880"/>
          </a:xfrm>
          <a:prstGeom prst="rect">
            <a:avLst/>
          </a:prstGeom>
          <a:noFill/>
          <a:ln w="0">
            <a:noFill/>
          </a:ln>
        </p:spPr>
        <p:style>
          <a:lnRef idx="0"/>
          <a:fillRef idx="0"/>
          <a:effectRef idx="0"/>
          <a:fontRef idx="minor"/>
        </p:style>
        <p:txBody>
          <a:bodyPr lIns="90000" rIns="90000" tIns="46800" bIns="46800" anchor="t">
            <a:spAutoFit/>
          </a:bodyPr>
          <a:p>
            <a:pPr>
              <a:lnSpc>
                <a:spcPct val="100000"/>
              </a:lnSpc>
              <a:spcBef>
                <a:spcPts val="125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i="1" lang="fr-FR" sz="2000" strike="noStrike" u="none">
                <a:solidFill>
                  <a:srgbClr val="c00000"/>
                </a:solidFill>
                <a:effectLst/>
                <a:uFillTx/>
                <a:latin typeface="Times New Roman"/>
              </a:rPr>
              <a:t>Capacité thermique à </a:t>
            </a:r>
            <a:r>
              <a:rPr b="0" i="1" lang="fr-FR" sz="2000" strike="noStrike" u="sng">
                <a:solidFill>
                  <a:srgbClr val="c00000"/>
                </a:solidFill>
                <a:effectLst/>
                <a:uFillTx/>
                <a:latin typeface="Times New Roman"/>
              </a:rPr>
              <a:t>volume</a:t>
            </a:r>
            <a:r>
              <a:rPr b="0" i="1" lang="fr-FR" sz="2000" strike="noStrike" u="none">
                <a:solidFill>
                  <a:srgbClr val="c00000"/>
                </a:solidFill>
                <a:effectLst/>
                <a:uFillTx/>
                <a:latin typeface="Times New Roman"/>
              </a:rPr>
              <a:t> constant</a:t>
            </a:r>
            <a:endParaRPr b="0" lang="en-US" sz="2000" strike="noStrike" u="none">
              <a:solidFill>
                <a:srgbClr val="000000"/>
              </a:solidFill>
              <a:effectLst/>
              <a:uFillTx/>
              <a:latin typeface="Arial"/>
            </a:endParaRPr>
          </a:p>
        </p:txBody>
      </p:sp>
      <p:sp>
        <p:nvSpPr>
          <p:cNvPr id="100" name="Text Box 42"/>
          <p:cNvSpPr/>
          <p:nvPr/>
        </p:nvSpPr>
        <p:spPr>
          <a:xfrm>
            <a:off x="3857760" y="4929120"/>
            <a:ext cx="5867280" cy="398880"/>
          </a:xfrm>
          <a:prstGeom prst="rect">
            <a:avLst/>
          </a:prstGeom>
          <a:noFill/>
          <a:ln w="0">
            <a:noFill/>
          </a:ln>
        </p:spPr>
        <p:style>
          <a:lnRef idx="0"/>
          <a:fillRef idx="0"/>
          <a:effectRef idx="0"/>
          <a:fontRef idx="minor"/>
        </p:style>
        <p:txBody>
          <a:bodyPr lIns="90000" rIns="90000" tIns="46800" bIns="46800" anchor="t">
            <a:spAutoFit/>
          </a:bodyPr>
          <a:p>
            <a:pPr>
              <a:lnSpc>
                <a:spcPct val="100000"/>
              </a:lnSpc>
              <a:spcBef>
                <a:spcPts val="125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i="1" lang="fr-FR" sz="2000" strike="noStrike" u="none">
                <a:solidFill>
                  <a:srgbClr val="c00000"/>
                </a:solidFill>
                <a:effectLst/>
                <a:uFillTx/>
                <a:latin typeface="Times New Roman"/>
              </a:rPr>
              <a:t>Capacité thermique à </a:t>
            </a:r>
            <a:r>
              <a:rPr b="0" i="1" lang="fr-FR" sz="2000" strike="noStrike" u="sng">
                <a:solidFill>
                  <a:srgbClr val="c00000"/>
                </a:solidFill>
                <a:effectLst/>
                <a:uFillTx/>
                <a:latin typeface="Times New Roman"/>
              </a:rPr>
              <a:t>pression</a:t>
            </a:r>
            <a:r>
              <a:rPr b="0" i="1" lang="fr-FR" sz="2000" strike="noStrike" u="none">
                <a:solidFill>
                  <a:srgbClr val="c00000"/>
                </a:solidFill>
                <a:effectLst/>
                <a:uFillTx/>
                <a:latin typeface="Times New Roman"/>
              </a:rPr>
              <a:t> constante</a:t>
            </a:r>
            <a:endParaRPr b="0" lang="en-US" sz="2000" strike="noStrike" u="none">
              <a:solidFill>
                <a:srgbClr val="000000"/>
              </a:solidFill>
              <a:effectLst/>
              <a:uFillTx/>
              <a:latin typeface="Arial"/>
            </a:endParaRPr>
          </a:p>
        </p:txBody>
      </p:sp>
      <p:sp>
        <p:nvSpPr>
          <p:cNvPr id="101" name="Rectangle 43"/>
          <p:cNvSpPr/>
          <p:nvPr/>
        </p:nvSpPr>
        <p:spPr>
          <a:xfrm>
            <a:off x="378360" y="642960"/>
            <a:ext cx="3926160" cy="3988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spcBef>
                <a:spcPts val="125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en-GB" sz="2000" strike="noStrike" u="none">
                <a:solidFill>
                  <a:srgbClr val="ff0000"/>
                </a:solidFill>
                <a:effectLst/>
                <a:uFillTx/>
                <a:latin typeface="Times New Roman"/>
                <a:ea typeface="Times New Roman"/>
              </a:rPr>
              <a:t>Expression de la quantité de chaleur </a:t>
            </a:r>
            <a:endParaRPr b="0" lang="en-US" sz="2000" strike="noStrike" u="none">
              <a:solidFill>
                <a:srgbClr val="000000"/>
              </a:solidFill>
              <a:effectLst/>
              <a:uFillTx/>
              <a:latin typeface="Arial"/>
            </a:endParaRPr>
          </a:p>
        </p:txBody>
      </p:sp>
      <p:sp>
        <p:nvSpPr>
          <p:cNvPr id="102" name="Rectangle 4"/>
          <p:cNvSpPr/>
          <p:nvPr/>
        </p:nvSpPr>
        <p:spPr>
          <a:xfrm>
            <a:off x="0" y="0"/>
            <a:ext cx="9144000" cy="571680"/>
          </a:xfrm>
          <a:prstGeom prst="rect">
            <a:avLst/>
          </a:prstGeom>
          <a:solidFill>
            <a:srgbClr val="4f81bd"/>
          </a:solidFill>
          <a:ln w="0">
            <a:noFill/>
          </a:ln>
        </p:spPr>
        <p:style>
          <a:lnRef idx="0"/>
          <a:fillRef idx="0"/>
          <a:effectRef idx="0"/>
          <a:fontRef idx="minor"/>
        </p:style>
        <p:txBody>
          <a:bodyPr lIns="90000" rIns="90000" tIns="46800" bIns="46800" anchor="b" anchorCtr="1">
            <a:noAutofit/>
          </a:bodyPr>
          <a:p>
            <a:pPr>
              <a:lnSpc>
                <a:spcPct val="15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800" strike="noStrike" u="none">
                <a:solidFill>
                  <a:srgbClr val="cc3300"/>
                </a:solidFill>
                <a:effectLst/>
                <a:uFillTx/>
                <a:latin typeface="Times New Roman"/>
                <a:ea typeface="Times New Roman"/>
              </a:rPr>
              <a:t>Séance 3 : </a:t>
            </a:r>
            <a:r>
              <a:rPr b="1" lang="fr-FR" sz="2800" strike="noStrike" u="none">
                <a:solidFill>
                  <a:srgbClr val="cc3300"/>
                </a:solidFill>
                <a:effectLst/>
                <a:uFillTx/>
                <a:latin typeface="Times New Roman"/>
                <a:ea typeface="Times New Roman"/>
              </a:rPr>
              <a:t>QUANTITE DE CHALEUR ET TRAVAIL</a:t>
            </a:r>
            <a:endParaRPr b="0" lang="en-US" sz="2800" strike="noStrike" u="none">
              <a:solidFill>
                <a:srgbClr val="000000"/>
              </a:solidFill>
              <a:effectLst/>
              <a:uFillTx/>
              <a:latin typeface="Arial"/>
            </a:endParaRPr>
          </a:p>
        </p:txBody>
      </p:sp>
      <mc:AlternateContent>
        <mc:Choice xmlns:a14="http://schemas.microsoft.com/office/drawing/2010/main" Requires="a14">
          <p:sp>
            <p:nvSpPr>
              <p:cNvPr id="103" name="Object 13"/>
              <p:cNvSpPr txBox="1"/>
              <p:nvPr/>
            </p:nvSpPr>
            <p:spPr>
              <a:xfrm>
                <a:off x="6215040" y="2857680"/>
                <a:ext cx="2784600" cy="701640"/>
              </a:xfrm>
              <a:prstGeom prst="rect">
                <a:avLst/>
              </a:prstGeom>
            </p:spPr>
            <p:txBody>
              <a:bodyPr/>
              <a:p>
                <a14:m>
                  <m:oMath xmlns:m="http://schemas.openxmlformats.org/officeDocument/2006/math">
                    <m:r>
                      <m:t xml:space="preserve">δQ</m:t>
                    </m:r>
                    <m:r>
                      <m:t xml:space="preserve">=</m:t>
                    </m:r>
                    <m:sSub>
                      <m:e>
                        <m:d>
                          <m:dPr>
                            <m:begChr m:val="("/>
                            <m:endChr m:val=")"/>
                          </m:dPr>
                          <m:e>
                            <m:f>
                              <m:num>
                                <m:r>
                                  <m:t xml:space="preserve">∂</m:t>
                                </m:r>
                                <m:r>
                                  <m:t xml:space="preserve">Q</m:t>
                                </m:r>
                              </m:num>
                              <m:den>
                                <m:r>
                                  <m:t xml:space="preserve">∂</m:t>
                                </m:r>
                                <m:r>
                                  <m:t xml:space="preserve">V</m:t>
                                </m:r>
                              </m:den>
                            </m:f>
                          </m:e>
                        </m:d>
                      </m:e>
                      <m:sub>
                        <m:r>
                          <m:t xml:space="preserve">P</m:t>
                        </m:r>
                      </m:sub>
                    </m:sSub>
                    <m:r>
                      <m:rPr>
                        <m:lit/>
                        <m:nor/>
                      </m:rPr>
                      <m:t xml:space="preserve">dV</m:t>
                    </m:r>
                    <m:r>
                      <m:t xml:space="preserve">+</m:t>
                    </m:r>
                    <m:sSub>
                      <m:e>
                        <m:d>
                          <m:dPr>
                            <m:begChr m:val="("/>
                            <m:endChr m:val=")"/>
                          </m:dPr>
                          <m:e>
                            <m:f>
                              <m:num>
                                <m:r>
                                  <m:t xml:space="preserve">∂</m:t>
                                </m:r>
                                <m:r>
                                  <m:t xml:space="preserve">Q</m:t>
                                </m:r>
                              </m:num>
                              <m:den>
                                <m:r>
                                  <m:t xml:space="preserve">∂</m:t>
                                </m:r>
                                <m:r>
                                  <m:t xml:space="preserve">P</m:t>
                                </m:r>
                              </m:den>
                            </m:f>
                          </m:e>
                        </m:d>
                      </m:e>
                      <m:sub>
                        <m:r>
                          <m:t xml:space="preserve">V</m:t>
                        </m:r>
                      </m:sub>
                    </m:sSub>
                    <m:r>
                      <m:rPr>
                        <m:lit/>
                        <m:nor/>
                      </m:rPr>
                      <m:t xml:space="preserve">dP</m:t>
                    </m:r>
                  </m:oMath>
                </a14:m>
              </a:p>
            </p:txBody>
          </p:sp>
        </mc:Choice>
        <mc:Fallback>
          <p:sp>
            <p:nvSpPr>
              <p:cNvPr id="103" name="Object 13"/>
              <p:cNvSpPr txBox="1"/>
              <p:nvPr/>
            </p:nvSpPr>
            <p:spPr>
              <a:xfrm>
                <a:off x="6215040" y="2857680"/>
                <a:ext cx="2784600" cy="701640"/>
              </a:xfrm>
              <a:prstGeom prst="rect">
                <a:avLst/>
              </a:prstGeom>
              <a:blipFill>
                <a:blip r:embed="rId3"/>
                <a:stretch>
                  <a:fillRect/>
                </a:stretch>
              </a:blipFill>
            </p:spPr>
          </p:sp>
        </mc:Fallback>
      </mc:AlternateContent>
      <mc:AlternateContent>
        <mc:Choice xmlns:a14="http://schemas.microsoft.com/office/drawing/2010/main" Requires="a14">
          <p:sp>
            <p:nvSpPr>
              <p:cNvPr id="104" name="Object 14"/>
              <p:cNvSpPr txBox="1"/>
              <p:nvPr/>
            </p:nvSpPr>
            <p:spPr>
              <a:xfrm>
                <a:off x="214200" y="3643200"/>
                <a:ext cx="2559240" cy="482760"/>
              </a:xfrm>
              <a:prstGeom prst="rect">
                <a:avLst/>
              </a:prstGeom>
            </p:spPr>
            <p:txBody>
              <a:bodyPr/>
              <a:p>
                <a14:m>
                  <m:oMath xmlns:m="http://schemas.openxmlformats.org/officeDocument/2006/math">
                    <m:r>
                      <m:t xml:space="preserve">δQ</m:t>
                    </m:r>
                    <m:r>
                      <m:t xml:space="preserve">=</m:t>
                    </m:r>
                    <m:sSub>
                      <m:e>
                        <m:r>
                          <m:t xml:space="preserve">C</m:t>
                        </m:r>
                      </m:e>
                      <m:sub>
                        <m:r>
                          <m:t xml:space="preserve">V</m:t>
                        </m:r>
                      </m:sub>
                    </m:sSub>
                    <m:r>
                      <m:t xml:space="preserve"> </m:t>
                    </m:r>
                    <m:r>
                      <m:rPr>
                        <m:lit/>
                        <m:nor/>
                      </m:rPr>
                      <m:t xml:space="preserve">dT</m:t>
                    </m:r>
                    <m:r>
                      <m:t xml:space="preserve">+</m:t>
                    </m:r>
                    <m:r>
                      <m:rPr>
                        <m:lit/>
                        <m:nor/>
                      </m:rPr>
                      <m:t xml:space="preserve">ldV</m:t>
                    </m:r>
                  </m:oMath>
                </a14:m>
              </a:p>
            </p:txBody>
          </p:sp>
        </mc:Choice>
        <mc:Fallback>
          <p:sp>
            <p:nvSpPr>
              <p:cNvPr id="104" name="Object 14"/>
              <p:cNvSpPr txBox="1"/>
              <p:nvPr/>
            </p:nvSpPr>
            <p:spPr>
              <a:xfrm>
                <a:off x="214200" y="3643200"/>
                <a:ext cx="2559240" cy="482760"/>
              </a:xfrm>
              <a:prstGeom prst="rect">
                <a:avLst/>
              </a:prstGeom>
              <a:blipFill>
                <a:blip r:embed="rId4"/>
                <a:stretch>
                  <a:fillRect/>
                </a:stretch>
              </a:blipFill>
            </p:spPr>
          </p:sp>
        </mc:Fallback>
      </mc:AlternateContent>
      <mc:AlternateContent>
        <mc:Choice xmlns:a14="http://schemas.microsoft.com/office/drawing/2010/main" Requires="a14">
          <p:sp>
            <p:nvSpPr>
              <p:cNvPr id="105" name="Object 15"/>
              <p:cNvSpPr txBox="1"/>
              <p:nvPr/>
            </p:nvSpPr>
            <p:spPr>
              <a:xfrm>
                <a:off x="3094200" y="3643200"/>
                <a:ext cx="2692080" cy="471600"/>
              </a:xfrm>
              <a:prstGeom prst="rect">
                <a:avLst/>
              </a:prstGeom>
            </p:spPr>
            <p:txBody>
              <a:bodyPr/>
              <a:p>
                <a14:m>
                  <m:oMath xmlns:m="http://schemas.openxmlformats.org/officeDocument/2006/math">
                    <m:r>
                      <m:t xml:space="preserve">δQ</m:t>
                    </m:r>
                    <m:r>
                      <m:t xml:space="preserve">=</m:t>
                    </m:r>
                    <m:sSub>
                      <m:e>
                        <m:r>
                          <m:t xml:space="preserve">C</m:t>
                        </m:r>
                      </m:e>
                      <m:sub>
                        <m:r>
                          <m:t xml:space="preserve">P</m:t>
                        </m:r>
                      </m:sub>
                    </m:sSub>
                    <m:r>
                      <m:t xml:space="preserve"> </m:t>
                    </m:r>
                    <m:r>
                      <m:rPr>
                        <m:lit/>
                        <m:nor/>
                      </m:rPr>
                      <m:t xml:space="preserve">dT</m:t>
                    </m:r>
                    <m:r>
                      <m:t xml:space="preserve">+</m:t>
                    </m:r>
                    <m:r>
                      <m:rPr>
                        <m:lit/>
                        <m:nor/>
                      </m:rPr>
                      <m:t xml:space="preserve">hdP</m:t>
                    </m:r>
                  </m:oMath>
                </a14:m>
              </a:p>
            </p:txBody>
          </p:sp>
        </mc:Choice>
        <mc:Fallback>
          <p:sp>
            <p:nvSpPr>
              <p:cNvPr id="105" name="Object 15"/>
              <p:cNvSpPr txBox="1"/>
              <p:nvPr/>
            </p:nvSpPr>
            <p:spPr>
              <a:xfrm>
                <a:off x="3094200" y="3643200"/>
                <a:ext cx="2692080" cy="471600"/>
              </a:xfrm>
              <a:prstGeom prst="rect">
                <a:avLst/>
              </a:prstGeom>
              <a:blipFill>
                <a:blip r:embed="rId5"/>
                <a:stretch>
                  <a:fillRect/>
                </a:stretch>
              </a:blipFill>
            </p:spPr>
          </p:sp>
        </mc:Fallback>
      </mc:AlternateContent>
      <mc:AlternateContent>
        <mc:Choice xmlns:a14="http://schemas.microsoft.com/office/drawing/2010/main" Requires="a14">
          <p:sp>
            <p:nvSpPr>
              <p:cNvPr id="106" name="Object 16"/>
              <p:cNvSpPr txBox="1"/>
              <p:nvPr/>
            </p:nvSpPr>
            <p:spPr>
              <a:xfrm>
                <a:off x="6215040" y="3622680"/>
                <a:ext cx="2714760" cy="520560"/>
              </a:xfrm>
              <a:prstGeom prst="rect">
                <a:avLst/>
              </a:prstGeom>
            </p:spPr>
            <p:txBody>
              <a:bodyPr/>
              <a:p>
                <a14:m>
                  <m:oMath xmlns:m="http://schemas.openxmlformats.org/officeDocument/2006/math">
                    <m:r>
                      <m:t xml:space="preserve">δQ</m:t>
                    </m:r>
                    <m:r>
                      <m:t xml:space="preserve">=</m:t>
                    </m:r>
                    <m:r>
                      <m:t xml:space="preserve">μ</m:t>
                    </m:r>
                    <m:r>
                      <m:rPr>
                        <m:lit/>
                        <m:nor/>
                      </m:rPr>
                      <m:t xml:space="preserve">dV</m:t>
                    </m:r>
                    <m:r>
                      <m:t xml:space="preserve">+</m:t>
                    </m:r>
                    <m:r>
                      <m:t xml:space="preserve">λ</m:t>
                    </m:r>
                    <m:r>
                      <m:rPr>
                        <m:lit/>
                        <m:nor/>
                      </m:rPr>
                      <m:t xml:space="preserve">dP</m:t>
                    </m:r>
                  </m:oMath>
                </a14:m>
              </a:p>
            </p:txBody>
          </p:sp>
        </mc:Choice>
        <mc:Fallback>
          <p:sp>
            <p:nvSpPr>
              <p:cNvPr id="106" name="Object 16"/>
              <p:cNvSpPr txBox="1"/>
              <p:nvPr/>
            </p:nvSpPr>
            <p:spPr>
              <a:xfrm>
                <a:off x="6215040" y="3622680"/>
                <a:ext cx="2714760" cy="520560"/>
              </a:xfrm>
              <a:prstGeom prst="rect">
                <a:avLst/>
              </a:prstGeom>
              <a:blipFill>
                <a:blip r:embed="rId6"/>
                <a:stretch>
                  <a:fillRect/>
                </a:stretch>
              </a:blipFill>
            </p:spPr>
          </p:sp>
        </mc:Fallback>
      </mc:AlternateContent>
      <p:sp>
        <p:nvSpPr>
          <p:cNvPr id="107" name="Rectangle 16"/>
          <p:cNvSpPr/>
          <p:nvPr/>
        </p:nvSpPr>
        <p:spPr>
          <a:xfrm>
            <a:off x="142920" y="4357800"/>
            <a:ext cx="8858160" cy="745560"/>
          </a:xfrm>
          <a:prstGeom prst="rect">
            <a:avLst/>
          </a:prstGeom>
          <a:noFill/>
          <a:ln w="0">
            <a:noFill/>
          </a:ln>
        </p:spPr>
        <p:style>
          <a:lnRef idx="0"/>
          <a:fillRef idx="0"/>
          <a:effectRef idx="0"/>
          <a:fontRef idx="minor"/>
        </p:style>
        <p:txBody>
          <a:bodyPr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i="1" lang="en-GB" sz="2000" strike="noStrike" u="none">
                <a:solidFill>
                  <a:srgbClr val="000000"/>
                </a:solidFill>
                <a:effectLst/>
                <a:uFillTx/>
                <a:latin typeface="Times New Roman"/>
                <a:ea typeface="Times New Roman"/>
              </a:rPr>
              <a:t>Les </a:t>
            </a:r>
            <a:r>
              <a:rPr b="1" i="1" lang="en-GB" sz="2000" strike="noStrike" u="none">
                <a:solidFill>
                  <a:srgbClr val="000000"/>
                </a:solidFill>
                <a:effectLst/>
                <a:uFillTx/>
                <a:latin typeface="Times New Roman"/>
                <a:ea typeface="Times New Roman"/>
              </a:rPr>
              <a:t>6</a:t>
            </a:r>
            <a:r>
              <a:rPr b="0" i="1" lang="en-GB" sz="2000" strike="noStrike" u="none">
                <a:solidFill>
                  <a:srgbClr val="000000"/>
                </a:solidFill>
                <a:effectLst/>
                <a:uFillTx/>
                <a:latin typeface="Times New Roman"/>
                <a:ea typeface="Times New Roman"/>
              </a:rPr>
              <a:t> coefficients </a:t>
            </a:r>
            <a:r>
              <a:rPr b="1" i="1" lang="en-GB" sz="2000" strike="noStrike" u="none">
                <a:solidFill>
                  <a:srgbClr val="000000"/>
                </a:solidFill>
                <a:effectLst/>
                <a:uFillTx/>
                <a:latin typeface="Times New Roman"/>
                <a:ea typeface="Times New Roman"/>
              </a:rPr>
              <a:t>C</a:t>
            </a:r>
            <a:r>
              <a:rPr b="1" i="1" lang="en-GB" sz="2000" strike="noStrike" u="none" baseline="-25000">
                <a:solidFill>
                  <a:srgbClr val="000000"/>
                </a:solidFill>
                <a:effectLst/>
                <a:uFillTx/>
                <a:latin typeface="Times New Roman"/>
                <a:ea typeface="Times New Roman"/>
              </a:rPr>
              <a:t>p</a:t>
            </a:r>
            <a:r>
              <a:rPr b="1" i="1" lang="en-GB" sz="2000" strike="noStrike" u="none">
                <a:solidFill>
                  <a:srgbClr val="000000"/>
                </a:solidFill>
                <a:effectLst/>
                <a:uFillTx/>
                <a:latin typeface="Times New Roman"/>
                <a:ea typeface="Times New Roman"/>
              </a:rPr>
              <a:t>, C</a:t>
            </a:r>
            <a:r>
              <a:rPr b="1" i="1" lang="en-GB" sz="2000" strike="noStrike" u="none" baseline="-25000">
                <a:solidFill>
                  <a:srgbClr val="000000"/>
                </a:solidFill>
                <a:effectLst/>
                <a:uFillTx/>
                <a:latin typeface="Times New Roman"/>
                <a:ea typeface="Times New Roman"/>
              </a:rPr>
              <a:t>V </a:t>
            </a:r>
            <a:r>
              <a:rPr b="1" i="1" lang="en-GB" sz="2000" strike="noStrike" u="none">
                <a:solidFill>
                  <a:srgbClr val="000000"/>
                </a:solidFill>
                <a:effectLst/>
                <a:uFillTx/>
                <a:latin typeface="Times New Roman"/>
                <a:ea typeface="Times New Roman"/>
              </a:rPr>
              <a:t>, l , h, </a:t>
            </a:r>
            <a:r>
              <a:rPr b="1" i="1" lang="en-GB" sz="2000" strike="noStrike" u="none">
                <a:solidFill>
                  <a:srgbClr val="000000"/>
                </a:solidFill>
                <a:effectLst/>
                <a:uFillTx/>
                <a:latin typeface="Symbol"/>
                <a:ea typeface="Symbol"/>
              </a:rPr>
              <a:t></a:t>
            </a:r>
            <a:r>
              <a:rPr b="1" i="1" lang="en-GB" sz="2000" strike="noStrike" u="none">
                <a:solidFill>
                  <a:srgbClr val="000000"/>
                </a:solidFill>
                <a:effectLst/>
                <a:uFillTx/>
                <a:latin typeface="Times New Roman"/>
                <a:ea typeface="Times New Roman"/>
              </a:rPr>
              <a:t> et </a:t>
            </a:r>
            <a:r>
              <a:rPr b="1" i="1" lang="en-GB" sz="2000" strike="noStrike" u="none">
                <a:solidFill>
                  <a:srgbClr val="000000"/>
                </a:solidFill>
                <a:effectLst/>
                <a:uFillTx/>
                <a:latin typeface="Symbol"/>
                <a:ea typeface="Symbol"/>
              </a:rPr>
              <a:t></a:t>
            </a:r>
            <a:r>
              <a:rPr b="1" i="1" lang="en-GB" sz="2000" strike="noStrike" u="none">
                <a:solidFill>
                  <a:srgbClr val="000000"/>
                </a:solidFill>
                <a:effectLst/>
                <a:uFillTx/>
                <a:latin typeface="Times New Roman"/>
                <a:ea typeface="Times New Roman"/>
              </a:rPr>
              <a:t> </a:t>
            </a:r>
            <a:r>
              <a:rPr b="0" i="1" lang="en-GB" sz="2000" strike="noStrike" u="none">
                <a:solidFill>
                  <a:srgbClr val="000000"/>
                </a:solidFill>
                <a:effectLst/>
                <a:uFillTx/>
                <a:latin typeface="Times New Roman"/>
                <a:ea typeface="Times New Roman"/>
              </a:rPr>
              <a:t>sont appelés </a:t>
            </a:r>
            <a:r>
              <a:rPr b="0" i="1" lang="en-GB" sz="2000" strike="noStrike" u="sng">
                <a:solidFill>
                  <a:srgbClr val="000000"/>
                </a:solidFill>
                <a:effectLst/>
                <a:uFillTx/>
                <a:latin typeface="Times New Roman"/>
                <a:ea typeface="Times New Roman"/>
              </a:rPr>
              <a:t>les coefficients calorimétriques</a:t>
            </a:r>
            <a:r>
              <a:rPr b="0" i="1" lang="en-GB" sz="2000" strike="noStrike" u="none">
                <a:solidFill>
                  <a:srgbClr val="000000"/>
                </a:solidFill>
                <a:effectLst/>
                <a:uFillTx/>
                <a:latin typeface="Times New Roman"/>
                <a:ea typeface="Times New Roman"/>
              </a:rPr>
              <a:t> de la substance étudiée.</a:t>
            </a:r>
            <a:endParaRPr b="0" lang="en-US" sz="2000" strike="noStrike" u="none">
              <a:solidFill>
                <a:srgbClr val="000000"/>
              </a:solidFill>
              <a:effectLst/>
              <a:uFillTx/>
              <a:latin typeface="Arial"/>
            </a:endParaRPr>
          </a:p>
        </p:txBody>
      </p:sp>
      <p:sp>
        <p:nvSpPr>
          <p:cNvPr id="108" name="Ellipse 17"/>
          <p:cNvSpPr/>
          <p:nvPr/>
        </p:nvSpPr>
        <p:spPr>
          <a:xfrm>
            <a:off x="1000080" y="3571920"/>
            <a:ext cx="357120" cy="571320"/>
          </a:xfrm>
          <a:prstGeom prst="ellipse">
            <a:avLst/>
          </a:prstGeom>
          <a:noFill/>
          <a:ln w="25560">
            <a:solidFill>
              <a:srgbClr val="385d8a"/>
            </a:solidFill>
            <a:miter/>
          </a:ln>
        </p:spPr>
        <p:style>
          <a:lnRef idx="0"/>
          <a:fillRef idx="0"/>
          <a:effectRef idx="0"/>
          <a:fontRef idx="minor"/>
        </p:style>
        <p:txBody>
          <a:bodyPr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trike="noStrike" u="none">
              <a:solidFill>
                <a:srgbClr val="000000"/>
              </a:solidFill>
              <a:effectLst/>
              <a:uFillTx/>
              <a:latin typeface="Arial"/>
            </a:endParaRPr>
          </a:p>
        </p:txBody>
      </p:sp>
      <p:sp>
        <p:nvSpPr>
          <p:cNvPr id="109" name="Ellipse 18"/>
          <p:cNvSpPr/>
          <p:nvPr/>
        </p:nvSpPr>
        <p:spPr>
          <a:xfrm>
            <a:off x="3929040" y="3643200"/>
            <a:ext cx="357120" cy="571680"/>
          </a:xfrm>
          <a:prstGeom prst="ellipse">
            <a:avLst/>
          </a:prstGeom>
          <a:noFill/>
          <a:ln w="25560">
            <a:solidFill>
              <a:srgbClr val="385d8a"/>
            </a:solidFill>
            <a:miter/>
          </a:ln>
        </p:spPr>
        <p:style>
          <a:lnRef idx="0"/>
          <a:fillRef idx="0"/>
          <a:effectRef idx="0"/>
          <a:fontRef idx="minor"/>
        </p:style>
        <p:txBody>
          <a:bodyPr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trike="noStrike" u="none">
              <a:solidFill>
                <a:srgbClr val="000000"/>
              </a:solidFill>
              <a:effectLst/>
              <a:uFillTx/>
              <a:latin typeface="Arial"/>
            </a:endParaRPr>
          </a:p>
        </p:txBody>
      </p:sp>
      <p:cxnSp>
        <p:nvCxnSpPr>
          <p:cNvPr id="110" name="Connecteur droit avec flèche 20"/>
          <p:cNvCxnSpPr>
            <a:stCxn id="99" idx="0"/>
          </p:cNvCxnSpPr>
          <p:nvPr/>
        </p:nvCxnSpPr>
        <p:spPr>
          <a:xfrm flipH="1" flipV="1">
            <a:off x="1213920" y="3999960"/>
            <a:ext cx="1504080" cy="1215000"/>
          </a:xfrm>
          <a:prstGeom prst="straightConnector1">
            <a:avLst/>
          </a:prstGeom>
          <a:ln w="9360">
            <a:solidFill>
              <a:srgbClr val="4a7ebb"/>
            </a:solidFill>
            <a:miter/>
            <a:tailEnd len="med" type="arrow" w="med"/>
          </a:ln>
        </p:spPr>
      </p:cxnSp>
      <p:cxnSp>
        <p:nvCxnSpPr>
          <p:cNvPr id="111" name="Connecteur droit avec flèche 22"/>
          <p:cNvCxnSpPr>
            <a:endCxn id="109" idx="5"/>
          </p:cNvCxnSpPr>
          <p:nvPr/>
        </p:nvCxnSpPr>
        <p:spPr>
          <a:xfrm flipH="1" flipV="1">
            <a:off x="4233240" y="4129920"/>
            <a:ext cx="910440" cy="870840"/>
          </a:xfrm>
          <a:prstGeom prst="straightConnector1">
            <a:avLst/>
          </a:prstGeom>
          <a:ln w="9360">
            <a:solidFill>
              <a:srgbClr val="4a7ebb"/>
            </a:solidFill>
            <a:miter/>
            <a:tailEnd len="med" type="arrow" w="med"/>
          </a:ln>
        </p:spPr>
      </p:cxnSp>
      <mc:AlternateContent>
        <mc:Choice xmlns:a14="http://schemas.microsoft.com/office/drawing/2010/main" Requires="a14">
          <p:sp>
            <p:nvSpPr>
              <p:cNvPr id="112" name="Object 18"/>
              <p:cNvSpPr txBox="1"/>
              <p:nvPr/>
            </p:nvSpPr>
            <p:spPr>
              <a:xfrm>
                <a:off x="730080" y="5572080"/>
                <a:ext cx="2343240" cy="1320840"/>
              </a:xfrm>
              <a:prstGeom prst="rect">
                <a:avLst/>
              </a:prstGeom>
            </p:spPr>
            <p:txBody>
              <a:bodyPr/>
              <a:p>
                <a14:m>
                  <m:oMath xmlns:m="http://schemas.openxmlformats.org/officeDocument/2006/math">
                    <m:eqArr>
                      <m:e>
                        <m:sSub>
                          <m:e>
                            <m:r>
                              <m:t xml:space="preserve">c</m:t>
                            </m:r>
                          </m:e>
                          <m:sub>
                            <m:r>
                              <m:t xml:space="preserve">p</m:t>
                            </m:r>
                          </m:sub>
                        </m:sSub>
                        <m:r>
                          <m:t xml:space="preserve">=</m:t>
                        </m:r>
                        <m:f>
                          <m:num>
                            <m:sSub>
                              <m:e>
                                <m:r>
                                  <m:t xml:space="preserve">C</m:t>
                                </m:r>
                              </m:e>
                              <m:sub>
                                <m:r>
                                  <m:t xml:space="preserve">p</m:t>
                                </m:r>
                              </m:sub>
                            </m:sSub>
                          </m:num>
                          <m:den>
                            <m:r>
                              <m:t xml:space="preserve">n</m:t>
                            </m:r>
                          </m:den>
                        </m:f>
                        <m:r>
                          <m:t xml:space="preserve"> </m:t>
                        </m:r>
                        <m:sSub>
                          <m:e>
                            <m:r>
                              <m:t xml:space="preserve">c</m:t>
                            </m:r>
                          </m:e>
                          <m:sub>
                            <m:r>
                              <m:t xml:space="preserve">V</m:t>
                            </m:r>
                          </m:sub>
                        </m:sSub>
                        <m:r>
                          <m:t xml:space="preserve">=</m:t>
                        </m:r>
                        <m:f>
                          <m:num>
                            <m:sSub>
                              <m:e>
                                <m:r>
                                  <m:t xml:space="preserve">C</m:t>
                                </m:r>
                              </m:e>
                              <m:sub>
                                <m:r>
                                  <m:t xml:space="preserve">V</m:t>
                                </m:r>
                              </m:sub>
                            </m:sSub>
                          </m:num>
                          <m:den>
                            <m:r>
                              <m:t xml:space="preserve">n</m:t>
                            </m:r>
                          </m:den>
                        </m:f>
                      </m:e>
                      <m:e>
                        <m:sSub>
                          <m:e>
                            <m:r>
                              <m:t xml:space="preserve">c</m:t>
                            </m:r>
                          </m:e>
                          <m:sub>
                            <m:r>
                              <m:t xml:space="preserve">p</m:t>
                            </m:r>
                          </m:sub>
                        </m:sSub>
                        <m:r>
                          <m:t xml:space="preserve">=</m:t>
                        </m:r>
                        <m:f>
                          <m:num>
                            <m:sSub>
                              <m:e>
                                <m:r>
                                  <m:t xml:space="preserve">C</m:t>
                                </m:r>
                              </m:e>
                              <m:sub>
                                <m:r>
                                  <m:t xml:space="preserve">p</m:t>
                                </m:r>
                              </m:sub>
                            </m:sSub>
                          </m:num>
                          <m:den>
                            <m:r>
                              <m:t xml:space="preserve">m</m:t>
                            </m:r>
                          </m:den>
                        </m:f>
                        <m:r>
                          <m:t xml:space="preserve"> </m:t>
                        </m:r>
                        <m:sSub>
                          <m:e>
                            <m:r>
                              <m:t xml:space="preserve">c</m:t>
                            </m:r>
                          </m:e>
                          <m:sub>
                            <m:r>
                              <m:t xml:space="preserve">V</m:t>
                            </m:r>
                          </m:sub>
                        </m:sSub>
                        <m:r>
                          <m:t xml:space="preserve">=</m:t>
                        </m:r>
                        <m:f>
                          <m:num>
                            <m:sSub>
                              <m:e>
                                <m:r>
                                  <m:t xml:space="preserve">C</m:t>
                                </m:r>
                              </m:e>
                              <m:sub>
                                <m:r>
                                  <m:t xml:space="preserve">V</m:t>
                                </m:r>
                              </m:sub>
                            </m:sSub>
                          </m:num>
                          <m:den>
                            <m:r>
                              <m:t xml:space="preserve">m</m:t>
                            </m:r>
                          </m:den>
                        </m:f>
                      </m:e>
                    </m:eqArr>
                  </m:oMath>
                </a14:m>
              </a:p>
            </p:txBody>
          </p:sp>
        </mc:Choice>
        <mc:Fallback>
          <p:sp>
            <p:nvSpPr>
              <p:cNvPr id="112" name="Object 18"/>
              <p:cNvSpPr txBox="1"/>
              <p:nvPr/>
            </p:nvSpPr>
            <p:spPr>
              <a:xfrm>
                <a:off x="730080" y="5572080"/>
                <a:ext cx="2343240" cy="1320840"/>
              </a:xfrm>
              <a:prstGeom prst="rect">
                <a:avLst/>
              </a:prstGeom>
              <a:blipFill>
                <a:blip r:embed="rId7"/>
                <a:stretch>
                  <a:fillRect/>
                </a:stretch>
              </a:blipFill>
            </p:spPr>
          </p:sp>
        </mc:Fallback>
      </mc:AlternateContent>
      <p:sp>
        <p:nvSpPr>
          <p:cNvPr id="113" name="Text Box 42"/>
          <p:cNvSpPr/>
          <p:nvPr/>
        </p:nvSpPr>
        <p:spPr>
          <a:xfrm>
            <a:off x="3500280" y="5715000"/>
            <a:ext cx="5867640" cy="1326240"/>
          </a:xfrm>
          <a:prstGeom prst="rect">
            <a:avLst/>
          </a:prstGeom>
          <a:noFill/>
          <a:ln w="0">
            <a:noFill/>
          </a:ln>
        </p:spPr>
        <p:style>
          <a:lnRef idx="0"/>
          <a:fillRef idx="0"/>
          <a:effectRef idx="0"/>
          <a:fontRef idx="minor"/>
        </p:style>
        <p:txBody>
          <a:bodyPr lIns="90000" rIns="90000" tIns="46800" bIns="46800" anchor="t">
            <a:spAutoFit/>
          </a:bodyPr>
          <a:p>
            <a:pPr>
              <a:lnSpc>
                <a:spcPct val="100000"/>
              </a:lnSpc>
              <a:spcBef>
                <a:spcPts val="125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i="1" lang="fr-FR" sz="2000" strike="noStrike" u="none">
                <a:solidFill>
                  <a:srgbClr val="c00000"/>
                </a:solidFill>
                <a:effectLst/>
                <a:uFillTx/>
                <a:latin typeface="Times New Roman"/>
              </a:rPr>
              <a:t>Chaleur spécifique molaire  à </a:t>
            </a:r>
            <a:r>
              <a:rPr b="0" i="1" lang="fr-FR" sz="2000" strike="noStrike" u="sng">
                <a:solidFill>
                  <a:srgbClr val="c00000"/>
                </a:solidFill>
                <a:effectLst/>
                <a:uFillTx/>
                <a:latin typeface="Times New Roman"/>
              </a:rPr>
              <a:t>volume </a:t>
            </a:r>
            <a:r>
              <a:rPr b="0" i="1" lang="fr-FR" sz="2000" strike="noStrike" u="none">
                <a:solidFill>
                  <a:srgbClr val="c00000"/>
                </a:solidFill>
                <a:effectLst/>
                <a:uFillTx/>
                <a:latin typeface="Times New Roman"/>
              </a:rPr>
              <a:t>constante</a:t>
            </a:r>
            <a:endParaRPr b="0" lang="en-US" sz="2000" strike="noStrike" u="none">
              <a:solidFill>
                <a:srgbClr val="000000"/>
              </a:solidFill>
              <a:effectLst/>
              <a:uFillTx/>
              <a:latin typeface="Arial"/>
            </a:endParaRPr>
          </a:p>
          <a:p>
            <a:pPr>
              <a:lnSpc>
                <a:spcPct val="100000"/>
              </a:lnSpc>
              <a:spcBef>
                <a:spcPts val="125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i="1" lang="fr-FR" sz="2000" strike="noStrike" u="none">
                <a:solidFill>
                  <a:srgbClr val="c00000"/>
                </a:solidFill>
                <a:effectLst/>
                <a:uFillTx/>
                <a:latin typeface="Times New Roman"/>
              </a:rPr>
              <a:t>Chaleur spécifique massique à </a:t>
            </a:r>
            <a:r>
              <a:rPr b="0" i="1" lang="fr-FR" sz="2000" strike="noStrike" u="sng">
                <a:solidFill>
                  <a:srgbClr val="c00000"/>
                </a:solidFill>
                <a:effectLst/>
                <a:uFillTx/>
                <a:latin typeface="Times New Roman"/>
              </a:rPr>
              <a:t>volume </a:t>
            </a:r>
            <a:r>
              <a:rPr b="0" i="1" lang="fr-FR" sz="2000" strike="noStrike" u="none">
                <a:solidFill>
                  <a:srgbClr val="c00000"/>
                </a:solidFill>
                <a:effectLst/>
                <a:uFillTx/>
                <a:latin typeface="Times New Roman"/>
              </a:rPr>
              <a:t>constante</a:t>
            </a:r>
            <a:endParaRPr b="0" lang="en-US" sz="2000" strike="noStrike" u="none">
              <a:solidFill>
                <a:srgbClr val="000000"/>
              </a:solidFill>
              <a:effectLst/>
              <a:uFillTx/>
              <a:latin typeface="Arial"/>
            </a:endParaRPr>
          </a:p>
          <a:p>
            <a:pPr>
              <a:lnSpc>
                <a:spcPct val="100000"/>
              </a:lnSpc>
              <a:spcBef>
                <a:spcPts val="125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000" strike="noStrike" u="none">
              <a:solidFill>
                <a:srgbClr val="000000"/>
              </a:solidFill>
              <a:effectLst/>
              <a:uFillTx/>
              <a:latin typeface="Arial"/>
            </a:endParaRPr>
          </a:p>
        </p:txBody>
      </p:sp>
      <p:cxnSp>
        <p:nvCxnSpPr>
          <p:cNvPr id="114" name="Connecteur droit avec flèche 24"/>
          <p:cNvCxnSpPr/>
          <p:nvPr/>
        </p:nvCxnSpPr>
        <p:spPr>
          <a:xfrm flipH="1" flipV="1">
            <a:off x="3071160" y="5928480"/>
            <a:ext cx="857880" cy="72360"/>
          </a:xfrm>
          <a:prstGeom prst="straightConnector1">
            <a:avLst/>
          </a:prstGeom>
          <a:ln w="9360">
            <a:solidFill>
              <a:srgbClr val="4a7ebb"/>
            </a:solidFill>
            <a:miter/>
            <a:tailEnd len="med" type="arrow" w="med"/>
          </a:ln>
        </p:spPr>
      </p:cxnSp>
      <p:cxnSp>
        <p:nvCxnSpPr>
          <p:cNvPr id="115" name="Connecteur droit avec flèche 26"/>
          <p:cNvCxnSpPr/>
          <p:nvPr/>
        </p:nvCxnSpPr>
        <p:spPr>
          <a:xfrm flipH="1">
            <a:off x="3071520" y="6428160"/>
            <a:ext cx="714960" cy="143640"/>
          </a:xfrm>
          <a:prstGeom prst="straightConnector1">
            <a:avLst/>
          </a:prstGeom>
          <a:ln w="9360">
            <a:solidFill>
              <a:srgbClr val="4a7ebb"/>
            </a:solidFill>
            <a:miter/>
            <a:tailEnd len="med" type="arrow" w="med"/>
          </a:ln>
        </p:spPr>
      </p:cxnSp>
      <p:sp>
        <p:nvSpPr>
          <p:cNvPr id="116" name="ZoneTexte 21"/>
          <p:cNvSpPr/>
          <p:nvPr/>
        </p:nvSpPr>
        <p:spPr>
          <a:xfrm>
            <a:off x="739800" y="2500200"/>
            <a:ext cx="7102080" cy="368280"/>
          </a:xfrm>
          <a:prstGeom prst="rect">
            <a:avLst/>
          </a:prstGeom>
          <a:noFill/>
          <a:ln w="0">
            <a:noFill/>
          </a:ln>
        </p:spPr>
        <p:style>
          <a:lnRef idx="0"/>
          <a:fillRef idx="0"/>
          <a:effectRef idx="0"/>
          <a:fontRef idx="minor"/>
        </p:style>
        <p:txBody>
          <a:bodyPr wrap="none"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800" strike="noStrike" u="none">
                <a:solidFill>
                  <a:srgbClr val="ff0000"/>
                </a:solidFill>
                <a:effectLst/>
                <a:uFillTx/>
                <a:latin typeface="Arial"/>
              </a:rPr>
              <a:t>(T,V)</a:t>
            </a:r>
            <a:r>
              <a:rPr b="1" lang="fr-FR" sz="1800" strike="noStrike" u="none">
                <a:solidFill>
                  <a:srgbClr val="ff0000"/>
                </a:solidFill>
                <a:effectLst/>
                <a:uFillTx/>
                <a:latin typeface="Arial"/>
              </a:rPr>
              <a:t>	</a:t>
            </a:r>
            <a:r>
              <a:rPr b="1" lang="fr-FR" sz="1800" strike="noStrike" u="none">
                <a:solidFill>
                  <a:srgbClr val="ff0000"/>
                </a:solidFill>
                <a:effectLst/>
                <a:uFillTx/>
                <a:latin typeface="Arial"/>
              </a:rPr>
              <a:t>	</a:t>
            </a:r>
            <a:r>
              <a:rPr b="1" lang="fr-FR" sz="1800" strike="noStrike" u="none">
                <a:solidFill>
                  <a:srgbClr val="ff0000"/>
                </a:solidFill>
                <a:effectLst/>
                <a:uFillTx/>
                <a:latin typeface="Arial"/>
              </a:rPr>
              <a:t>	</a:t>
            </a:r>
            <a:r>
              <a:rPr b="1" lang="fr-FR" sz="1800" strike="noStrike" u="none">
                <a:solidFill>
                  <a:srgbClr val="ff0000"/>
                </a:solidFill>
                <a:effectLst/>
                <a:uFillTx/>
                <a:latin typeface="Arial"/>
              </a:rPr>
              <a:t>	</a:t>
            </a:r>
            <a:r>
              <a:rPr b="1" lang="fr-FR" sz="1800" strike="noStrike" u="none">
                <a:solidFill>
                  <a:srgbClr val="ff0000"/>
                </a:solidFill>
                <a:effectLst/>
                <a:uFillTx/>
                <a:latin typeface="Arial"/>
              </a:rPr>
              <a:t>(T,P)</a:t>
            </a:r>
            <a:r>
              <a:rPr b="1" lang="fr-FR" sz="1800" strike="noStrike" u="none">
                <a:solidFill>
                  <a:srgbClr val="ff0000"/>
                </a:solidFill>
                <a:effectLst/>
                <a:uFillTx/>
                <a:latin typeface="Arial"/>
              </a:rPr>
              <a:t>	</a:t>
            </a:r>
            <a:r>
              <a:rPr b="1" lang="fr-FR" sz="1800" strike="noStrike" u="none">
                <a:solidFill>
                  <a:srgbClr val="ff0000"/>
                </a:solidFill>
                <a:effectLst/>
                <a:uFillTx/>
                <a:latin typeface="Arial"/>
              </a:rPr>
              <a:t>	</a:t>
            </a:r>
            <a:r>
              <a:rPr b="1" lang="fr-FR" sz="1800" strike="noStrike" u="none">
                <a:solidFill>
                  <a:srgbClr val="ff0000"/>
                </a:solidFill>
                <a:effectLst/>
                <a:uFillTx/>
                <a:latin typeface="Arial"/>
              </a:rPr>
              <a:t>	</a:t>
            </a:r>
            <a:r>
              <a:rPr b="1" lang="fr-FR" sz="1800" strike="noStrike" u="none">
                <a:solidFill>
                  <a:srgbClr val="ff0000"/>
                </a:solidFill>
                <a:effectLst/>
                <a:uFillTx/>
                <a:latin typeface="Arial"/>
              </a:rPr>
              <a:t>(V,P)</a:t>
            </a:r>
            <a:endParaRPr b="0" lang="en-US" sz="1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timing>
    <p:tnLst>
      <p:par>
        <p:cTn id="286" dur="indefinite" restart="never" nodeType="tmRoot">
          <p:childTnLst>
            <p:seq>
              <p:cTn id="287" dur="indefinite" nodeType="mainSeq">
                <p:childTnLst>
                  <p:par>
                    <p:cTn id="288" nodeType="clickEffect" fill="hold">
                      <p:stCondLst>
                        <p:cond delay="indefinite"/>
                      </p:stCondLst>
                      <p:childTnLst>
                        <p:par>
                          <p:cTn id="289" nodeType="withEffect" fill="hold">
                            <p:stCondLst>
                              <p:cond delay="0"/>
                            </p:stCondLst>
                            <p:childTnLst>
                              <p:par>
                                <p:cTn id="290" nodeType="clickEffect" fill="hold" presetClass="entr" presetID="27">
                                  <p:stCondLst>
                                    <p:cond delay="0"/>
                                  </p:stCondLst>
                                  <p:iterate type="lt">
                                    <p:tmAbs val="40"/>
                                  </p:iterate>
                                  <p:childTnLst>
                                    <p:set>
                                      <p:cBhvr>
                                        <p:cTn id="291" dur="1" fill="hold">
                                          <p:stCondLst>
                                            <p:cond delay="0"/>
                                          </p:stCondLst>
                                        </p:cTn>
                                        <p:tgtEl>
                                          <p:spTgt spid="101"/>
                                        </p:tgtEl>
                                        <p:attrNameLst>
                                          <p:attrName>style.visibility</p:attrName>
                                        </p:attrNameLst>
                                      </p:cBhvr>
                                      <p:to>
                                        <p:strVal val="visible"/>
                                      </p:to>
                                    </p:set>
                                    <p:anim calcmode="discrete" valueType="clr">
                                      <p:cBhvr additive="repl">
                                        <p:cTn id="292" dur="80"/>
                                        <p:tgtEl>
                                          <p:spTgt spid="101"/>
                                        </p:tgtEl>
                                        <p:attrNameLst>
                                          <p:attrName>style.color</p:attrName>
                                        </p:attrNameLst>
                                      </p:cBhvr>
                                      <p:tavLst>
                                        <p:tav tm="0">
                                          <p:val>
                                            <p:strVal val="rgb(77,80,-64)"/>
                                          </p:val>
                                        </p:tav>
                                        <p:tav tm="50000">
                                          <p:val>
                                            <p:strVal val="rgb(-1,0,0)"/>
                                          </p:val>
                                        </p:tav>
                                      </p:tavLst>
                                    </p:anim>
                                    <p:anim calcmode="discrete" valueType="clr">
                                      <p:cBhvr additive="repl">
                                        <p:cTn id="293" dur="80"/>
                                        <p:tgtEl>
                                          <p:spTgt spid="101"/>
                                        </p:tgtEl>
                                        <p:attrNameLst>
                                          <p:attrName>fillcolor</p:attrName>
                                        </p:attrNameLst>
                                      </p:cBhvr>
                                      <p:tavLst>
                                        <p:tav tm="0">
                                          <p:val>
                                            <p:strVal val="rgb(77,80,-64)"/>
                                          </p:val>
                                        </p:tav>
                                        <p:tav tm="50000">
                                          <p:val>
                                            <p:strVal val="rgb(-1,0,0)"/>
                                          </p:val>
                                        </p:tav>
                                      </p:tavLst>
                                    </p:anim>
                                    <p:set>
                                      <p:cBhvr>
                                        <p:cTn id="294" dur="80"/>
                                        <p:tgtEl>
                                          <p:spTgt spid="101"/>
                                        </p:tgtEl>
                                        <p:attrNameLst>
                                          <p:attrName>fill.type</p:attrName>
                                        </p:attrNameLst>
                                      </p:cBhvr>
                                      <p:to>
                                        <p:strVal val="solid"/>
                                      </p:to>
                                    </p:set>
                                  </p:childTnLst>
                                </p:cTn>
                              </p:par>
                            </p:childTnLst>
                          </p:cTn>
                        </p:par>
                      </p:childTnLst>
                    </p:cTn>
                  </p:par>
                  <p:par>
                    <p:cTn id="295" nodeType="clickEffect" fill="hold">
                      <p:stCondLst>
                        <p:cond delay="indefinite"/>
                      </p:stCondLst>
                      <p:childTnLst>
                        <p:par>
                          <p:cTn id="296" nodeType="withEffect" fill="hold">
                            <p:stCondLst>
                              <p:cond delay="0"/>
                            </p:stCondLst>
                            <p:childTnLst>
                              <p:par>
                                <p:cTn id="297" nodeType="clickEffect" fill="hold" presetClass="entr" presetID="27">
                                  <p:stCondLst>
                                    <p:cond delay="0"/>
                                  </p:stCondLst>
                                  <p:iterate type="lt">
                                    <p:tmAbs val="40"/>
                                  </p:iterate>
                                  <p:childTnLst>
                                    <p:set>
                                      <p:cBhvr>
                                        <p:cTn id="298" dur="1" fill="hold">
                                          <p:stCondLst>
                                            <p:cond delay="0"/>
                                          </p:stCondLst>
                                        </p:cTn>
                                        <p:tgtEl>
                                          <p:spTgt spid="96"/>
                                        </p:tgtEl>
                                        <p:attrNameLst>
                                          <p:attrName>style.visibility</p:attrName>
                                        </p:attrNameLst>
                                      </p:cBhvr>
                                      <p:to>
                                        <p:strVal val="visible"/>
                                      </p:to>
                                    </p:set>
                                    <p:anim calcmode="discrete" valueType="clr">
                                      <p:cBhvr additive="repl">
                                        <p:cTn id="299" dur="80"/>
                                        <p:tgtEl>
                                          <p:spTgt spid="96"/>
                                        </p:tgtEl>
                                        <p:attrNameLst>
                                          <p:attrName>style.color</p:attrName>
                                        </p:attrNameLst>
                                      </p:cBhvr>
                                      <p:tavLst>
                                        <p:tav tm="0">
                                          <p:val>
                                            <p:strVal val="rgb(77,80,-64)"/>
                                          </p:val>
                                        </p:tav>
                                        <p:tav tm="50000">
                                          <p:val>
                                            <p:strVal val="rgb(-1,0,0)"/>
                                          </p:val>
                                        </p:tav>
                                      </p:tavLst>
                                    </p:anim>
                                    <p:anim calcmode="discrete" valueType="clr">
                                      <p:cBhvr additive="repl">
                                        <p:cTn id="300" dur="80"/>
                                        <p:tgtEl>
                                          <p:spTgt spid="96"/>
                                        </p:tgtEl>
                                        <p:attrNameLst>
                                          <p:attrName>fillcolor</p:attrName>
                                        </p:attrNameLst>
                                      </p:cBhvr>
                                      <p:tavLst>
                                        <p:tav tm="0">
                                          <p:val>
                                            <p:strVal val="rgb(77,80,-64)"/>
                                          </p:val>
                                        </p:tav>
                                        <p:tav tm="50000">
                                          <p:val>
                                            <p:strVal val="rgb(-1,0,0)"/>
                                          </p:val>
                                        </p:tav>
                                      </p:tavLst>
                                    </p:anim>
                                    <p:set>
                                      <p:cBhvr>
                                        <p:cTn id="301" dur="80"/>
                                        <p:tgtEl>
                                          <p:spTgt spid="96"/>
                                        </p:tgtEl>
                                        <p:attrNameLst>
                                          <p:attrName>fill.type</p:attrName>
                                        </p:attrNameLst>
                                      </p:cBhvr>
                                      <p:to>
                                        <p:strVal val="solid"/>
                                      </p:to>
                                    </p:set>
                                  </p:childTnLst>
                                </p:cTn>
                              </p:par>
                            </p:childTnLst>
                          </p:cTn>
                        </p:par>
                      </p:childTnLst>
                    </p:cTn>
                  </p:par>
                  <p:par>
                    <p:cTn id="302" nodeType="clickEffect" fill="hold">
                      <p:stCondLst>
                        <p:cond delay="indefinite"/>
                      </p:stCondLst>
                      <p:childTnLst>
                        <p:par>
                          <p:cTn id="303" nodeType="withEffect" fill="hold">
                            <p:stCondLst>
                              <p:cond delay="0"/>
                            </p:stCondLst>
                            <p:childTnLst>
                              <p:par>
                                <p:cTn id="304" nodeType="clickEffect" fill="hold" presetClass="entr" presetID="26">
                                  <p:stCondLst>
                                    <p:cond delay="0"/>
                                  </p:stCondLst>
                                  <p:childTnLst>
                                    <p:set>
                                      <p:cBhvr>
                                        <p:cTn id="305" dur="1" fill="hold">
                                          <p:stCondLst>
                                            <p:cond delay="0"/>
                                          </p:stCondLst>
                                        </p:cTn>
                                        <p:tgtEl>
                                          <p:spTgt spid="98"/>
                                        </p:tgtEl>
                                        <p:attrNameLst>
                                          <p:attrName>style.visibility</p:attrName>
                                        </p:attrNameLst>
                                      </p:cBhvr>
                                      <p:to>
                                        <p:strVal val="visible"/>
                                      </p:to>
                                    </p:set>
                                    <p:animEffect filter="wipe(down)" transition="in">
                                      <p:cBhvr additive="repl">
                                        <p:cTn id="306" dur="580">
                                          <p:stCondLst>
                                            <p:cond delay="0"/>
                                          </p:stCondLst>
                                        </p:cTn>
                                        <p:tgtEl>
                                          <p:spTgt spid="98"/>
                                        </p:tgtEl>
                                      </p:cBhvr>
                                    </p:animEffect>
                                    <p:anim calcmode="lin" valueType="num">
                                      <p:cBhvr additive="repl">
                                        <p:cTn id="307" dur="1822">
                                          <p:stCondLst>
                                            <p:cond delay="0"/>
                                          </p:stCondLst>
                                        </p:cTn>
                                        <p:tgtEl>
                                          <p:spTgt spid="98"/>
                                        </p:tgtEl>
                                        <p:attrNameLst>
                                          <p:attrName>ppt_x</p:attrName>
                                        </p:attrNameLst>
                                      </p:cBhvr>
                                      <p:tavLst>
                                        <p:tav tm="0">
                                          <p:val>
                                            <p:strVal val="#ppt_x-0.25"/>
                                          </p:val>
                                        </p:tav>
                                        <p:tav tm="100000">
                                          <p:val>
                                            <p:strVal val="#ppt_x"/>
                                          </p:val>
                                        </p:tav>
                                      </p:tavLst>
                                    </p:anim>
                                    <p:anim calcmode="lin" valueType="num">
                                      <p:cBhvr additive="repl">
                                        <p:cTn id="308" dur="664">
                                          <p:stCondLst>
                                            <p:cond delay="0"/>
                                          </p:stCondLst>
                                        </p:cTn>
                                        <p:tgtEl>
                                          <p:spTgt spid="98"/>
                                        </p:tgtEl>
                                        <p:attrNameLst>
                                          <p:attrName>ppt_y</p:attrName>
                                        </p:attrNameLst>
                                      </p:cBhvr>
                                      <p:tavLst>
                                        <p:tav fmla="y-sin(pi*$)/3" tm="0">
                                          <p:val>
                                            <p:fltVal val="0.5"/>
                                          </p:val>
                                        </p:tav>
                                        <p:tav fmla="y-sin(pi*$)/3" tm="100000">
                                          <p:val>
                                            <p:fltVal val="1"/>
                                          </p:val>
                                        </p:tav>
                                      </p:tavLst>
                                    </p:anim>
                                    <p:anim calcmode="lin" valueType="num">
                                      <p:cBhvr additive="repl">
                                        <p:cTn id="309" dur="664">
                                          <p:stCondLst>
                                            <p:cond delay="664"/>
                                          </p:stCondLst>
                                        </p:cTn>
                                        <p:tgtEl>
                                          <p:spTgt spid="98"/>
                                        </p:tgtEl>
                                        <p:attrNameLst>
                                          <p:attrName>ppt_y</p:attrName>
                                        </p:attrNameLst>
                                      </p:cBhvr>
                                      <p:tavLst>
                                        <p:tav fmla="y-sin(pi*$)/9" tm="0">
                                          <p:val>
                                            <p:fltVal val="0"/>
                                          </p:val>
                                        </p:tav>
                                        <p:tav fmla="y-sin(pi*$)/9" tm="100000">
                                          <p:val>
                                            <p:fltVal val="1"/>
                                          </p:val>
                                        </p:tav>
                                      </p:tavLst>
                                    </p:anim>
                                    <p:anim calcmode="lin" valueType="num">
                                      <p:cBhvr additive="repl">
                                        <p:cTn id="310" dur="332">
                                          <p:stCondLst>
                                            <p:cond delay="1324"/>
                                          </p:stCondLst>
                                        </p:cTn>
                                        <p:tgtEl>
                                          <p:spTgt spid="98"/>
                                        </p:tgtEl>
                                        <p:attrNameLst>
                                          <p:attrName>ppt_y</p:attrName>
                                        </p:attrNameLst>
                                      </p:cBhvr>
                                      <p:tavLst>
                                        <p:tav fmla="y-sin(pi*$)/27" tm="0">
                                          <p:val>
                                            <p:fltVal val="0"/>
                                          </p:val>
                                        </p:tav>
                                        <p:tav fmla="y-sin(pi*$)/27" tm="100000">
                                          <p:val>
                                            <p:fltVal val="1"/>
                                          </p:val>
                                        </p:tav>
                                      </p:tavLst>
                                    </p:anim>
                                    <p:anim calcmode="lin" valueType="num">
                                      <p:cBhvr additive="repl">
                                        <p:cTn id="311" dur="164">
                                          <p:stCondLst>
                                            <p:cond delay="1656"/>
                                          </p:stCondLst>
                                        </p:cTn>
                                        <p:tgtEl>
                                          <p:spTgt spid="98"/>
                                        </p:tgtEl>
                                        <p:attrNameLst>
                                          <p:attrName>ppt_y</p:attrName>
                                        </p:attrNameLst>
                                      </p:cBhvr>
                                      <p:tavLst>
                                        <p:tav fmla="y-sin(pi*$)/81" tm="0">
                                          <p:val>
                                            <p:fltVal val="0"/>
                                          </p:val>
                                        </p:tav>
                                        <p:tav fmla="y-sin(pi*$)/81" tm="100000">
                                          <p:val>
                                            <p:fltVal val="1"/>
                                          </p:val>
                                        </p:tav>
                                      </p:tavLst>
                                    </p:anim>
                                    <p:animScale>
                                      <p:cBhvr>
                                        <p:cTn id="312" dur="26" fill="hold">
                                          <p:stCondLst>
                                            <p:cond delay="650"/>
                                          </p:stCondLst>
                                        </p:cTn>
                                        <p:tgtEl>
                                          <p:spTgt spid="98"/>
                                        </p:tgtEl>
                                      </p:cBhvr>
                                      <p:to x="100000" y="60000"/>
                                    </p:animScale>
                                    <p:animScale>
                                      <p:cBhvr>
                                        <p:cTn id="313" dur="166" fill="hold">
                                          <p:stCondLst>
                                            <p:cond delay="676"/>
                                          </p:stCondLst>
                                        </p:cTn>
                                        <p:tgtEl>
                                          <p:spTgt spid="98"/>
                                        </p:tgtEl>
                                      </p:cBhvr>
                                      <p:to x="100000" y="100000"/>
                                    </p:animScale>
                                    <p:animScale>
                                      <p:cBhvr>
                                        <p:cTn id="314" dur="26" fill="hold">
                                          <p:stCondLst>
                                            <p:cond delay="1312"/>
                                          </p:stCondLst>
                                        </p:cTn>
                                        <p:tgtEl>
                                          <p:spTgt spid="98"/>
                                        </p:tgtEl>
                                      </p:cBhvr>
                                      <p:to x="100000" y="80000"/>
                                    </p:animScale>
                                    <p:animScale>
                                      <p:cBhvr>
                                        <p:cTn id="315" dur="166" fill="hold">
                                          <p:stCondLst>
                                            <p:cond delay="1338"/>
                                          </p:stCondLst>
                                        </p:cTn>
                                        <p:tgtEl>
                                          <p:spTgt spid="98"/>
                                        </p:tgtEl>
                                      </p:cBhvr>
                                      <p:to x="100000" y="100000"/>
                                    </p:animScale>
                                    <p:animScale>
                                      <p:cBhvr>
                                        <p:cTn id="316" dur="26" fill="hold">
                                          <p:stCondLst>
                                            <p:cond delay="1642"/>
                                          </p:stCondLst>
                                        </p:cTn>
                                        <p:tgtEl>
                                          <p:spTgt spid="98"/>
                                        </p:tgtEl>
                                      </p:cBhvr>
                                      <p:to x="100000" y="90000"/>
                                    </p:animScale>
                                    <p:animScale>
                                      <p:cBhvr>
                                        <p:cTn id="317" dur="166" fill="hold">
                                          <p:stCondLst>
                                            <p:cond delay="1668"/>
                                          </p:stCondLst>
                                        </p:cTn>
                                        <p:tgtEl>
                                          <p:spTgt spid="98"/>
                                        </p:tgtEl>
                                      </p:cBhvr>
                                      <p:to x="100000" y="100000"/>
                                    </p:animScale>
                                    <p:animScale>
                                      <p:cBhvr>
                                        <p:cTn id="318" dur="26" fill="hold">
                                          <p:stCondLst>
                                            <p:cond delay="1808"/>
                                          </p:stCondLst>
                                        </p:cTn>
                                        <p:tgtEl>
                                          <p:spTgt spid="98"/>
                                        </p:tgtEl>
                                      </p:cBhvr>
                                      <p:to x="100000" y="95000"/>
                                    </p:animScale>
                                    <p:animScale>
                                      <p:cBhvr>
                                        <p:cTn id="319" dur="166" fill="hold">
                                          <p:stCondLst>
                                            <p:cond delay="1834"/>
                                          </p:stCondLst>
                                        </p:cTn>
                                        <p:tgtEl>
                                          <p:spTgt spid="98"/>
                                        </p:tgtEl>
                                      </p:cBhvr>
                                      <p:to x="100000" y="100000"/>
                                    </p:animScale>
                                  </p:childTnLst>
                                </p:cTn>
                              </p:par>
                            </p:childTnLst>
                          </p:cTn>
                        </p:par>
                        <p:par>
                          <p:cTn id="320" nodeType="afterEffect" fill="hold">
                            <p:stCondLst>
                              <p:cond delay="2000"/>
                            </p:stCondLst>
                            <p:childTnLst>
                              <p:par>
                                <p:cTn id="321" nodeType="afterEffect" fill="hold" presetClass="entr" presetID="26">
                                  <p:stCondLst>
                                    <p:cond delay="0"/>
                                  </p:stCondLst>
                                  <p:childTnLst>
                                    <p:set>
                                      <p:cBhvr>
                                        <p:cTn id="322" dur="1" fill="hold">
                                          <p:stCondLst>
                                            <p:cond delay="0"/>
                                          </p:stCondLst>
                                        </p:cTn>
                                        <p:tgtEl>
                                          <p:spTgt spid="97"/>
                                        </p:tgtEl>
                                        <p:attrNameLst>
                                          <p:attrName>style.visibility</p:attrName>
                                        </p:attrNameLst>
                                      </p:cBhvr>
                                      <p:to>
                                        <p:strVal val="visible"/>
                                      </p:to>
                                    </p:set>
                                    <p:animEffect filter="wipe(down)" transition="in">
                                      <p:cBhvr additive="repl">
                                        <p:cTn id="323" dur="580">
                                          <p:stCondLst>
                                            <p:cond delay="0"/>
                                          </p:stCondLst>
                                        </p:cTn>
                                        <p:tgtEl>
                                          <p:spTgt spid="97"/>
                                        </p:tgtEl>
                                      </p:cBhvr>
                                    </p:animEffect>
                                    <p:anim calcmode="lin" valueType="num">
                                      <p:cBhvr additive="repl">
                                        <p:cTn id="324" dur="1822">
                                          <p:stCondLst>
                                            <p:cond delay="0"/>
                                          </p:stCondLst>
                                        </p:cTn>
                                        <p:tgtEl>
                                          <p:spTgt spid="97"/>
                                        </p:tgtEl>
                                        <p:attrNameLst>
                                          <p:attrName>ppt_x</p:attrName>
                                        </p:attrNameLst>
                                      </p:cBhvr>
                                      <p:tavLst>
                                        <p:tav tm="0">
                                          <p:val>
                                            <p:strVal val="#ppt_x-0.25"/>
                                          </p:val>
                                        </p:tav>
                                        <p:tav tm="100000">
                                          <p:val>
                                            <p:strVal val="#ppt_x"/>
                                          </p:val>
                                        </p:tav>
                                      </p:tavLst>
                                    </p:anim>
                                    <p:anim calcmode="lin" valueType="num">
                                      <p:cBhvr additive="repl">
                                        <p:cTn id="325" dur="664">
                                          <p:stCondLst>
                                            <p:cond delay="0"/>
                                          </p:stCondLst>
                                        </p:cTn>
                                        <p:tgtEl>
                                          <p:spTgt spid="97"/>
                                        </p:tgtEl>
                                        <p:attrNameLst>
                                          <p:attrName>ppt_y</p:attrName>
                                        </p:attrNameLst>
                                      </p:cBhvr>
                                      <p:tavLst>
                                        <p:tav fmla="y-sin(pi*$)/3" tm="0">
                                          <p:val>
                                            <p:fltVal val="0.5"/>
                                          </p:val>
                                        </p:tav>
                                        <p:tav fmla="y-sin(pi*$)/3" tm="100000">
                                          <p:val>
                                            <p:fltVal val="1"/>
                                          </p:val>
                                        </p:tav>
                                      </p:tavLst>
                                    </p:anim>
                                    <p:anim calcmode="lin" valueType="num">
                                      <p:cBhvr additive="repl">
                                        <p:cTn id="326" dur="664">
                                          <p:stCondLst>
                                            <p:cond delay="664"/>
                                          </p:stCondLst>
                                        </p:cTn>
                                        <p:tgtEl>
                                          <p:spTgt spid="97"/>
                                        </p:tgtEl>
                                        <p:attrNameLst>
                                          <p:attrName>ppt_y</p:attrName>
                                        </p:attrNameLst>
                                      </p:cBhvr>
                                      <p:tavLst>
                                        <p:tav fmla="y-sin(pi*$)/9" tm="0">
                                          <p:val>
                                            <p:fltVal val="0"/>
                                          </p:val>
                                        </p:tav>
                                        <p:tav fmla="y-sin(pi*$)/9" tm="100000">
                                          <p:val>
                                            <p:fltVal val="1"/>
                                          </p:val>
                                        </p:tav>
                                      </p:tavLst>
                                    </p:anim>
                                    <p:anim calcmode="lin" valueType="num">
                                      <p:cBhvr additive="repl">
                                        <p:cTn id="327" dur="332">
                                          <p:stCondLst>
                                            <p:cond delay="1324"/>
                                          </p:stCondLst>
                                        </p:cTn>
                                        <p:tgtEl>
                                          <p:spTgt spid="97"/>
                                        </p:tgtEl>
                                        <p:attrNameLst>
                                          <p:attrName>ppt_y</p:attrName>
                                        </p:attrNameLst>
                                      </p:cBhvr>
                                      <p:tavLst>
                                        <p:tav fmla="y-sin(pi*$)/27" tm="0">
                                          <p:val>
                                            <p:fltVal val="0"/>
                                          </p:val>
                                        </p:tav>
                                        <p:tav fmla="y-sin(pi*$)/27" tm="100000">
                                          <p:val>
                                            <p:fltVal val="1"/>
                                          </p:val>
                                        </p:tav>
                                      </p:tavLst>
                                    </p:anim>
                                    <p:anim calcmode="lin" valueType="num">
                                      <p:cBhvr additive="repl">
                                        <p:cTn id="328" dur="164">
                                          <p:stCondLst>
                                            <p:cond delay="1656"/>
                                          </p:stCondLst>
                                        </p:cTn>
                                        <p:tgtEl>
                                          <p:spTgt spid="97"/>
                                        </p:tgtEl>
                                        <p:attrNameLst>
                                          <p:attrName>ppt_y</p:attrName>
                                        </p:attrNameLst>
                                      </p:cBhvr>
                                      <p:tavLst>
                                        <p:tav fmla="y-sin(pi*$)/81" tm="0">
                                          <p:val>
                                            <p:fltVal val="0"/>
                                          </p:val>
                                        </p:tav>
                                        <p:tav fmla="y-sin(pi*$)/81" tm="100000">
                                          <p:val>
                                            <p:fltVal val="1"/>
                                          </p:val>
                                        </p:tav>
                                      </p:tavLst>
                                    </p:anim>
                                    <p:animScale>
                                      <p:cBhvr>
                                        <p:cTn id="329" dur="26" fill="hold">
                                          <p:stCondLst>
                                            <p:cond delay="650"/>
                                          </p:stCondLst>
                                        </p:cTn>
                                        <p:tgtEl>
                                          <p:spTgt spid="97"/>
                                        </p:tgtEl>
                                      </p:cBhvr>
                                      <p:to x="100000" y="60000"/>
                                    </p:animScale>
                                    <p:animScale>
                                      <p:cBhvr>
                                        <p:cTn id="330" dur="166" fill="hold">
                                          <p:stCondLst>
                                            <p:cond delay="676"/>
                                          </p:stCondLst>
                                        </p:cTn>
                                        <p:tgtEl>
                                          <p:spTgt spid="97"/>
                                        </p:tgtEl>
                                      </p:cBhvr>
                                      <p:to x="100000" y="100000"/>
                                    </p:animScale>
                                    <p:animScale>
                                      <p:cBhvr>
                                        <p:cTn id="331" dur="26" fill="hold">
                                          <p:stCondLst>
                                            <p:cond delay="1312"/>
                                          </p:stCondLst>
                                        </p:cTn>
                                        <p:tgtEl>
                                          <p:spTgt spid="97"/>
                                        </p:tgtEl>
                                      </p:cBhvr>
                                      <p:to x="100000" y="80000"/>
                                    </p:animScale>
                                    <p:animScale>
                                      <p:cBhvr>
                                        <p:cTn id="332" dur="166" fill="hold">
                                          <p:stCondLst>
                                            <p:cond delay="1338"/>
                                          </p:stCondLst>
                                        </p:cTn>
                                        <p:tgtEl>
                                          <p:spTgt spid="97"/>
                                        </p:tgtEl>
                                      </p:cBhvr>
                                      <p:to x="100000" y="100000"/>
                                    </p:animScale>
                                    <p:animScale>
                                      <p:cBhvr>
                                        <p:cTn id="333" dur="26" fill="hold">
                                          <p:stCondLst>
                                            <p:cond delay="1642"/>
                                          </p:stCondLst>
                                        </p:cTn>
                                        <p:tgtEl>
                                          <p:spTgt spid="97"/>
                                        </p:tgtEl>
                                      </p:cBhvr>
                                      <p:to x="100000" y="90000"/>
                                    </p:animScale>
                                    <p:animScale>
                                      <p:cBhvr>
                                        <p:cTn id="334" dur="166" fill="hold">
                                          <p:stCondLst>
                                            <p:cond delay="1668"/>
                                          </p:stCondLst>
                                        </p:cTn>
                                        <p:tgtEl>
                                          <p:spTgt spid="97"/>
                                        </p:tgtEl>
                                      </p:cBhvr>
                                      <p:to x="100000" y="100000"/>
                                    </p:animScale>
                                    <p:animScale>
                                      <p:cBhvr>
                                        <p:cTn id="335" dur="26" fill="hold">
                                          <p:stCondLst>
                                            <p:cond delay="1808"/>
                                          </p:stCondLst>
                                        </p:cTn>
                                        <p:tgtEl>
                                          <p:spTgt spid="97"/>
                                        </p:tgtEl>
                                      </p:cBhvr>
                                      <p:to x="100000" y="95000"/>
                                    </p:animScale>
                                    <p:animScale>
                                      <p:cBhvr>
                                        <p:cTn id="336" dur="166" fill="hold">
                                          <p:stCondLst>
                                            <p:cond delay="1834"/>
                                          </p:stCondLst>
                                        </p:cTn>
                                        <p:tgtEl>
                                          <p:spTgt spid="97"/>
                                        </p:tgtEl>
                                      </p:cBhvr>
                                      <p:to x="100000" y="100000"/>
                                    </p:animScale>
                                  </p:childTnLst>
                                </p:cTn>
                              </p:par>
                            </p:childTnLst>
                          </p:cTn>
                        </p:par>
                        <p:par>
                          <p:cTn id="337" nodeType="afterEffect" fill="hold">
                            <p:stCondLst>
                              <p:cond delay="4000"/>
                            </p:stCondLst>
                            <p:childTnLst>
                              <p:par>
                                <p:cTn id="338" nodeType="afterEffect" fill="hold" presetClass="entr" presetID="22" presetSubtype="4">
                                  <p:stCondLst>
                                    <p:cond delay="0"/>
                                  </p:stCondLst>
                                  <p:childTnLst>
                                    <p:set>
                                      <p:cBhvr>
                                        <p:cTn id="339" dur="1" fill="hold">
                                          <p:stCondLst>
                                            <p:cond delay="0"/>
                                          </p:stCondLst>
                                        </p:cTn>
                                        <p:tgtEl>
                                          <p:spTgt spid="103"/>
                                        </p:tgtEl>
                                        <p:attrNameLst>
                                          <p:attrName>style.visibility</p:attrName>
                                        </p:attrNameLst>
                                      </p:cBhvr>
                                      <p:to>
                                        <p:strVal val="visible"/>
                                      </p:to>
                                    </p:set>
                                    <p:animEffect filter="wipe(down)" transition="in">
                                      <p:cBhvr additive="repl">
                                        <p:cTn id="340" dur="2000"/>
                                        <p:tgtEl>
                                          <p:spTgt spid="103"/>
                                        </p:tgtEl>
                                      </p:cBhvr>
                                    </p:animEffect>
                                  </p:childTnLst>
                                </p:cTn>
                              </p:par>
                            </p:childTnLst>
                          </p:cTn>
                        </p:par>
                      </p:childTnLst>
                    </p:cTn>
                  </p:par>
                  <p:par>
                    <p:cTn id="341" nodeType="clickEffect" fill="hold">
                      <p:stCondLst>
                        <p:cond delay="indefinite"/>
                      </p:stCondLst>
                      <p:childTnLst>
                        <p:par>
                          <p:cTn id="342" nodeType="withEffect" fill="hold">
                            <p:stCondLst>
                              <p:cond delay="0"/>
                            </p:stCondLst>
                            <p:childTnLst>
                              <p:par>
                                <p:cTn id="343" nodeType="clickEffect" fill="hold" presetClass="entr" presetID="26">
                                  <p:stCondLst>
                                    <p:cond delay="0"/>
                                  </p:stCondLst>
                                  <p:childTnLst>
                                    <p:set>
                                      <p:cBhvr>
                                        <p:cTn id="344" dur="1" fill="hold">
                                          <p:stCondLst>
                                            <p:cond delay="0"/>
                                          </p:stCondLst>
                                        </p:cTn>
                                        <p:tgtEl>
                                          <p:spTgt spid="104"/>
                                        </p:tgtEl>
                                        <p:attrNameLst>
                                          <p:attrName>style.visibility</p:attrName>
                                        </p:attrNameLst>
                                      </p:cBhvr>
                                      <p:to>
                                        <p:strVal val="visible"/>
                                      </p:to>
                                    </p:set>
                                    <p:animEffect filter="wipe(down)" transition="in">
                                      <p:cBhvr additive="repl">
                                        <p:cTn id="345" dur="580">
                                          <p:stCondLst>
                                            <p:cond delay="0"/>
                                          </p:stCondLst>
                                        </p:cTn>
                                        <p:tgtEl>
                                          <p:spTgt spid="104"/>
                                        </p:tgtEl>
                                      </p:cBhvr>
                                    </p:animEffect>
                                    <p:anim calcmode="lin" valueType="num">
                                      <p:cBhvr additive="repl">
                                        <p:cTn id="346" dur="1822">
                                          <p:stCondLst>
                                            <p:cond delay="0"/>
                                          </p:stCondLst>
                                        </p:cTn>
                                        <p:tgtEl>
                                          <p:spTgt spid="104"/>
                                        </p:tgtEl>
                                        <p:attrNameLst>
                                          <p:attrName>ppt_x</p:attrName>
                                        </p:attrNameLst>
                                      </p:cBhvr>
                                      <p:tavLst>
                                        <p:tav tm="0">
                                          <p:val>
                                            <p:strVal val="#ppt_x-0.25"/>
                                          </p:val>
                                        </p:tav>
                                        <p:tav tm="100000">
                                          <p:val>
                                            <p:strVal val="#ppt_x"/>
                                          </p:val>
                                        </p:tav>
                                      </p:tavLst>
                                    </p:anim>
                                    <p:anim calcmode="lin" valueType="num">
                                      <p:cBhvr additive="repl">
                                        <p:cTn id="347" dur="664">
                                          <p:stCondLst>
                                            <p:cond delay="0"/>
                                          </p:stCondLst>
                                        </p:cTn>
                                        <p:tgtEl>
                                          <p:spTgt spid="104"/>
                                        </p:tgtEl>
                                        <p:attrNameLst>
                                          <p:attrName>ppt_y</p:attrName>
                                        </p:attrNameLst>
                                      </p:cBhvr>
                                      <p:tavLst>
                                        <p:tav fmla="y-sin(pi*$)/3" tm="0">
                                          <p:val>
                                            <p:fltVal val="0.5"/>
                                          </p:val>
                                        </p:tav>
                                        <p:tav fmla="y-sin(pi*$)/3" tm="100000">
                                          <p:val>
                                            <p:fltVal val="1"/>
                                          </p:val>
                                        </p:tav>
                                      </p:tavLst>
                                    </p:anim>
                                    <p:anim calcmode="lin" valueType="num">
                                      <p:cBhvr additive="repl">
                                        <p:cTn id="348" dur="664">
                                          <p:stCondLst>
                                            <p:cond delay="664"/>
                                          </p:stCondLst>
                                        </p:cTn>
                                        <p:tgtEl>
                                          <p:spTgt spid="104"/>
                                        </p:tgtEl>
                                        <p:attrNameLst>
                                          <p:attrName>ppt_y</p:attrName>
                                        </p:attrNameLst>
                                      </p:cBhvr>
                                      <p:tavLst>
                                        <p:tav fmla="y-sin(pi*$)/9" tm="0">
                                          <p:val>
                                            <p:fltVal val="0"/>
                                          </p:val>
                                        </p:tav>
                                        <p:tav fmla="y-sin(pi*$)/9" tm="100000">
                                          <p:val>
                                            <p:fltVal val="1"/>
                                          </p:val>
                                        </p:tav>
                                      </p:tavLst>
                                    </p:anim>
                                    <p:anim calcmode="lin" valueType="num">
                                      <p:cBhvr additive="repl">
                                        <p:cTn id="349" dur="332">
                                          <p:stCondLst>
                                            <p:cond delay="1324"/>
                                          </p:stCondLst>
                                        </p:cTn>
                                        <p:tgtEl>
                                          <p:spTgt spid="104"/>
                                        </p:tgtEl>
                                        <p:attrNameLst>
                                          <p:attrName>ppt_y</p:attrName>
                                        </p:attrNameLst>
                                      </p:cBhvr>
                                      <p:tavLst>
                                        <p:tav fmla="y-sin(pi*$)/27" tm="0">
                                          <p:val>
                                            <p:fltVal val="0"/>
                                          </p:val>
                                        </p:tav>
                                        <p:tav fmla="y-sin(pi*$)/27" tm="100000">
                                          <p:val>
                                            <p:fltVal val="1"/>
                                          </p:val>
                                        </p:tav>
                                      </p:tavLst>
                                    </p:anim>
                                    <p:anim calcmode="lin" valueType="num">
                                      <p:cBhvr additive="repl">
                                        <p:cTn id="350" dur="164">
                                          <p:stCondLst>
                                            <p:cond delay="1656"/>
                                          </p:stCondLst>
                                        </p:cTn>
                                        <p:tgtEl>
                                          <p:spTgt spid="104"/>
                                        </p:tgtEl>
                                        <p:attrNameLst>
                                          <p:attrName>ppt_y</p:attrName>
                                        </p:attrNameLst>
                                      </p:cBhvr>
                                      <p:tavLst>
                                        <p:tav fmla="y-sin(pi*$)/81" tm="0">
                                          <p:val>
                                            <p:fltVal val="0"/>
                                          </p:val>
                                        </p:tav>
                                        <p:tav fmla="y-sin(pi*$)/81" tm="100000">
                                          <p:val>
                                            <p:fltVal val="1"/>
                                          </p:val>
                                        </p:tav>
                                      </p:tavLst>
                                    </p:anim>
                                    <p:animScale>
                                      <p:cBhvr>
                                        <p:cTn id="351" dur="26" fill="hold">
                                          <p:stCondLst>
                                            <p:cond delay="650"/>
                                          </p:stCondLst>
                                        </p:cTn>
                                        <p:tgtEl>
                                          <p:spTgt spid="104"/>
                                        </p:tgtEl>
                                      </p:cBhvr>
                                      <p:to x="100000" y="60000"/>
                                    </p:animScale>
                                    <p:animScale>
                                      <p:cBhvr>
                                        <p:cTn id="352" dur="166" fill="hold">
                                          <p:stCondLst>
                                            <p:cond delay="676"/>
                                          </p:stCondLst>
                                        </p:cTn>
                                        <p:tgtEl>
                                          <p:spTgt spid="104"/>
                                        </p:tgtEl>
                                      </p:cBhvr>
                                      <p:to x="100000" y="100000"/>
                                    </p:animScale>
                                    <p:animScale>
                                      <p:cBhvr>
                                        <p:cTn id="353" dur="26" fill="hold">
                                          <p:stCondLst>
                                            <p:cond delay="1312"/>
                                          </p:stCondLst>
                                        </p:cTn>
                                        <p:tgtEl>
                                          <p:spTgt spid="104"/>
                                        </p:tgtEl>
                                      </p:cBhvr>
                                      <p:to x="100000" y="80000"/>
                                    </p:animScale>
                                    <p:animScale>
                                      <p:cBhvr>
                                        <p:cTn id="354" dur="166" fill="hold">
                                          <p:stCondLst>
                                            <p:cond delay="1338"/>
                                          </p:stCondLst>
                                        </p:cTn>
                                        <p:tgtEl>
                                          <p:spTgt spid="104"/>
                                        </p:tgtEl>
                                      </p:cBhvr>
                                      <p:to x="100000" y="100000"/>
                                    </p:animScale>
                                    <p:animScale>
                                      <p:cBhvr>
                                        <p:cTn id="355" dur="26" fill="hold">
                                          <p:stCondLst>
                                            <p:cond delay="1642"/>
                                          </p:stCondLst>
                                        </p:cTn>
                                        <p:tgtEl>
                                          <p:spTgt spid="104"/>
                                        </p:tgtEl>
                                      </p:cBhvr>
                                      <p:to x="100000" y="90000"/>
                                    </p:animScale>
                                    <p:animScale>
                                      <p:cBhvr>
                                        <p:cTn id="356" dur="166" fill="hold">
                                          <p:stCondLst>
                                            <p:cond delay="1668"/>
                                          </p:stCondLst>
                                        </p:cTn>
                                        <p:tgtEl>
                                          <p:spTgt spid="104"/>
                                        </p:tgtEl>
                                      </p:cBhvr>
                                      <p:to x="100000" y="100000"/>
                                    </p:animScale>
                                    <p:animScale>
                                      <p:cBhvr>
                                        <p:cTn id="357" dur="26" fill="hold">
                                          <p:stCondLst>
                                            <p:cond delay="1808"/>
                                          </p:stCondLst>
                                        </p:cTn>
                                        <p:tgtEl>
                                          <p:spTgt spid="104"/>
                                        </p:tgtEl>
                                      </p:cBhvr>
                                      <p:to x="100000" y="95000"/>
                                    </p:animScale>
                                    <p:animScale>
                                      <p:cBhvr>
                                        <p:cTn id="358" dur="166" fill="hold">
                                          <p:stCondLst>
                                            <p:cond delay="1834"/>
                                          </p:stCondLst>
                                        </p:cTn>
                                        <p:tgtEl>
                                          <p:spTgt spid="104"/>
                                        </p:tgtEl>
                                      </p:cBhvr>
                                      <p:to x="100000" y="100000"/>
                                    </p:animScale>
                                  </p:childTnLst>
                                </p:cTn>
                              </p:par>
                            </p:childTnLst>
                          </p:cTn>
                        </p:par>
                      </p:childTnLst>
                    </p:cTn>
                  </p:par>
                  <p:par>
                    <p:cTn id="359" nodeType="clickEffect" fill="hold">
                      <p:stCondLst>
                        <p:cond delay="indefinite"/>
                      </p:stCondLst>
                      <p:childTnLst>
                        <p:par>
                          <p:cTn id="360" nodeType="withEffect" fill="hold">
                            <p:stCondLst>
                              <p:cond delay="0"/>
                            </p:stCondLst>
                            <p:childTnLst>
                              <p:par>
                                <p:cTn id="361" nodeType="clickEffect" fill="hold" presetClass="entr" presetID="26">
                                  <p:stCondLst>
                                    <p:cond delay="0"/>
                                  </p:stCondLst>
                                  <p:childTnLst>
                                    <p:set>
                                      <p:cBhvr>
                                        <p:cTn id="362" dur="1" fill="hold">
                                          <p:stCondLst>
                                            <p:cond delay="0"/>
                                          </p:stCondLst>
                                        </p:cTn>
                                        <p:tgtEl>
                                          <p:spTgt spid="105"/>
                                        </p:tgtEl>
                                        <p:attrNameLst>
                                          <p:attrName>style.visibility</p:attrName>
                                        </p:attrNameLst>
                                      </p:cBhvr>
                                      <p:to>
                                        <p:strVal val="visible"/>
                                      </p:to>
                                    </p:set>
                                    <p:animEffect filter="wipe(down)" transition="in">
                                      <p:cBhvr additive="repl">
                                        <p:cTn id="363" dur="580">
                                          <p:stCondLst>
                                            <p:cond delay="0"/>
                                          </p:stCondLst>
                                        </p:cTn>
                                        <p:tgtEl>
                                          <p:spTgt spid="105"/>
                                        </p:tgtEl>
                                      </p:cBhvr>
                                    </p:animEffect>
                                    <p:anim calcmode="lin" valueType="num">
                                      <p:cBhvr additive="repl">
                                        <p:cTn id="364" dur="1822">
                                          <p:stCondLst>
                                            <p:cond delay="0"/>
                                          </p:stCondLst>
                                        </p:cTn>
                                        <p:tgtEl>
                                          <p:spTgt spid="105"/>
                                        </p:tgtEl>
                                        <p:attrNameLst>
                                          <p:attrName>ppt_x</p:attrName>
                                        </p:attrNameLst>
                                      </p:cBhvr>
                                      <p:tavLst>
                                        <p:tav tm="0">
                                          <p:val>
                                            <p:strVal val="#ppt_x-0.25"/>
                                          </p:val>
                                        </p:tav>
                                        <p:tav tm="100000">
                                          <p:val>
                                            <p:strVal val="#ppt_x"/>
                                          </p:val>
                                        </p:tav>
                                      </p:tavLst>
                                    </p:anim>
                                    <p:anim calcmode="lin" valueType="num">
                                      <p:cBhvr additive="repl">
                                        <p:cTn id="365" dur="664">
                                          <p:stCondLst>
                                            <p:cond delay="0"/>
                                          </p:stCondLst>
                                        </p:cTn>
                                        <p:tgtEl>
                                          <p:spTgt spid="105"/>
                                        </p:tgtEl>
                                        <p:attrNameLst>
                                          <p:attrName>ppt_y</p:attrName>
                                        </p:attrNameLst>
                                      </p:cBhvr>
                                      <p:tavLst>
                                        <p:tav fmla="y-sin(pi*$)/3" tm="0">
                                          <p:val>
                                            <p:fltVal val="0.5"/>
                                          </p:val>
                                        </p:tav>
                                        <p:tav fmla="y-sin(pi*$)/3" tm="100000">
                                          <p:val>
                                            <p:fltVal val="1"/>
                                          </p:val>
                                        </p:tav>
                                      </p:tavLst>
                                    </p:anim>
                                    <p:anim calcmode="lin" valueType="num">
                                      <p:cBhvr additive="repl">
                                        <p:cTn id="366" dur="664">
                                          <p:stCondLst>
                                            <p:cond delay="664"/>
                                          </p:stCondLst>
                                        </p:cTn>
                                        <p:tgtEl>
                                          <p:spTgt spid="105"/>
                                        </p:tgtEl>
                                        <p:attrNameLst>
                                          <p:attrName>ppt_y</p:attrName>
                                        </p:attrNameLst>
                                      </p:cBhvr>
                                      <p:tavLst>
                                        <p:tav fmla="y-sin(pi*$)/9" tm="0">
                                          <p:val>
                                            <p:fltVal val="0"/>
                                          </p:val>
                                        </p:tav>
                                        <p:tav fmla="y-sin(pi*$)/9" tm="100000">
                                          <p:val>
                                            <p:fltVal val="1"/>
                                          </p:val>
                                        </p:tav>
                                      </p:tavLst>
                                    </p:anim>
                                    <p:anim calcmode="lin" valueType="num">
                                      <p:cBhvr additive="repl">
                                        <p:cTn id="367" dur="332">
                                          <p:stCondLst>
                                            <p:cond delay="1324"/>
                                          </p:stCondLst>
                                        </p:cTn>
                                        <p:tgtEl>
                                          <p:spTgt spid="105"/>
                                        </p:tgtEl>
                                        <p:attrNameLst>
                                          <p:attrName>ppt_y</p:attrName>
                                        </p:attrNameLst>
                                      </p:cBhvr>
                                      <p:tavLst>
                                        <p:tav fmla="y-sin(pi*$)/27" tm="0">
                                          <p:val>
                                            <p:fltVal val="0"/>
                                          </p:val>
                                        </p:tav>
                                        <p:tav fmla="y-sin(pi*$)/27" tm="100000">
                                          <p:val>
                                            <p:fltVal val="1"/>
                                          </p:val>
                                        </p:tav>
                                      </p:tavLst>
                                    </p:anim>
                                    <p:anim calcmode="lin" valueType="num">
                                      <p:cBhvr additive="repl">
                                        <p:cTn id="368" dur="164">
                                          <p:stCondLst>
                                            <p:cond delay="1656"/>
                                          </p:stCondLst>
                                        </p:cTn>
                                        <p:tgtEl>
                                          <p:spTgt spid="105"/>
                                        </p:tgtEl>
                                        <p:attrNameLst>
                                          <p:attrName>ppt_y</p:attrName>
                                        </p:attrNameLst>
                                      </p:cBhvr>
                                      <p:tavLst>
                                        <p:tav fmla="y-sin(pi*$)/81" tm="0">
                                          <p:val>
                                            <p:fltVal val="0"/>
                                          </p:val>
                                        </p:tav>
                                        <p:tav fmla="y-sin(pi*$)/81" tm="100000">
                                          <p:val>
                                            <p:fltVal val="1"/>
                                          </p:val>
                                        </p:tav>
                                      </p:tavLst>
                                    </p:anim>
                                    <p:animScale>
                                      <p:cBhvr>
                                        <p:cTn id="369" dur="26" fill="hold">
                                          <p:stCondLst>
                                            <p:cond delay="650"/>
                                          </p:stCondLst>
                                        </p:cTn>
                                        <p:tgtEl>
                                          <p:spTgt spid="105"/>
                                        </p:tgtEl>
                                      </p:cBhvr>
                                      <p:to x="100000" y="60000"/>
                                    </p:animScale>
                                    <p:animScale>
                                      <p:cBhvr>
                                        <p:cTn id="370" dur="166" fill="hold">
                                          <p:stCondLst>
                                            <p:cond delay="676"/>
                                          </p:stCondLst>
                                        </p:cTn>
                                        <p:tgtEl>
                                          <p:spTgt spid="105"/>
                                        </p:tgtEl>
                                      </p:cBhvr>
                                      <p:to x="100000" y="100000"/>
                                    </p:animScale>
                                    <p:animScale>
                                      <p:cBhvr>
                                        <p:cTn id="371" dur="26" fill="hold">
                                          <p:stCondLst>
                                            <p:cond delay="1312"/>
                                          </p:stCondLst>
                                        </p:cTn>
                                        <p:tgtEl>
                                          <p:spTgt spid="105"/>
                                        </p:tgtEl>
                                      </p:cBhvr>
                                      <p:to x="100000" y="80000"/>
                                    </p:animScale>
                                    <p:animScale>
                                      <p:cBhvr>
                                        <p:cTn id="372" dur="166" fill="hold">
                                          <p:stCondLst>
                                            <p:cond delay="1338"/>
                                          </p:stCondLst>
                                        </p:cTn>
                                        <p:tgtEl>
                                          <p:spTgt spid="105"/>
                                        </p:tgtEl>
                                      </p:cBhvr>
                                      <p:to x="100000" y="100000"/>
                                    </p:animScale>
                                    <p:animScale>
                                      <p:cBhvr>
                                        <p:cTn id="373" dur="26" fill="hold">
                                          <p:stCondLst>
                                            <p:cond delay="1642"/>
                                          </p:stCondLst>
                                        </p:cTn>
                                        <p:tgtEl>
                                          <p:spTgt spid="105"/>
                                        </p:tgtEl>
                                      </p:cBhvr>
                                      <p:to x="100000" y="90000"/>
                                    </p:animScale>
                                    <p:animScale>
                                      <p:cBhvr>
                                        <p:cTn id="374" dur="166" fill="hold">
                                          <p:stCondLst>
                                            <p:cond delay="1668"/>
                                          </p:stCondLst>
                                        </p:cTn>
                                        <p:tgtEl>
                                          <p:spTgt spid="105"/>
                                        </p:tgtEl>
                                      </p:cBhvr>
                                      <p:to x="100000" y="100000"/>
                                    </p:animScale>
                                    <p:animScale>
                                      <p:cBhvr>
                                        <p:cTn id="375" dur="26" fill="hold">
                                          <p:stCondLst>
                                            <p:cond delay="1808"/>
                                          </p:stCondLst>
                                        </p:cTn>
                                        <p:tgtEl>
                                          <p:spTgt spid="105"/>
                                        </p:tgtEl>
                                      </p:cBhvr>
                                      <p:to x="100000" y="95000"/>
                                    </p:animScale>
                                    <p:animScale>
                                      <p:cBhvr>
                                        <p:cTn id="376" dur="166" fill="hold">
                                          <p:stCondLst>
                                            <p:cond delay="1834"/>
                                          </p:stCondLst>
                                        </p:cTn>
                                        <p:tgtEl>
                                          <p:spTgt spid="105"/>
                                        </p:tgtEl>
                                      </p:cBhvr>
                                      <p:to x="100000" y="100000"/>
                                    </p:animScale>
                                  </p:childTnLst>
                                </p:cTn>
                              </p:par>
                            </p:childTnLst>
                          </p:cTn>
                        </p:par>
                      </p:childTnLst>
                    </p:cTn>
                  </p:par>
                  <p:par>
                    <p:cTn id="377" nodeType="clickEffect" fill="hold">
                      <p:stCondLst>
                        <p:cond delay="indefinite"/>
                      </p:stCondLst>
                      <p:childTnLst>
                        <p:par>
                          <p:cTn id="378" nodeType="withEffect" fill="hold">
                            <p:stCondLst>
                              <p:cond delay="0"/>
                            </p:stCondLst>
                            <p:childTnLst>
                              <p:par>
                                <p:cTn id="379" nodeType="clickEffect" fill="hold" presetClass="entr" presetID="26">
                                  <p:stCondLst>
                                    <p:cond delay="0"/>
                                  </p:stCondLst>
                                  <p:childTnLst>
                                    <p:set>
                                      <p:cBhvr>
                                        <p:cTn id="380" dur="1" fill="hold">
                                          <p:stCondLst>
                                            <p:cond delay="0"/>
                                          </p:stCondLst>
                                        </p:cTn>
                                        <p:tgtEl>
                                          <p:spTgt spid="106"/>
                                        </p:tgtEl>
                                        <p:attrNameLst>
                                          <p:attrName>style.visibility</p:attrName>
                                        </p:attrNameLst>
                                      </p:cBhvr>
                                      <p:to>
                                        <p:strVal val="visible"/>
                                      </p:to>
                                    </p:set>
                                    <p:animEffect filter="wipe(down)" transition="in">
                                      <p:cBhvr additive="repl">
                                        <p:cTn id="381" dur="580">
                                          <p:stCondLst>
                                            <p:cond delay="0"/>
                                          </p:stCondLst>
                                        </p:cTn>
                                        <p:tgtEl>
                                          <p:spTgt spid="106"/>
                                        </p:tgtEl>
                                      </p:cBhvr>
                                    </p:animEffect>
                                    <p:anim calcmode="lin" valueType="num">
                                      <p:cBhvr additive="repl">
                                        <p:cTn id="382" dur="1822">
                                          <p:stCondLst>
                                            <p:cond delay="0"/>
                                          </p:stCondLst>
                                        </p:cTn>
                                        <p:tgtEl>
                                          <p:spTgt spid="106"/>
                                        </p:tgtEl>
                                        <p:attrNameLst>
                                          <p:attrName>ppt_x</p:attrName>
                                        </p:attrNameLst>
                                      </p:cBhvr>
                                      <p:tavLst>
                                        <p:tav tm="0">
                                          <p:val>
                                            <p:strVal val="#ppt_x-0.25"/>
                                          </p:val>
                                        </p:tav>
                                        <p:tav tm="100000">
                                          <p:val>
                                            <p:strVal val="#ppt_x"/>
                                          </p:val>
                                        </p:tav>
                                      </p:tavLst>
                                    </p:anim>
                                    <p:anim calcmode="lin" valueType="num">
                                      <p:cBhvr additive="repl">
                                        <p:cTn id="383" dur="664">
                                          <p:stCondLst>
                                            <p:cond delay="0"/>
                                          </p:stCondLst>
                                        </p:cTn>
                                        <p:tgtEl>
                                          <p:spTgt spid="106"/>
                                        </p:tgtEl>
                                        <p:attrNameLst>
                                          <p:attrName>ppt_y</p:attrName>
                                        </p:attrNameLst>
                                      </p:cBhvr>
                                      <p:tavLst>
                                        <p:tav fmla="y-sin(pi*$)/3" tm="0">
                                          <p:val>
                                            <p:fltVal val="0.5"/>
                                          </p:val>
                                        </p:tav>
                                        <p:tav fmla="y-sin(pi*$)/3" tm="100000">
                                          <p:val>
                                            <p:fltVal val="1"/>
                                          </p:val>
                                        </p:tav>
                                      </p:tavLst>
                                    </p:anim>
                                    <p:anim calcmode="lin" valueType="num">
                                      <p:cBhvr additive="repl">
                                        <p:cTn id="384" dur="664">
                                          <p:stCondLst>
                                            <p:cond delay="664"/>
                                          </p:stCondLst>
                                        </p:cTn>
                                        <p:tgtEl>
                                          <p:spTgt spid="106"/>
                                        </p:tgtEl>
                                        <p:attrNameLst>
                                          <p:attrName>ppt_y</p:attrName>
                                        </p:attrNameLst>
                                      </p:cBhvr>
                                      <p:tavLst>
                                        <p:tav fmla="y-sin(pi*$)/9" tm="0">
                                          <p:val>
                                            <p:fltVal val="0"/>
                                          </p:val>
                                        </p:tav>
                                        <p:tav fmla="y-sin(pi*$)/9" tm="100000">
                                          <p:val>
                                            <p:fltVal val="1"/>
                                          </p:val>
                                        </p:tav>
                                      </p:tavLst>
                                    </p:anim>
                                    <p:anim calcmode="lin" valueType="num">
                                      <p:cBhvr additive="repl">
                                        <p:cTn id="385" dur="332">
                                          <p:stCondLst>
                                            <p:cond delay="1324"/>
                                          </p:stCondLst>
                                        </p:cTn>
                                        <p:tgtEl>
                                          <p:spTgt spid="106"/>
                                        </p:tgtEl>
                                        <p:attrNameLst>
                                          <p:attrName>ppt_y</p:attrName>
                                        </p:attrNameLst>
                                      </p:cBhvr>
                                      <p:tavLst>
                                        <p:tav fmla="y-sin(pi*$)/27" tm="0">
                                          <p:val>
                                            <p:fltVal val="0"/>
                                          </p:val>
                                        </p:tav>
                                        <p:tav fmla="y-sin(pi*$)/27" tm="100000">
                                          <p:val>
                                            <p:fltVal val="1"/>
                                          </p:val>
                                        </p:tav>
                                      </p:tavLst>
                                    </p:anim>
                                    <p:anim calcmode="lin" valueType="num">
                                      <p:cBhvr additive="repl">
                                        <p:cTn id="386" dur="164">
                                          <p:stCondLst>
                                            <p:cond delay="1656"/>
                                          </p:stCondLst>
                                        </p:cTn>
                                        <p:tgtEl>
                                          <p:spTgt spid="106"/>
                                        </p:tgtEl>
                                        <p:attrNameLst>
                                          <p:attrName>ppt_y</p:attrName>
                                        </p:attrNameLst>
                                      </p:cBhvr>
                                      <p:tavLst>
                                        <p:tav fmla="y-sin(pi*$)/81" tm="0">
                                          <p:val>
                                            <p:fltVal val="0"/>
                                          </p:val>
                                        </p:tav>
                                        <p:tav fmla="y-sin(pi*$)/81" tm="100000">
                                          <p:val>
                                            <p:fltVal val="1"/>
                                          </p:val>
                                        </p:tav>
                                      </p:tavLst>
                                    </p:anim>
                                    <p:animScale>
                                      <p:cBhvr>
                                        <p:cTn id="387" dur="26" fill="hold">
                                          <p:stCondLst>
                                            <p:cond delay="650"/>
                                          </p:stCondLst>
                                        </p:cTn>
                                        <p:tgtEl>
                                          <p:spTgt spid="106"/>
                                        </p:tgtEl>
                                      </p:cBhvr>
                                      <p:to x="100000" y="60000"/>
                                    </p:animScale>
                                    <p:animScale>
                                      <p:cBhvr>
                                        <p:cTn id="388" dur="166" fill="hold">
                                          <p:stCondLst>
                                            <p:cond delay="676"/>
                                          </p:stCondLst>
                                        </p:cTn>
                                        <p:tgtEl>
                                          <p:spTgt spid="106"/>
                                        </p:tgtEl>
                                      </p:cBhvr>
                                      <p:to x="100000" y="100000"/>
                                    </p:animScale>
                                    <p:animScale>
                                      <p:cBhvr>
                                        <p:cTn id="389" dur="26" fill="hold">
                                          <p:stCondLst>
                                            <p:cond delay="1312"/>
                                          </p:stCondLst>
                                        </p:cTn>
                                        <p:tgtEl>
                                          <p:spTgt spid="106"/>
                                        </p:tgtEl>
                                      </p:cBhvr>
                                      <p:to x="100000" y="80000"/>
                                    </p:animScale>
                                    <p:animScale>
                                      <p:cBhvr>
                                        <p:cTn id="390" dur="166" fill="hold">
                                          <p:stCondLst>
                                            <p:cond delay="1338"/>
                                          </p:stCondLst>
                                        </p:cTn>
                                        <p:tgtEl>
                                          <p:spTgt spid="106"/>
                                        </p:tgtEl>
                                      </p:cBhvr>
                                      <p:to x="100000" y="100000"/>
                                    </p:animScale>
                                    <p:animScale>
                                      <p:cBhvr>
                                        <p:cTn id="391" dur="26" fill="hold">
                                          <p:stCondLst>
                                            <p:cond delay="1642"/>
                                          </p:stCondLst>
                                        </p:cTn>
                                        <p:tgtEl>
                                          <p:spTgt spid="106"/>
                                        </p:tgtEl>
                                      </p:cBhvr>
                                      <p:to x="100000" y="90000"/>
                                    </p:animScale>
                                    <p:animScale>
                                      <p:cBhvr>
                                        <p:cTn id="392" dur="166" fill="hold">
                                          <p:stCondLst>
                                            <p:cond delay="1668"/>
                                          </p:stCondLst>
                                        </p:cTn>
                                        <p:tgtEl>
                                          <p:spTgt spid="106"/>
                                        </p:tgtEl>
                                      </p:cBhvr>
                                      <p:to x="100000" y="100000"/>
                                    </p:animScale>
                                    <p:animScale>
                                      <p:cBhvr>
                                        <p:cTn id="393" dur="26" fill="hold">
                                          <p:stCondLst>
                                            <p:cond delay="1808"/>
                                          </p:stCondLst>
                                        </p:cTn>
                                        <p:tgtEl>
                                          <p:spTgt spid="106"/>
                                        </p:tgtEl>
                                      </p:cBhvr>
                                      <p:to x="100000" y="95000"/>
                                    </p:animScale>
                                    <p:animScale>
                                      <p:cBhvr>
                                        <p:cTn id="394" dur="166" fill="hold">
                                          <p:stCondLst>
                                            <p:cond delay="1834"/>
                                          </p:stCondLst>
                                        </p:cTn>
                                        <p:tgtEl>
                                          <p:spTgt spid="106"/>
                                        </p:tgtEl>
                                      </p:cBhvr>
                                      <p:to x="100000" y="100000"/>
                                    </p:animScale>
                                  </p:childTnLst>
                                </p:cTn>
                              </p:par>
                            </p:childTnLst>
                          </p:cTn>
                        </p:par>
                      </p:childTnLst>
                    </p:cTn>
                  </p:par>
                  <p:par>
                    <p:cTn id="395" nodeType="clickEffect" fill="hold">
                      <p:stCondLst>
                        <p:cond delay="indefinite"/>
                      </p:stCondLst>
                      <p:childTnLst>
                        <p:par>
                          <p:cTn id="396" nodeType="withEffect" fill="hold">
                            <p:stCondLst>
                              <p:cond delay="0"/>
                            </p:stCondLst>
                            <p:childTnLst>
                              <p:par>
                                <p:cTn id="397" nodeType="clickEffect" fill="hold" presetClass="entr" presetID="22" presetSubtype="4">
                                  <p:stCondLst>
                                    <p:cond delay="0"/>
                                  </p:stCondLst>
                                  <p:childTnLst>
                                    <p:set>
                                      <p:cBhvr>
                                        <p:cTn id="398" dur="1" fill="hold">
                                          <p:stCondLst>
                                            <p:cond delay="0"/>
                                          </p:stCondLst>
                                        </p:cTn>
                                        <p:tgtEl>
                                          <p:spTgt spid="107"/>
                                        </p:tgtEl>
                                        <p:attrNameLst>
                                          <p:attrName>style.visibility</p:attrName>
                                        </p:attrNameLst>
                                      </p:cBhvr>
                                      <p:to>
                                        <p:strVal val="visible"/>
                                      </p:to>
                                    </p:set>
                                    <p:animEffect filter="wipe(down)" transition="in">
                                      <p:cBhvr additive="repl">
                                        <p:cTn id="399" dur="500"/>
                                        <p:tgtEl>
                                          <p:spTgt spid="107"/>
                                        </p:tgtEl>
                                      </p:cBhvr>
                                    </p:animEffect>
                                  </p:childTnLst>
                                </p:cTn>
                              </p:par>
                            </p:childTnLst>
                          </p:cTn>
                        </p:par>
                      </p:childTnLst>
                    </p:cTn>
                  </p:par>
                  <p:par>
                    <p:cTn id="400" nodeType="clickEffect" fill="hold">
                      <p:stCondLst>
                        <p:cond delay="indefinite"/>
                      </p:stCondLst>
                      <p:childTnLst>
                        <p:par>
                          <p:cTn id="401" nodeType="withEffect" fill="hold">
                            <p:stCondLst>
                              <p:cond delay="0"/>
                            </p:stCondLst>
                            <p:childTnLst>
                              <p:par>
                                <p:cTn id="402" nodeType="clickEffect" fill="hold" presetClass="entr" presetID="29">
                                  <p:stCondLst>
                                    <p:cond delay="0"/>
                                  </p:stCondLst>
                                  <p:childTnLst>
                                    <p:set>
                                      <p:cBhvr>
                                        <p:cTn id="403" dur="1" fill="hold">
                                          <p:stCondLst>
                                            <p:cond delay="0"/>
                                          </p:stCondLst>
                                        </p:cTn>
                                        <p:tgtEl>
                                          <p:spTgt spid="108"/>
                                        </p:tgtEl>
                                        <p:attrNameLst>
                                          <p:attrName>style.visibility</p:attrName>
                                        </p:attrNameLst>
                                      </p:cBhvr>
                                      <p:to>
                                        <p:strVal val="visible"/>
                                      </p:to>
                                    </p:set>
                                    <p:anim calcmode="lin" valueType="num">
                                      <p:cBhvr additive="repl">
                                        <p:cTn id="404" dur="1000" fill="hold"/>
                                        <p:tgtEl>
                                          <p:spTgt spid="108"/>
                                        </p:tgtEl>
                                        <p:attrNameLst>
                                          <p:attrName>ppt_x</p:attrName>
                                        </p:attrNameLst>
                                      </p:cBhvr>
                                      <p:tavLst>
                                        <p:tav tm="0">
                                          <p:val>
                                            <p:strVal val="#ppt_x-.2"/>
                                          </p:val>
                                        </p:tav>
                                        <p:tav tm="100000">
                                          <p:val>
                                            <p:strVal val="#ppt_x"/>
                                          </p:val>
                                        </p:tav>
                                      </p:tavLst>
                                    </p:anim>
                                    <p:anim calcmode="lin" valueType="num">
                                      <p:cBhvr additive="repl">
                                        <p:cTn id="405" dur="1000" fill="hold"/>
                                        <p:tgtEl>
                                          <p:spTgt spid="108"/>
                                        </p:tgtEl>
                                        <p:attrNameLst>
                                          <p:attrName>ppt_y</p:attrName>
                                        </p:attrNameLst>
                                      </p:cBhvr>
                                      <p:tavLst>
                                        <p:tav tm="0">
                                          <p:val>
                                            <p:strVal val="#ppt_y"/>
                                          </p:val>
                                        </p:tav>
                                        <p:tav tm="100000">
                                          <p:val>
                                            <p:strVal val="#ppt_y"/>
                                          </p:val>
                                        </p:tav>
                                      </p:tavLst>
                                    </p:anim>
                                    <p:animEffect filter="wipe(right)" transition="in">
                                      <p:cBhvr additive="repl">
                                        <p:cTn id="406" dur="1000"/>
                                        <p:tgtEl>
                                          <p:spTgt spid="108"/>
                                        </p:tgtEl>
                                      </p:cBhvr>
                                    </p:animEffect>
                                  </p:childTnLst>
                                </p:cTn>
                              </p:par>
                              <p:par>
                                <p:cTn id="407" nodeType="withEffect" fill="hold" presetClass="entr" presetID="29">
                                  <p:stCondLst>
                                    <p:cond delay="0"/>
                                  </p:stCondLst>
                                  <p:childTnLst>
                                    <p:set>
                                      <p:cBhvr>
                                        <p:cTn id="408" dur="1" fill="hold">
                                          <p:stCondLst>
                                            <p:cond delay="0"/>
                                          </p:stCondLst>
                                        </p:cTn>
                                        <p:tgtEl>
                                          <p:spTgt spid="110"/>
                                        </p:tgtEl>
                                        <p:attrNameLst>
                                          <p:attrName>style.visibility</p:attrName>
                                        </p:attrNameLst>
                                      </p:cBhvr>
                                      <p:to>
                                        <p:strVal val="visible"/>
                                      </p:to>
                                    </p:set>
                                    <p:anim calcmode="lin" valueType="num">
                                      <p:cBhvr additive="repl">
                                        <p:cTn id="409" dur="1000" fill="hold"/>
                                        <p:tgtEl>
                                          <p:spTgt spid="110"/>
                                        </p:tgtEl>
                                        <p:attrNameLst>
                                          <p:attrName>ppt_x</p:attrName>
                                        </p:attrNameLst>
                                      </p:cBhvr>
                                      <p:tavLst>
                                        <p:tav tm="0">
                                          <p:val>
                                            <p:strVal val="#ppt_x-.2"/>
                                          </p:val>
                                        </p:tav>
                                        <p:tav tm="100000">
                                          <p:val>
                                            <p:strVal val="#ppt_x"/>
                                          </p:val>
                                        </p:tav>
                                      </p:tavLst>
                                    </p:anim>
                                    <p:anim calcmode="lin" valueType="num">
                                      <p:cBhvr additive="repl">
                                        <p:cTn id="410" dur="1000" fill="hold"/>
                                        <p:tgtEl>
                                          <p:spTgt spid="110"/>
                                        </p:tgtEl>
                                        <p:attrNameLst>
                                          <p:attrName>ppt_y</p:attrName>
                                        </p:attrNameLst>
                                      </p:cBhvr>
                                      <p:tavLst>
                                        <p:tav tm="0">
                                          <p:val>
                                            <p:strVal val="#ppt_y"/>
                                          </p:val>
                                        </p:tav>
                                        <p:tav tm="100000">
                                          <p:val>
                                            <p:strVal val="#ppt_y"/>
                                          </p:val>
                                        </p:tav>
                                      </p:tavLst>
                                    </p:anim>
                                    <p:animEffect filter="wipe(right)" transition="in">
                                      <p:cBhvr additive="repl">
                                        <p:cTn id="411" dur="1000"/>
                                        <p:tgtEl>
                                          <p:spTgt spid="110"/>
                                        </p:tgtEl>
                                      </p:cBhvr>
                                    </p:animEffect>
                                  </p:childTnLst>
                                </p:cTn>
                              </p:par>
                              <p:par>
                                <p:cTn id="412" nodeType="withEffect" fill="hold" presetClass="entr" presetID="29">
                                  <p:stCondLst>
                                    <p:cond delay="0"/>
                                  </p:stCondLst>
                                  <p:childTnLst>
                                    <p:set>
                                      <p:cBhvr>
                                        <p:cTn id="413" dur="1" fill="hold">
                                          <p:stCondLst>
                                            <p:cond delay="0"/>
                                          </p:stCondLst>
                                        </p:cTn>
                                        <p:tgtEl>
                                          <p:spTgt spid="99"/>
                                        </p:tgtEl>
                                        <p:attrNameLst>
                                          <p:attrName>style.visibility</p:attrName>
                                        </p:attrNameLst>
                                      </p:cBhvr>
                                      <p:to>
                                        <p:strVal val="visible"/>
                                      </p:to>
                                    </p:set>
                                    <p:anim calcmode="lin" valueType="num">
                                      <p:cBhvr additive="repl">
                                        <p:cTn id="414" dur="1000" fill="hold"/>
                                        <p:tgtEl>
                                          <p:spTgt spid="99"/>
                                        </p:tgtEl>
                                        <p:attrNameLst>
                                          <p:attrName>ppt_x</p:attrName>
                                        </p:attrNameLst>
                                      </p:cBhvr>
                                      <p:tavLst>
                                        <p:tav tm="0">
                                          <p:val>
                                            <p:strVal val="#ppt_x-.2"/>
                                          </p:val>
                                        </p:tav>
                                        <p:tav tm="100000">
                                          <p:val>
                                            <p:strVal val="#ppt_x"/>
                                          </p:val>
                                        </p:tav>
                                      </p:tavLst>
                                    </p:anim>
                                    <p:anim calcmode="lin" valueType="num">
                                      <p:cBhvr additive="repl">
                                        <p:cTn id="415" dur="1000" fill="hold"/>
                                        <p:tgtEl>
                                          <p:spTgt spid="99"/>
                                        </p:tgtEl>
                                        <p:attrNameLst>
                                          <p:attrName>ppt_y</p:attrName>
                                        </p:attrNameLst>
                                      </p:cBhvr>
                                      <p:tavLst>
                                        <p:tav tm="0">
                                          <p:val>
                                            <p:strVal val="#ppt_y"/>
                                          </p:val>
                                        </p:tav>
                                        <p:tav tm="100000">
                                          <p:val>
                                            <p:strVal val="#ppt_y"/>
                                          </p:val>
                                        </p:tav>
                                      </p:tavLst>
                                    </p:anim>
                                    <p:animEffect filter="wipe(right)" transition="in">
                                      <p:cBhvr additive="repl">
                                        <p:cTn id="416" dur="1000"/>
                                        <p:tgtEl>
                                          <p:spTgt spid="99"/>
                                        </p:tgtEl>
                                      </p:cBhvr>
                                    </p:animEffect>
                                  </p:childTnLst>
                                </p:cTn>
                              </p:par>
                            </p:childTnLst>
                          </p:cTn>
                        </p:par>
                      </p:childTnLst>
                    </p:cTn>
                  </p:par>
                  <p:par>
                    <p:cTn id="417" nodeType="clickEffect" fill="hold">
                      <p:stCondLst>
                        <p:cond delay="indefinite"/>
                      </p:stCondLst>
                      <p:childTnLst>
                        <p:par>
                          <p:cTn id="418" nodeType="withEffect" fill="hold">
                            <p:stCondLst>
                              <p:cond delay="0"/>
                            </p:stCondLst>
                            <p:childTnLst>
                              <p:par>
                                <p:cTn id="419" nodeType="clickEffect" fill="hold" presetClass="entr" presetID="29">
                                  <p:stCondLst>
                                    <p:cond delay="0"/>
                                  </p:stCondLst>
                                  <p:childTnLst>
                                    <p:set>
                                      <p:cBhvr>
                                        <p:cTn id="420" dur="1" fill="hold">
                                          <p:stCondLst>
                                            <p:cond delay="0"/>
                                          </p:stCondLst>
                                        </p:cTn>
                                        <p:tgtEl>
                                          <p:spTgt spid="109"/>
                                        </p:tgtEl>
                                        <p:attrNameLst>
                                          <p:attrName>style.visibility</p:attrName>
                                        </p:attrNameLst>
                                      </p:cBhvr>
                                      <p:to>
                                        <p:strVal val="visible"/>
                                      </p:to>
                                    </p:set>
                                    <p:anim calcmode="lin" valueType="num">
                                      <p:cBhvr additive="repl">
                                        <p:cTn id="421" dur="1000" fill="hold"/>
                                        <p:tgtEl>
                                          <p:spTgt spid="109"/>
                                        </p:tgtEl>
                                        <p:attrNameLst>
                                          <p:attrName>ppt_x</p:attrName>
                                        </p:attrNameLst>
                                      </p:cBhvr>
                                      <p:tavLst>
                                        <p:tav tm="0">
                                          <p:val>
                                            <p:strVal val="#ppt_x-.2"/>
                                          </p:val>
                                        </p:tav>
                                        <p:tav tm="100000">
                                          <p:val>
                                            <p:strVal val="#ppt_x"/>
                                          </p:val>
                                        </p:tav>
                                      </p:tavLst>
                                    </p:anim>
                                    <p:anim calcmode="lin" valueType="num">
                                      <p:cBhvr additive="repl">
                                        <p:cTn id="422" dur="1000" fill="hold"/>
                                        <p:tgtEl>
                                          <p:spTgt spid="109"/>
                                        </p:tgtEl>
                                        <p:attrNameLst>
                                          <p:attrName>ppt_y</p:attrName>
                                        </p:attrNameLst>
                                      </p:cBhvr>
                                      <p:tavLst>
                                        <p:tav tm="0">
                                          <p:val>
                                            <p:strVal val="#ppt_y"/>
                                          </p:val>
                                        </p:tav>
                                        <p:tav tm="100000">
                                          <p:val>
                                            <p:strVal val="#ppt_y"/>
                                          </p:val>
                                        </p:tav>
                                      </p:tavLst>
                                    </p:anim>
                                    <p:animEffect filter="wipe(right)" transition="in">
                                      <p:cBhvr additive="repl">
                                        <p:cTn id="423" dur="1000"/>
                                        <p:tgtEl>
                                          <p:spTgt spid="109"/>
                                        </p:tgtEl>
                                      </p:cBhvr>
                                    </p:animEffect>
                                  </p:childTnLst>
                                </p:cTn>
                              </p:par>
                              <p:par>
                                <p:cTn id="424" nodeType="withEffect" fill="hold" presetClass="entr" presetID="29">
                                  <p:stCondLst>
                                    <p:cond delay="0"/>
                                  </p:stCondLst>
                                  <p:childTnLst>
                                    <p:set>
                                      <p:cBhvr>
                                        <p:cTn id="425" dur="1" fill="hold">
                                          <p:stCondLst>
                                            <p:cond delay="0"/>
                                          </p:stCondLst>
                                        </p:cTn>
                                        <p:tgtEl>
                                          <p:spTgt spid="111"/>
                                        </p:tgtEl>
                                        <p:attrNameLst>
                                          <p:attrName>style.visibility</p:attrName>
                                        </p:attrNameLst>
                                      </p:cBhvr>
                                      <p:to>
                                        <p:strVal val="visible"/>
                                      </p:to>
                                    </p:set>
                                    <p:anim calcmode="lin" valueType="num">
                                      <p:cBhvr additive="repl">
                                        <p:cTn id="426" dur="1000" fill="hold"/>
                                        <p:tgtEl>
                                          <p:spTgt spid="111"/>
                                        </p:tgtEl>
                                        <p:attrNameLst>
                                          <p:attrName>ppt_x</p:attrName>
                                        </p:attrNameLst>
                                      </p:cBhvr>
                                      <p:tavLst>
                                        <p:tav tm="0">
                                          <p:val>
                                            <p:strVal val="#ppt_x-.2"/>
                                          </p:val>
                                        </p:tav>
                                        <p:tav tm="100000">
                                          <p:val>
                                            <p:strVal val="#ppt_x"/>
                                          </p:val>
                                        </p:tav>
                                      </p:tavLst>
                                    </p:anim>
                                    <p:anim calcmode="lin" valueType="num">
                                      <p:cBhvr additive="repl">
                                        <p:cTn id="427" dur="1000" fill="hold"/>
                                        <p:tgtEl>
                                          <p:spTgt spid="111"/>
                                        </p:tgtEl>
                                        <p:attrNameLst>
                                          <p:attrName>ppt_y</p:attrName>
                                        </p:attrNameLst>
                                      </p:cBhvr>
                                      <p:tavLst>
                                        <p:tav tm="0">
                                          <p:val>
                                            <p:strVal val="#ppt_y"/>
                                          </p:val>
                                        </p:tav>
                                        <p:tav tm="100000">
                                          <p:val>
                                            <p:strVal val="#ppt_y"/>
                                          </p:val>
                                        </p:tav>
                                      </p:tavLst>
                                    </p:anim>
                                    <p:animEffect filter="wipe(right)" transition="in">
                                      <p:cBhvr additive="repl">
                                        <p:cTn id="428" dur="1000"/>
                                        <p:tgtEl>
                                          <p:spTgt spid="111"/>
                                        </p:tgtEl>
                                      </p:cBhvr>
                                    </p:animEffect>
                                  </p:childTnLst>
                                </p:cTn>
                              </p:par>
                              <p:par>
                                <p:cTn id="429" nodeType="withEffect" fill="hold" presetClass="entr" presetID="29">
                                  <p:stCondLst>
                                    <p:cond delay="0"/>
                                  </p:stCondLst>
                                  <p:childTnLst>
                                    <p:set>
                                      <p:cBhvr>
                                        <p:cTn id="430" dur="1" fill="hold">
                                          <p:stCondLst>
                                            <p:cond delay="0"/>
                                          </p:stCondLst>
                                        </p:cTn>
                                        <p:tgtEl>
                                          <p:spTgt spid="100"/>
                                        </p:tgtEl>
                                        <p:attrNameLst>
                                          <p:attrName>style.visibility</p:attrName>
                                        </p:attrNameLst>
                                      </p:cBhvr>
                                      <p:to>
                                        <p:strVal val="visible"/>
                                      </p:to>
                                    </p:set>
                                    <p:anim calcmode="lin" valueType="num">
                                      <p:cBhvr additive="repl">
                                        <p:cTn id="431" dur="1000" fill="hold"/>
                                        <p:tgtEl>
                                          <p:spTgt spid="100"/>
                                        </p:tgtEl>
                                        <p:attrNameLst>
                                          <p:attrName>ppt_x</p:attrName>
                                        </p:attrNameLst>
                                      </p:cBhvr>
                                      <p:tavLst>
                                        <p:tav tm="0">
                                          <p:val>
                                            <p:strVal val="#ppt_x-.2"/>
                                          </p:val>
                                        </p:tav>
                                        <p:tav tm="100000">
                                          <p:val>
                                            <p:strVal val="#ppt_x"/>
                                          </p:val>
                                        </p:tav>
                                      </p:tavLst>
                                    </p:anim>
                                    <p:anim calcmode="lin" valueType="num">
                                      <p:cBhvr additive="repl">
                                        <p:cTn id="432" dur="1000" fill="hold"/>
                                        <p:tgtEl>
                                          <p:spTgt spid="100"/>
                                        </p:tgtEl>
                                        <p:attrNameLst>
                                          <p:attrName>ppt_y</p:attrName>
                                        </p:attrNameLst>
                                      </p:cBhvr>
                                      <p:tavLst>
                                        <p:tav tm="0">
                                          <p:val>
                                            <p:strVal val="#ppt_y"/>
                                          </p:val>
                                        </p:tav>
                                        <p:tav tm="100000">
                                          <p:val>
                                            <p:strVal val="#ppt_y"/>
                                          </p:val>
                                        </p:tav>
                                      </p:tavLst>
                                    </p:anim>
                                    <p:animEffect filter="wipe(right)" transition="in">
                                      <p:cBhvr additive="repl">
                                        <p:cTn id="433" dur="1000"/>
                                        <p:tgtEl>
                                          <p:spTgt spid="100"/>
                                        </p:tgtEl>
                                      </p:cBhvr>
                                    </p:animEffect>
                                  </p:childTnLst>
                                </p:cTn>
                              </p:par>
                            </p:childTnLst>
                          </p:cTn>
                        </p:par>
                      </p:childTnLst>
                    </p:cTn>
                  </p:par>
                  <p:par>
                    <p:cTn id="434" nodeType="clickEffect" fill="hold">
                      <p:stCondLst>
                        <p:cond delay="indefinite"/>
                      </p:stCondLst>
                      <p:childTnLst>
                        <p:par>
                          <p:cTn id="435" nodeType="withEffect" fill="hold">
                            <p:stCondLst>
                              <p:cond delay="0"/>
                            </p:stCondLst>
                            <p:childTnLst>
                              <p:par>
                                <p:cTn id="436" nodeType="clickEffect" fill="hold" presetClass="entr" presetID="26">
                                  <p:stCondLst>
                                    <p:cond delay="0"/>
                                  </p:stCondLst>
                                  <p:childTnLst>
                                    <p:set>
                                      <p:cBhvr>
                                        <p:cTn id="437" dur="1" fill="hold">
                                          <p:stCondLst>
                                            <p:cond delay="0"/>
                                          </p:stCondLst>
                                        </p:cTn>
                                        <p:tgtEl>
                                          <p:spTgt spid="112"/>
                                        </p:tgtEl>
                                        <p:attrNameLst>
                                          <p:attrName>style.visibility</p:attrName>
                                        </p:attrNameLst>
                                      </p:cBhvr>
                                      <p:to>
                                        <p:strVal val="visible"/>
                                      </p:to>
                                    </p:set>
                                    <p:animEffect filter="wipe(down)" transition="in">
                                      <p:cBhvr additive="repl">
                                        <p:cTn id="438" dur="580">
                                          <p:stCondLst>
                                            <p:cond delay="0"/>
                                          </p:stCondLst>
                                        </p:cTn>
                                        <p:tgtEl>
                                          <p:spTgt spid="112"/>
                                        </p:tgtEl>
                                      </p:cBhvr>
                                    </p:animEffect>
                                    <p:anim calcmode="lin" valueType="num">
                                      <p:cBhvr additive="repl">
                                        <p:cTn id="439" dur="1822">
                                          <p:stCondLst>
                                            <p:cond delay="0"/>
                                          </p:stCondLst>
                                        </p:cTn>
                                        <p:tgtEl>
                                          <p:spTgt spid="112"/>
                                        </p:tgtEl>
                                        <p:attrNameLst>
                                          <p:attrName>ppt_x</p:attrName>
                                        </p:attrNameLst>
                                      </p:cBhvr>
                                      <p:tavLst>
                                        <p:tav tm="0">
                                          <p:val>
                                            <p:strVal val="#ppt_x-0.25"/>
                                          </p:val>
                                        </p:tav>
                                        <p:tav tm="100000">
                                          <p:val>
                                            <p:strVal val="#ppt_x"/>
                                          </p:val>
                                        </p:tav>
                                      </p:tavLst>
                                    </p:anim>
                                    <p:anim calcmode="lin" valueType="num">
                                      <p:cBhvr additive="repl">
                                        <p:cTn id="440" dur="664">
                                          <p:stCondLst>
                                            <p:cond delay="0"/>
                                          </p:stCondLst>
                                        </p:cTn>
                                        <p:tgtEl>
                                          <p:spTgt spid="112"/>
                                        </p:tgtEl>
                                        <p:attrNameLst>
                                          <p:attrName>ppt_y</p:attrName>
                                        </p:attrNameLst>
                                      </p:cBhvr>
                                      <p:tavLst>
                                        <p:tav fmla="y-sin(pi*$)/3" tm="0">
                                          <p:val>
                                            <p:fltVal val="0.5"/>
                                          </p:val>
                                        </p:tav>
                                        <p:tav fmla="y-sin(pi*$)/3" tm="100000">
                                          <p:val>
                                            <p:fltVal val="1"/>
                                          </p:val>
                                        </p:tav>
                                      </p:tavLst>
                                    </p:anim>
                                    <p:anim calcmode="lin" valueType="num">
                                      <p:cBhvr additive="repl">
                                        <p:cTn id="441" dur="664">
                                          <p:stCondLst>
                                            <p:cond delay="664"/>
                                          </p:stCondLst>
                                        </p:cTn>
                                        <p:tgtEl>
                                          <p:spTgt spid="112"/>
                                        </p:tgtEl>
                                        <p:attrNameLst>
                                          <p:attrName>ppt_y</p:attrName>
                                        </p:attrNameLst>
                                      </p:cBhvr>
                                      <p:tavLst>
                                        <p:tav fmla="y-sin(pi*$)/9" tm="0">
                                          <p:val>
                                            <p:fltVal val="0"/>
                                          </p:val>
                                        </p:tav>
                                        <p:tav fmla="y-sin(pi*$)/9" tm="100000">
                                          <p:val>
                                            <p:fltVal val="1"/>
                                          </p:val>
                                        </p:tav>
                                      </p:tavLst>
                                    </p:anim>
                                    <p:anim calcmode="lin" valueType="num">
                                      <p:cBhvr additive="repl">
                                        <p:cTn id="442" dur="332">
                                          <p:stCondLst>
                                            <p:cond delay="1324"/>
                                          </p:stCondLst>
                                        </p:cTn>
                                        <p:tgtEl>
                                          <p:spTgt spid="112"/>
                                        </p:tgtEl>
                                        <p:attrNameLst>
                                          <p:attrName>ppt_y</p:attrName>
                                        </p:attrNameLst>
                                      </p:cBhvr>
                                      <p:tavLst>
                                        <p:tav fmla="y-sin(pi*$)/27" tm="0">
                                          <p:val>
                                            <p:fltVal val="0"/>
                                          </p:val>
                                        </p:tav>
                                        <p:tav fmla="y-sin(pi*$)/27" tm="100000">
                                          <p:val>
                                            <p:fltVal val="1"/>
                                          </p:val>
                                        </p:tav>
                                      </p:tavLst>
                                    </p:anim>
                                    <p:anim calcmode="lin" valueType="num">
                                      <p:cBhvr additive="repl">
                                        <p:cTn id="443" dur="164">
                                          <p:stCondLst>
                                            <p:cond delay="1656"/>
                                          </p:stCondLst>
                                        </p:cTn>
                                        <p:tgtEl>
                                          <p:spTgt spid="112"/>
                                        </p:tgtEl>
                                        <p:attrNameLst>
                                          <p:attrName>ppt_y</p:attrName>
                                        </p:attrNameLst>
                                      </p:cBhvr>
                                      <p:tavLst>
                                        <p:tav fmla="y-sin(pi*$)/81" tm="0">
                                          <p:val>
                                            <p:fltVal val="0"/>
                                          </p:val>
                                        </p:tav>
                                        <p:tav fmla="y-sin(pi*$)/81" tm="100000">
                                          <p:val>
                                            <p:fltVal val="1"/>
                                          </p:val>
                                        </p:tav>
                                      </p:tavLst>
                                    </p:anim>
                                    <p:animScale>
                                      <p:cBhvr>
                                        <p:cTn id="444" dur="26" fill="hold">
                                          <p:stCondLst>
                                            <p:cond delay="650"/>
                                          </p:stCondLst>
                                        </p:cTn>
                                        <p:tgtEl>
                                          <p:spTgt spid="112"/>
                                        </p:tgtEl>
                                      </p:cBhvr>
                                      <p:to x="100000" y="60000"/>
                                    </p:animScale>
                                    <p:animScale>
                                      <p:cBhvr>
                                        <p:cTn id="445" dur="166" fill="hold">
                                          <p:stCondLst>
                                            <p:cond delay="676"/>
                                          </p:stCondLst>
                                        </p:cTn>
                                        <p:tgtEl>
                                          <p:spTgt spid="112"/>
                                        </p:tgtEl>
                                      </p:cBhvr>
                                      <p:to x="100000" y="100000"/>
                                    </p:animScale>
                                    <p:animScale>
                                      <p:cBhvr>
                                        <p:cTn id="446" dur="26" fill="hold">
                                          <p:stCondLst>
                                            <p:cond delay="1312"/>
                                          </p:stCondLst>
                                        </p:cTn>
                                        <p:tgtEl>
                                          <p:spTgt spid="112"/>
                                        </p:tgtEl>
                                      </p:cBhvr>
                                      <p:to x="100000" y="80000"/>
                                    </p:animScale>
                                    <p:animScale>
                                      <p:cBhvr>
                                        <p:cTn id="447" dur="166" fill="hold">
                                          <p:stCondLst>
                                            <p:cond delay="1338"/>
                                          </p:stCondLst>
                                        </p:cTn>
                                        <p:tgtEl>
                                          <p:spTgt spid="112"/>
                                        </p:tgtEl>
                                      </p:cBhvr>
                                      <p:to x="100000" y="100000"/>
                                    </p:animScale>
                                    <p:animScale>
                                      <p:cBhvr>
                                        <p:cTn id="448" dur="26" fill="hold">
                                          <p:stCondLst>
                                            <p:cond delay="1642"/>
                                          </p:stCondLst>
                                        </p:cTn>
                                        <p:tgtEl>
                                          <p:spTgt spid="112"/>
                                        </p:tgtEl>
                                      </p:cBhvr>
                                      <p:to x="100000" y="90000"/>
                                    </p:animScale>
                                    <p:animScale>
                                      <p:cBhvr>
                                        <p:cTn id="449" dur="166" fill="hold">
                                          <p:stCondLst>
                                            <p:cond delay="1668"/>
                                          </p:stCondLst>
                                        </p:cTn>
                                        <p:tgtEl>
                                          <p:spTgt spid="112"/>
                                        </p:tgtEl>
                                      </p:cBhvr>
                                      <p:to x="100000" y="100000"/>
                                    </p:animScale>
                                    <p:animScale>
                                      <p:cBhvr>
                                        <p:cTn id="450" dur="26" fill="hold">
                                          <p:stCondLst>
                                            <p:cond delay="1808"/>
                                          </p:stCondLst>
                                        </p:cTn>
                                        <p:tgtEl>
                                          <p:spTgt spid="112"/>
                                        </p:tgtEl>
                                      </p:cBhvr>
                                      <p:to x="100000" y="95000"/>
                                    </p:animScale>
                                    <p:animScale>
                                      <p:cBhvr>
                                        <p:cTn id="451" dur="166" fill="hold">
                                          <p:stCondLst>
                                            <p:cond delay="1834"/>
                                          </p:stCondLst>
                                        </p:cTn>
                                        <p:tgtEl>
                                          <p:spTgt spid="112"/>
                                        </p:tgtEl>
                                      </p:cBhvr>
                                      <p:to x="100000" y="100000"/>
                                    </p:animScale>
                                  </p:childTnLst>
                                </p:cTn>
                              </p:par>
                              <p:par>
                                <p:cTn id="452" nodeType="withEffect" fill="hold" presetClass="entr" presetID="27">
                                  <p:stCondLst>
                                    <p:cond delay="0"/>
                                  </p:stCondLst>
                                  <p:iterate type="lt">
                                    <p:tmAbs val="40"/>
                                  </p:iterate>
                                  <p:childTnLst>
                                    <p:set>
                                      <p:cBhvr>
                                        <p:cTn id="453" dur="1" fill="hold">
                                          <p:stCondLst>
                                            <p:cond delay="0"/>
                                          </p:stCondLst>
                                        </p:cTn>
                                        <p:tgtEl>
                                          <p:spTgt spid="113"/>
                                        </p:tgtEl>
                                        <p:attrNameLst>
                                          <p:attrName>style.visibility</p:attrName>
                                        </p:attrNameLst>
                                      </p:cBhvr>
                                      <p:to>
                                        <p:strVal val="visible"/>
                                      </p:to>
                                    </p:set>
                                    <p:anim calcmode="discrete" valueType="clr">
                                      <p:cBhvr additive="repl">
                                        <p:cTn id="454" dur="80"/>
                                        <p:tgtEl>
                                          <p:spTgt spid="113"/>
                                        </p:tgtEl>
                                        <p:attrNameLst>
                                          <p:attrName>style.color</p:attrName>
                                        </p:attrNameLst>
                                      </p:cBhvr>
                                      <p:tavLst>
                                        <p:tav tm="0">
                                          <p:val>
                                            <p:strVal val="rgb(77,80,-64)"/>
                                          </p:val>
                                        </p:tav>
                                        <p:tav tm="50000">
                                          <p:val>
                                            <p:strVal val="rgb(-1,0,0)"/>
                                          </p:val>
                                        </p:tav>
                                      </p:tavLst>
                                    </p:anim>
                                    <p:anim calcmode="discrete" valueType="clr">
                                      <p:cBhvr additive="repl">
                                        <p:cTn id="455" dur="80"/>
                                        <p:tgtEl>
                                          <p:spTgt spid="113"/>
                                        </p:tgtEl>
                                        <p:attrNameLst>
                                          <p:attrName>fillcolor</p:attrName>
                                        </p:attrNameLst>
                                      </p:cBhvr>
                                      <p:tavLst>
                                        <p:tav tm="0">
                                          <p:val>
                                            <p:strVal val="rgb(77,80,-64)"/>
                                          </p:val>
                                        </p:tav>
                                        <p:tav tm="50000">
                                          <p:val>
                                            <p:strVal val="rgb(-1,0,0)"/>
                                          </p:val>
                                        </p:tav>
                                      </p:tavLst>
                                    </p:anim>
                                    <p:set>
                                      <p:cBhvr>
                                        <p:cTn id="456" dur="80"/>
                                        <p:tgtEl>
                                          <p:spTgt spid="113"/>
                                        </p:tgtEl>
                                        <p:attrNameLst>
                                          <p:attrName>fill.type</p:attrName>
                                        </p:attrNameLst>
                                      </p:cBhvr>
                                      <p:to>
                                        <p:strVal val="solid"/>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7" name="Text Box 2"/>
          <p:cNvSpPr/>
          <p:nvPr/>
        </p:nvSpPr>
        <p:spPr>
          <a:xfrm>
            <a:off x="228600" y="714240"/>
            <a:ext cx="8915400" cy="2884680"/>
          </a:xfrm>
          <a:prstGeom prst="rect">
            <a:avLst/>
          </a:prstGeom>
          <a:noFill/>
          <a:ln w="0">
            <a:noFill/>
          </a:ln>
        </p:spPr>
        <p:style>
          <a:lnRef idx="0"/>
          <a:fillRef idx="0"/>
          <a:effectRef idx="0"/>
          <a:fontRef idx="minor"/>
        </p:style>
        <p:txBody>
          <a:bodyPr lIns="90000" rIns="90000" tIns="46800" bIns="46800" anchor="t">
            <a:spAutoFit/>
          </a:bodyPr>
          <a:p>
            <a:pPr algn="just">
              <a:lnSpc>
                <a:spcPct val="150000"/>
              </a:lnSpc>
              <a:spcBef>
                <a:spcPts val="1749"/>
              </a:spcBef>
              <a:spcAft>
                <a:spcPts val="601"/>
              </a:spcAft>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800" strike="noStrike" u="none">
                <a:solidFill>
                  <a:srgbClr val="000000"/>
                </a:solidFill>
                <a:effectLst/>
                <a:uFillTx/>
                <a:latin typeface="Times New Roman"/>
                <a:ea typeface="Times New Roman"/>
              </a:rPr>
              <a:t>En général, les chaleurs massiques varient avec la température. Ainsi les </a:t>
            </a:r>
            <a:r>
              <a:rPr b="1" lang="fr-FR" sz="2800" strike="noStrike" u="none">
                <a:solidFill>
                  <a:srgbClr val="000000"/>
                </a:solidFill>
                <a:effectLst/>
                <a:uFillTx/>
                <a:latin typeface="Times New Roman"/>
                <a:ea typeface="Times New Roman"/>
              </a:rPr>
              <a:t>chaleurs </a:t>
            </a:r>
            <a:r>
              <a:rPr b="1" i="1" lang="fr-FR" sz="2800" strike="noStrike" u="none">
                <a:solidFill>
                  <a:srgbClr val="c00000"/>
                </a:solidFill>
                <a:effectLst/>
                <a:uFillTx/>
                <a:latin typeface="Times New Roman"/>
                <a:ea typeface="Times New Roman"/>
              </a:rPr>
              <a:t>Q</a:t>
            </a:r>
            <a:r>
              <a:rPr b="1" i="1" lang="fr-FR" sz="2800" strike="noStrike" u="none" baseline="-30000">
                <a:solidFill>
                  <a:srgbClr val="c00000"/>
                </a:solidFill>
                <a:effectLst/>
                <a:uFillTx/>
                <a:latin typeface="Times New Roman"/>
                <a:ea typeface="Times New Roman"/>
              </a:rPr>
              <a:t>v</a:t>
            </a:r>
            <a:r>
              <a:rPr b="0" lang="fr-FR" sz="2800" strike="noStrike" u="none">
                <a:solidFill>
                  <a:srgbClr val="000000"/>
                </a:solidFill>
                <a:effectLst/>
                <a:uFillTx/>
                <a:latin typeface="Times New Roman"/>
                <a:ea typeface="Times New Roman"/>
              </a:rPr>
              <a:t> ou </a:t>
            </a:r>
            <a:r>
              <a:rPr b="1" i="1" lang="fr-FR" sz="2800" strike="noStrike" u="none">
                <a:solidFill>
                  <a:srgbClr val="c00000"/>
                </a:solidFill>
                <a:effectLst/>
                <a:uFillTx/>
                <a:latin typeface="Times New Roman"/>
                <a:ea typeface="Times New Roman"/>
              </a:rPr>
              <a:t>Q</a:t>
            </a:r>
            <a:r>
              <a:rPr b="1" i="1" lang="fr-FR" sz="2800" strike="noStrike" u="none" baseline="-30000">
                <a:solidFill>
                  <a:srgbClr val="c00000"/>
                </a:solidFill>
                <a:effectLst/>
                <a:uFillTx/>
                <a:latin typeface="Times New Roman"/>
                <a:ea typeface="Times New Roman"/>
              </a:rPr>
              <a:t>p</a:t>
            </a:r>
            <a:r>
              <a:rPr b="0" lang="fr-FR" sz="2800" strike="noStrike" u="none">
                <a:solidFill>
                  <a:srgbClr val="000000"/>
                </a:solidFill>
                <a:effectLst/>
                <a:uFillTx/>
                <a:latin typeface="Times New Roman"/>
                <a:ea typeface="Times New Roman"/>
              </a:rPr>
              <a:t> mises en jeu au cours du chauffage d’une substance de masse </a:t>
            </a:r>
            <a:r>
              <a:rPr b="1" i="1" lang="fr-FR" sz="2800" strike="noStrike" u="none">
                <a:solidFill>
                  <a:srgbClr val="c00000"/>
                </a:solidFill>
                <a:effectLst/>
                <a:uFillTx/>
                <a:latin typeface="Times New Roman"/>
                <a:ea typeface="Times New Roman"/>
              </a:rPr>
              <a:t>m</a:t>
            </a:r>
            <a:r>
              <a:rPr b="0" i="1" lang="fr-FR" sz="2800" strike="noStrike" u="none">
                <a:solidFill>
                  <a:srgbClr val="c00000"/>
                </a:solidFill>
                <a:effectLst/>
                <a:uFillTx/>
                <a:latin typeface="Times New Roman"/>
                <a:ea typeface="Times New Roman"/>
              </a:rPr>
              <a:t> </a:t>
            </a:r>
            <a:r>
              <a:rPr b="0" lang="fr-FR" sz="2800" strike="noStrike" u="none">
                <a:solidFill>
                  <a:srgbClr val="000000"/>
                </a:solidFill>
                <a:effectLst/>
                <a:uFillTx/>
                <a:latin typeface="Times New Roman"/>
                <a:ea typeface="Times New Roman"/>
              </a:rPr>
              <a:t>de la température</a:t>
            </a:r>
            <a:r>
              <a:rPr b="0" lang="fr-FR" sz="2800" strike="noStrike" u="none">
                <a:solidFill>
                  <a:srgbClr val="c00000"/>
                </a:solidFill>
                <a:effectLst/>
                <a:uFillTx/>
                <a:latin typeface="Times New Roman"/>
                <a:ea typeface="Times New Roman"/>
              </a:rPr>
              <a:t> </a:t>
            </a:r>
            <a:r>
              <a:rPr b="1" i="1" lang="fr-FR" sz="2800" strike="noStrike" u="none">
                <a:solidFill>
                  <a:srgbClr val="c00000"/>
                </a:solidFill>
                <a:effectLst/>
                <a:uFillTx/>
                <a:latin typeface="Times New Roman"/>
                <a:ea typeface="Times New Roman"/>
              </a:rPr>
              <a:t>T</a:t>
            </a:r>
            <a:r>
              <a:rPr b="1" i="1" lang="fr-FR" sz="2800" strike="noStrike" u="none" baseline="-30000">
                <a:solidFill>
                  <a:srgbClr val="c00000"/>
                </a:solidFill>
                <a:effectLst/>
                <a:uFillTx/>
                <a:latin typeface="Times New Roman"/>
                <a:ea typeface="Times New Roman"/>
              </a:rPr>
              <a:t>1</a:t>
            </a:r>
            <a:r>
              <a:rPr b="0" lang="fr-FR" sz="2800" strike="noStrike" u="none">
                <a:solidFill>
                  <a:srgbClr val="c00000"/>
                </a:solidFill>
                <a:effectLst/>
                <a:uFillTx/>
                <a:latin typeface="Times New Roman"/>
                <a:ea typeface="Times New Roman"/>
              </a:rPr>
              <a:t> </a:t>
            </a:r>
            <a:r>
              <a:rPr b="0" lang="fr-FR" sz="2800" strike="noStrike" u="none">
                <a:solidFill>
                  <a:srgbClr val="000000"/>
                </a:solidFill>
                <a:effectLst/>
                <a:uFillTx/>
                <a:latin typeface="Times New Roman"/>
                <a:ea typeface="Times New Roman"/>
              </a:rPr>
              <a:t>à la température</a:t>
            </a:r>
            <a:r>
              <a:rPr b="0" lang="fr-FR" sz="2800" strike="noStrike" u="none">
                <a:solidFill>
                  <a:srgbClr val="c00000"/>
                </a:solidFill>
                <a:effectLst/>
                <a:uFillTx/>
                <a:latin typeface="Times New Roman"/>
                <a:ea typeface="Times New Roman"/>
              </a:rPr>
              <a:t> </a:t>
            </a:r>
            <a:r>
              <a:rPr b="1" i="1" lang="fr-FR" sz="2800" strike="noStrike" u="none">
                <a:solidFill>
                  <a:srgbClr val="c00000"/>
                </a:solidFill>
                <a:effectLst/>
                <a:uFillTx/>
                <a:latin typeface="Times New Roman"/>
                <a:ea typeface="Times New Roman"/>
              </a:rPr>
              <a:t>T</a:t>
            </a:r>
            <a:r>
              <a:rPr b="1" i="1" lang="fr-FR" sz="2800" strike="noStrike" u="none" baseline="-30000">
                <a:solidFill>
                  <a:srgbClr val="c00000"/>
                </a:solidFill>
                <a:effectLst/>
                <a:uFillTx/>
                <a:latin typeface="Times New Roman"/>
                <a:ea typeface="Times New Roman"/>
              </a:rPr>
              <a:t>2</a:t>
            </a:r>
            <a:r>
              <a:rPr b="0" i="1" lang="fr-FR" sz="2800" strike="noStrike" u="none">
                <a:solidFill>
                  <a:srgbClr val="c00000"/>
                </a:solidFill>
                <a:effectLst/>
                <a:uFillTx/>
                <a:latin typeface="Times New Roman"/>
                <a:ea typeface="Times New Roman"/>
              </a:rPr>
              <a:t> </a:t>
            </a:r>
            <a:r>
              <a:rPr b="0" lang="fr-FR" sz="2800" strike="noStrike" u="none">
                <a:solidFill>
                  <a:srgbClr val="000000"/>
                </a:solidFill>
                <a:effectLst/>
                <a:uFillTx/>
                <a:latin typeface="Times New Roman"/>
                <a:ea typeface="Times New Roman"/>
              </a:rPr>
              <a:t>s’écrivent :</a:t>
            </a:r>
            <a:endParaRPr b="0" lang="en-US" sz="2800" strike="noStrike" u="none">
              <a:solidFill>
                <a:srgbClr val="000000"/>
              </a:solidFill>
              <a:effectLst/>
              <a:uFillTx/>
              <a:latin typeface="Arial"/>
            </a:endParaRPr>
          </a:p>
        </p:txBody>
      </p:sp>
      <p:sp>
        <p:nvSpPr>
          <p:cNvPr id="118" name="Text Box 5"/>
          <p:cNvSpPr/>
          <p:nvPr/>
        </p:nvSpPr>
        <p:spPr>
          <a:xfrm>
            <a:off x="2235240" y="3124080"/>
            <a:ext cx="6667560" cy="459720"/>
          </a:xfrm>
          <a:prstGeom prst="rect">
            <a:avLst/>
          </a:prstGeom>
          <a:noFill/>
          <a:ln w="0">
            <a:noFill/>
          </a:ln>
        </p:spPr>
        <p:style>
          <a:lnRef idx="0"/>
          <a:fillRef idx="0"/>
          <a:effectRef idx="0"/>
          <a:fontRef idx="minor"/>
        </p:style>
        <p:txBody>
          <a:bodyPr lIns="90000" rIns="90000" tIns="46800" bIns="46800" anchor="t">
            <a:spAutoFit/>
          </a:bodyPr>
          <a:p>
            <a:pPr algn="just">
              <a:lnSpc>
                <a:spcPct val="100000"/>
              </a:lnSpc>
              <a:spcBef>
                <a:spcPts val="1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400" strike="noStrike" u="none">
                <a:solidFill>
                  <a:srgbClr val="c00000"/>
                </a:solidFill>
                <a:effectLst/>
                <a:uFillTx/>
                <a:latin typeface="Times New Roman"/>
                <a:ea typeface="Times New Roman"/>
              </a:rPr>
              <a:t>pour une transformation </a:t>
            </a:r>
            <a:r>
              <a:rPr b="1" i="1" lang="fr-FR" sz="2400" strike="noStrike" u="sng">
                <a:solidFill>
                  <a:srgbClr val="c00000"/>
                </a:solidFill>
                <a:effectLst/>
                <a:uFillTx/>
                <a:latin typeface="Times New Roman"/>
                <a:ea typeface="Times New Roman"/>
              </a:rPr>
              <a:t>isochore</a:t>
            </a:r>
            <a:r>
              <a:rPr b="1" lang="fr-FR" sz="2400" strike="noStrike" u="none">
                <a:solidFill>
                  <a:srgbClr val="c00000"/>
                </a:solidFill>
                <a:effectLst/>
                <a:uFillTx/>
                <a:latin typeface="Times New Roman"/>
                <a:ea typeface="Times New Roman"/>
              </a:rPr>
              <a:t> (</a:t>
            </a:r>
            <a:r>
              <a:rPr b="1" i="1" lang="fr-FR" sz="2400" strike="noStrike" u="none">
                <a:solidFill>
                  <a:srgbClr val="c00000"/>
                </a:solidFill>
                <a:effectLst/>
                <a:uFillTx/>
                <a:latin typeface="Times New Roman"/>
                <a:ea typeface="Times New Roman"/>
              </a:rPr>
              <a:t>V</a:t>
            </a:r>
            <a:r>
              <a:rPr b="1" lang="fr-FR" sz="2400" strike="noStrike" u="none">
                <a:solidFill>
                  <a:srgbClr val="c00000"/>
                </a:solidFill>
                <a:effectLst/>
                <a:uFillTx/>
                <a:latin typeface="Times New Roman"/>
                <a:ea typeface="Times New Roman"/>
              </a:rPr>
              <a:t> = cste)</a:t>
            </a:r>
            <a:endParaRPr b="0" lang="en-US" sz="2400" strike="noStrike" u="none">
              <a:solidFill>
                <a:srgbClr val="000000"/>
              </a:solidFill>
              <a:effectLst/>
              <a:uFillTx/>
              <a:latin typeface="Arial"/>
            </a:endParaRPr>
          </a:p>
        </p:txBody>
      </p:sp>
      <p:sp>
        <p:nvSpPr>
          <p:cNvPr id="119" name="Text Box 6"/>
          <p:cNvSpPr/>
          <p:nvPr/>
        </p:nvSpPr>
        <p:spPr>
          <a:xfrm>
            <a:off x="2400480" y="4165560"/>
            <a:ext cx="6197400" cy="459720"/>
          </a:xfrm>
          <a:prstGeom prst="rect">
            <a:avLst/>
          </a:prstGeom>
          <a:noFill/>
          <a:ln w="0">
            <a:noFill/>
          </a:ln>
        </p:spPr>
        <p:style>
          <a:lnRef idx="0"/>
          <a:fillRef idx="0"/>
          <a:effectRef idx="0"/>
          <a:fontRef idx="minor"/>
        </p:style>
        <p:txBody>
          <a:bodyPr lIns="90000" rIns="90000" tIns="46800" bIns="46800" anchor="t">
            <a:spAutoFit/>
          </a:bodyPr>
          <a:p>
            <a:pPr algn="just">
              <a:lnSpc>
                <a:spcPct val="100000"/>
              </a:lnSpc>
              <a:spcBef>
                <a:spcPts val="1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400" strike="noStrike" u="none">
                <a:solidFill>
                  <a:srgbClr val="c00000"/>
                </a:solidFill>
                <a:effectLst/>
                <a:uFillTx/>
                <a:latin typeface="Times New Roman"/>
                <a:ea typeface="Times New Roman"/>
              </a:rPr>
              <a:t>pour une transformation </a:t>
            </a:r>
            <a:r>
              <a:rPr b="1" i="1" lang="fr-FR" sz="2400" strike="noStrike" u="sng">
                <a:solidFill>
                  <a:srgbClr val="c00000"/>
                </a:solidFill>
                <a:effectLst/>
                <a:uFillTx/>
                <a:latin typeface="Times New Roman"/>
                <a:ea typeface="Times New Roman"/>
              </a:rPr>
              <a:t>isobare</a:t>
            </a:r>
            <a:r>
              <a:rPr b="1" lang="fr-FR" sz="2400" strike="noStrike" u="none">
                <a:solidFill>
                  <a:srgbClr val="c00000"/>
                </a:solidFill>
                <a:effectLst/>
                <a:uFillTx/>
                <a:latin typeface="Times New Roman"/>
                <a:ea typeface="Times New Roman"/>
              </a:rPr>
              <a:t> (</a:t>
            </a:r>
            <a:r>
              <a:rPr b="1" i="1" lang="fr-FR" sz="2400" strike="noStrike" u="none">
                <a:solidFill>
                  <a:srgbClr val="c00000"/>
                </a:solidFill>
                <a:effectLst/>
                <a:uFillTx/>
                <a:latin typeface="Times New Roman"/>
                <a:ea typeface="Times New Roman"/>
              </a:rPr>
              <a:t>P</a:t>
            </a:r>
            <a:r>
              <a:rPr b="1" lang="fr-FR" sz="2400" strike="noStrike" u="none">
                <a:solidFill>
                  <a:srgbClr val="c00000"/>
                </a:solidFill>
                <a:effectLst/>
                <a:uFillTx/>
                <a:latin typeface="Times New Roman"/>
                <a:ea typeface="Times New Roman"/>
              </a:rPr>
              <a:t> = cste)</a:t>
            </a:r>
            <a:endParaRPr b="0" lang="en-US" sz="2400" strike="noStrike" u="none">
              <a:solidFill>
                <a:srgbClr val="000000"/>
              </a:solidFill>
              <a:effectLst/>
              <a:uFillTx/>
              <a:latin typeface="Arial"/>
            </a:endParaRPr>
          </a:p>
        </p:txBody>
      </p:sp>
      <p:sp>
        <p:nvSpPr>
          <p:cNvPr id="120" name="Text Box 7"/>
          <p:cNvSpPr/>
          <p:nvPr/>
        </p:nvSpPr>
        <p:spPr>
          <a:xfrm>
            <a:off x="304920" y="4826160"/>
            <a:ext cx="8572320" cy="2098440"/>
          </a:xfrm>
          <a:prstGeom prst="rect">
            <a:avLst/>
          </a:prstGeom>
          <a:noFill/>
          <a:ln w="0">
            <a:noFill/>
          </a:ln>
        </p:spPr>
        <p:style>
          <a:lnRef idx="0"/>
          <a:fillRef idx="0"/>
          <a:effectRef idx="0"/>
          <a:fontRef idx="minor"/>
        </p:style>
        <p:txBody>
          <a:bodyPr lIns="90000" rIns="90000" tIns="46800" bIns="46800" anchor="t">
            <a:spAutoFit/>
          </a:bodyPr>
          <a:p>
            <a:pPr algn="just">
              <a:lnSpc>
                <a:spcPct val="100000"/>
              </a:lnSpc>
              <a:spcBef>
                <a:spcPts val="174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800" strike="noStrike" u="none">
                <a:solidFill>
                  <a:srgbClr val="000000"/>
                </a:solidFill>
                <a:effectLst/>
                <a:uFillTx/>
                <a:latin typeface="Times New Roman"/>
                <a:ea typeface="Times New Roman"/>
              </a:rPr>
              <a:t>	</a:t>
            </a:r>
            <a:r>
              <a:rPr b="0" lang="fr-FR" sz="2800" strike="noStrike" u="none">
                <a:solidFill>
                  <a:srgbClr val="000000"/>
                </a:solidFill>
                <a:effectLst/>
                <a:uFillTx/>
                <a:latin typeface="Times New Roman"/>
                <a:ea typeface="Times New Roman"/>
              </a:rPr>
              <a:t>	</a:t>
            </a:r>
            <a:r>
              <a:rPr b="0" lang="fr-FR" sz="2800" strike="noStrike" u="none">
                <a:solidFill>
                  <a:srgbClr val="000000"/>
                </a:solidFill>
                <a:effectLst/>
                <a:uFillTx/>
                <a:latin typeface="Times New Roman"/>
                <a:ea typeface="Times New Roman"/>
              </a:rPr>
              <a:t>Ce qui nécessite la connaissance des lois de variation de </a:t>
            </a:r>
            <a:r>
              <a:rPr b="0" i="1" lang="fr-FR" sz="3200" strike="noStrike" u="none">
                <a:solidFill>
                  <a:srgbClr val="000000"/>
                </a:solidFill>
                <a:effectLst/>
                <a:uFillTx/>
                <a:latin typeface="Times New Roman"/>
                <a:ea typeface="Times New Roman"/>
              </a:rPr>
              <a:t>c</a:t>
            </a:r>
            <a:r>
              <a:rPr b="0" i="1" lang="fr-FR" sz="3200" strike="noStrike" u="none" baseline="-30000">
                <a:solidFill>
                  <a:srgbClr val="000000"/>
                </a:solidFill>
                <a:effectLst/>
                <a:uFillTx/>
                <a:latin typeface="Times New Roman"/>
                <a:ea typeface="Times New Roman"/>
              </a:rPr>
              <a:t>V</a:t>
            </a:r>
            <a:r>
              <a:rPr b="0" lang="fr-FR" sz="2800" strike="noStrike" u="none">
                <a:solidFill>
                  <a:srgbClr val="000000"/>
                </a:solidFill>
                <a:effectLst/>
                <a:uFillTx/>
                <a:latin typeface="Times New Roman"/>
                <a:ea typeface="Times New Roman"/>
              </a:rPr>
              <a:t> et </a:t>
            </a:r>
            <a:r>
              <a:rPr b="0" i="1" lang="fr-FR" sz="3200" strike="noStrike" u="none">
                <a:solidFill>
                  <a:srgbClr val="000000"/>
                </a:solidFill>
                <a:effectLst/>
                <a:uFillTx/>
                <a:latin typeface="Times New Roman"/>
                <a:ea typeface="Times New Roman"/>
              </a:rPr>
              <a:t>c</a:t>
            </a:r>
            <a:r>
              <a:rPr b="0" i="1" lang="fr-FR" sz="3200" strike="noStrike" u="none" baseline="-30000">
                <a:solidFill>
                  <a:srgbClr val="000000"/>
                </a:solidFill>
                <a:effectLst/>
                <a:uFillTx/>
                <a:latin typeface="Times New Roman"/>
                <a:ea typeface="Times New Roman"/>
              </a:rPr>
              <a:t>p</a:t>
            </a:r>
            <a:r>
              <a:rPr b="0" lang="fr-FR" sz="2800" strike="noStrike" u="none">
                <a:solidFill>
                  <a:srgbClr val="000000"/>
                </a:solidFill>
                <a:effectLst/>
                <a:uFillTx/>
                <a:latin typeface="Times New Roman"/>
                <a:ea typeface="Times New Roman"/>
              </a:rPr>
              <a:t> en fonction de la température </a:t>
            </a:r>
            <a:r>
              <a:rPr b="0" i="1" lang="fr-FR" sz="2800" strike="noStrike" u="none">
                <a:solidFill>
                  <a:srgbClr val="c00000"/>
                </a:solidFill>
                <a:effectLst/>
                <a:uFillTx/>
                <a:latin typeface="Times New Roman"/>
                <a:ea typeface="Times New Roman"/>
              </a:rPr>
              <a:t>T</a:t>
            </a:r>
            <a:r>
              <a:rPr b="0" lang="fr-FR" sz="2800" strike="noStrike" u="none">
                <a:solidFill>
                  <a:srgbClr val="000000"/>
                </a:solidFill>
                <a:effectLst/>
                <a:uFillTx/>
                <a:latin typeface="Times New Roman"/>
                <a:ea typeface="Times New Roman"/>
              </a:rPr>
              <a:t>. Nous supposerons dans ce qui suit, pour des raisons de simplicité, que </a:t>
            </a:r>
            <a:r>
              <a:rPr b="1" lang="fr-FR" sz="2800" strike="noStrike" u="none">
                <a:solidFill>
                  <a:srgbClr val="c00000"/>
                </a:solidFill>
                <a:effectLst/>
                <a:uFillTx/>
                <a:latin typeface="Times New Roman"/>
                <a:ea typeface="Times New Roman"/>
              </a:rPr>
              <a:t>les quantités </a:t>
            </a:r>
            <a:r>
              <a:rPr b="1" i="1" lang="fr-FR" sz="3200" strike="noStrike" u="none">
                <a:solidFill>
                  <a:srgbClr val="c00000"/>
                </a:solidFill>
                <a:effectLst/>
                <a:uFillTx/>
                <a:latin typeface="Times New Roman"/>
                <a:ea typeface="Times New Roman"/>
              </a:rPr>
              <a:t>c</a:t>
            </a:r>
            <a:r>
              <a:rPr b="1" lang="fr-FR" sz="3200" strike="noStrike" u="none" baseline="-30000">
                <a:solidFill>
                  <a:srgbClr val="c00000"/>
                </a:solidFill>
                <a:effectLst/>
                <a:uFillTx/>
                <a:latin typeface="Times New Roman"/>
                <a:ea typeface="Times New Roman"/>
              </a:rPr>
              <a:t>v</a:t>
            </a:r>
            <a:r>
              <a:rPr b="1" lang="fr-FR" sz="2800" strike="noStrike" u="none">
                <a:solidFill>
                  <a:srgbClr val="c00000"/>
                </a:solidFill>
                <a:effectLst/>
                <a:uFillTx/>
                <a:latin typeface="Times New Roman"/>
                <a:ea typeface="Times New Roman"/>
              </a:rPr>
              <a:t> et </a:t>
            </a:r>
            <a:r>
              <a:rPr b="1" i="1" lang="fr-FR" sz="3200" strike="noStrike" u="none">
                <a:solidFill>
                  <a:srgbClr val="c00000"/>
                </a:solidFill>
                <a:effectLst/>
                <a:uFillTx/>
                <a:latin typeface="Times New Roman"/>
                <a:ea typeface="Times New Roman"/>
              </a:rPr>
              <a:t>c</a:t>
            </a:r>
            <a:r>
              <a:rPr b="1" lang="fr-FR" sz="3200" strike="noStrike" u="none" baseline="-30000">
                <a:solidFill>
                  <a:srgbClr val="c00000"/>
                </a:solidFill>
                <a:effectLst/>
                <a:uFillTx/>
                <a:latin typeface="Times New Roman"/>
                <a:ea typeface="Times New Roman"/>
              </a:rPr>
              <a:t>p</a:t>
            </a:r>
            <a:r>
              <a:rPr b="1" lang="fr-FR" sz="2800" strike="noStrike" u="none">
                <a:solidFill>
                  <a:srgbClr val="c00000"/>
                </a:solidFill>
                <a:effectLst/>
                <a:uFillTx/>
                <a:latin typeface="Times New Roman"/>
                <a:ea typeface="Times New Roman"/>
              </a:rPr>
              <a:t> sont constantes.</a:t>
            </a:r>
            <a:r>
              <a:rPr b="0" lang="fr-FR" sz="2800" strike="noStrike" u="none">
                <a:solidFill>
                  <a:srgbClr val="c00000"/>
                </a:solidFill>
                <a:effectLst/>
                <a:uFillTx/>
                <a:latin typeface="Times New Roman"/>
                <a:ea typeface="Times New Roman"/>
              </a:rPr>
              <a:t> </a:t>
            </a:r>
            <a:endParaRPr b="0" lang="en-US" sz="2800" strike="noStrike" u="none">
              <a:solidFill>
                <a:srgbClr val="000000"/>
              </a:solidFill>
              <a:effectLst/>
              <a:uFillTx/>
              <a:latin typeface="Arial"/>
            </a:endParaRPr>
          </a:p>
        </p:txBody>
      </p:sp>
      <p:sp>
        <p:nvSpPr>
          <p:cNvPr id="121" name="Rectangle 9"/>
          <p:cNvSpPr/>
          <p:nvPr/>
        </p:nvSpPr>
        <p:spPr>
          <a:xfrm>
            <a:off x="231480" y="571680"/>
            <a:ext cx="3145320" cy="459720"/>
          </a:xfrm>
          <a:prstGeom prst="rect">
            <a:avLst/>
          </a:prstGeom>
          <a:noFill/>
          <a:ln w="0">
            <a:noFill/>
          </a:ln>
        </p:spPr>
        <p:style>
          <a:lnRef idx="0"/>
          <a:fillRef idx="0"/>
          <a:effectRef idx="0"/>
          <a:fontRef idx="minor"/>
        </p:style>
        <p:txBody>
          <a:bodyPr wrap="none" lIns="90000" rIns="90000" tIns="46800" bIns="46800" anchor="t">
            <a:spAutoFit/>
          </a:bodyPr>
          <a:p>
            <a:pPr>
              <a:spcBef>
                <a:spcPts val="1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400" strike="noStrike" u="none">
                <a:solidFill>
                  <a:srgbClr val="c00000"/>
                </a:solidFill>
                <a:effectLst/>
                <a:uFillTx/>
                <a:latin typeface="Arial"/>
              </a:rPr>
              <a:t>Chaleurs échangées</a:t>
            </a:r>
            <a:endParaRPr b="0" lang="en-US" sz="2400" strike="noStrike" u="none">
              <a:solidFill>
                <a:srgbClr val="000000"/>
              </a:solidFill>
              <a:effectLst/>
              <a:uFillTx/>
              <a:latin typeface="Arial"/>
            </a:endParaRPr>
          </a:p>
        </p:txBody>
      </p:sp>
      <p:sp>
        <p:nvSpPr>
          <p:cNvPr id="122" name="Rectangle 4"/>
          <p:cNvSpPr/>
          <p:nvPr/>
        </p:nvSpPr>
        <p:spPr>
          <a:xfrm>
            <a:off x="0" y="0"/>
            <a:ext cx="9144000" cy="571680"/>
          </a:xfrm>
          <a:prstGeom prst="rect">
            <a:avLst/>
          </a:prstGeom>
          <a:solidFill>
            <a:srgbClr val="4f81bd"/>
          </a:solidFill>
          <a:ln w="0">
            <a:noFill/>
          </a:ln>
        </p:spPr>
        <p:style>
          <a:lnRef idx="0"/>
          <a:fillRef idx="0"/>
          <a:effectRef idx="0"/>
          <a:fontRef idx="minor"/>
        </p:style>
        <p:txBody>
          <a:bodyPr lIns="90000" rIns="90000" tIns="46800" bIns="46800" anchor="b" anchorCtr="1">
            <a:noAutofit/>
          </a:bodyPr>
          <a:p>
            <a:pPr>
              <a:lnSpc>
                <a:spcPct val="15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800" strike="noStrike" u="none">
                <a:solidFill>
                  <a:srgbClr val="cc3300"/>
                </a:solidFill>
                <a:effectLst/>
                <a:uFillTx/>
                <a:latin typeface="Times New Roman"/>
                <a:ea typeface="Times New Roman"/>
              </a:rPr>
              <a:t>Séance 3 : </a:t>
            </a:r>
            <a:r>
              <a:rPr b="1" lang="fr-FR" sz="2800" strike="noStrike" u="none">
                <a:solidFill>
                  <a:srgbClr val="cc3300"/>
                </a:solidFill>
                <a:effectLst/>
                <a:uFillTx/>
                <a:latin typeface="Times New Roman"/>
                <a:ea typeface="Times New Roman"/>
              </a:rPr>
              <a:t>QUANTITE DE CHALEUR ET TRAVAIL</a:t>
            </a:r>
            <a:endParaRPr b="0" lang="en-US" sz="2800" strike="noStrike" u="none">
              <a:solidFill>
                <a:srgbClr val="000000"/>
              </a:solidFill>
              <a:effectLst/>
              <a:uFillTx/>
              <a:latin typeface="Arial"/>
            </a:endParaRPr>
          </a:p>
        </p:txBody>
      </p:sp>
      <mc:AlternateContent>
        <mc:Choice xmlns:a14="http://schemas.microsoft.com/office/drawing/2010/main" Requires="a14">
          <p:sp>
            <p:nvSpPr>
              <p:cNvPr id="123" name="Object 4"/>
              <p:cNvSpPr txBox="1"/>
              <p:nvPr/>
            </p:nvSpPr>
            <p:spPr>
              <a:xfrm>
                <a:off x="642960" y="3143160"/>
                <a:ext cx="1527120" cy="549360"/>
              </a:xfrm>
              <a:prstGeom prst="rect">
                <a:avLst/>
              </a:prstGeom>
            </p:spPr>
            <p:txBody>
              <a:bodyPr/>
              <a:p>
                <a14:m>
                  <m:oMath xmlns:m="http://schemas.openxmlformats.org/officeDocument/2006/math">
                    <m:sSub>
                      <m:e>
                        <m:r>
                          <m:t xml:space="preserve">Q</m:t>
                        </m:r>
                      </m:e>
                      <m:sub>
                        <m:r>
                          <m:t xml:space="preserve">V</m:t>
                        </m:r>
                      </m:sub>
                    </m:sSub>
                    <m:r>
                      <m:t xml:space="preserve">=</m:t>
                    </m:r>
                    <m:r>
                      <m:t xml:space="preserve">m</m:t>
                    </m:r>
                    <m:nary>
                      <m:naryPr>
                        <m:chr m:val="∫"/>
                        <m:subHide m:val="1"/>
                        <m:supHide m:val="1"/>
                      </m:naryPr>
                      <m:sub/>
                      <m:sup/>
                      <m:e>
                        <m:sSub>
                          <m:e>
                            <m:r>
                              <m:t xml:space="preserve">c</m:t>
                            </m:r>
                          </m:e>
                          <m:sub>
                            <m:r>
                              <m:t xml:space="preserve">V</m:t>
                            </m:r>
                          </m:sub>
                        </m:sSub>
                        <m:r>
                          <m:rPr>
                            <m:lit/>
                            <m:nor/>
                          </m:rPr>
                          <m:t xml:space="preserve">dT</m:t>
                        </m:r>
                      </m:e>
                    </m:nary>
                  </m:oMath>
                </a14:m>
              </a:p>
            </p:txBody>
          </p:sp>
        </mc:Choice>
        <mc:Fallback>
          <p:sp>
            <p:nvSpPr>
              <p:cNvPr id="123" name="Object 4"/>
              <p:cNvSpPr txBox="1"/>
              <p:nvPr/>
            </p:nvSpPr>
            <p:spPr>
              <a:xfrm>
                <a:off x="642960" y="3143160"/>
                <a:ext cx="1527120" cy="549360"/>
              </a:xfrm>
              <a:prstGeom prst="rect">
                <a:avLst/>
              </a:prstGeom>
              <a:blipFill>
                <a:blip r:embed="rId1"/>
                <a:stretch>
                  <a:fillRect/>
                </a:stretch>
              </a:blipFill>
            </p:spPr>
          </p:sp>
        </mc:Fallback>
      </mc:AlternateContent>
      <mc:AlternateContent>
        <mc:Choice xmlns:a14="http://schemas.microsoft.com/office/drawing/2010/main" Requires="a14">
          <p:sp>
            <p:nvSpPr>
              <p:cNvPr id="124" name="Object 11"/>
              <p:cNvSpPr txBox="1"/>
              <p:nvPr/>
            </p:nvSpPr>
            <p:spPr>
              <a:xfrm>
                <a:off x="714240" y="4214880"/>
                <a:ext cx="1524240" cy="549360"/>
              </a:xfrm>
              <a:prstGeom prst="rect">
                <a:avLst/>
              </a:prstGeom>
            </p:spPr>
            <p:txBody>
              <a:bodyPr/>
              <a:p>
                <a14:m>
                  <m:oMath xmlns:m="http://schemas.openxmlformats.org/officeDocument/2006/math">
                    <m:sSub>
                      <m:e>
                        <m:r>
                          <m:t xml:space="preserve">Q</m:t>
                        </m:r>
                      </m:e>
                      <m:sub>
                        <m:r>
                          <m:t xml:space="preserve">P</m:t>
                        </m:r>
                      </m:sub>
                    </m:sSub>
                    <m:r>
                      <m:t xml:space="preserve">=</m:t>
                    </m:r>
                    <m:r>
                      <m:t xml:space="preserve">m</m:t>
                    </m:r>
                    <m:nary>
                      <m:naryPr>
                        <m:chr m:val="∫"/>
                        <m:subHide m:val="1"/>
                        <m:supHide m:val="1"/>
                      </m:naryPr>
                      <m:sub/>
                      <m:sup/>
                      <m:e>
                        <m:sSub>
                          <m:e>
                            <m:r>
                              <m:t xml:space="preserve">c</m:t>
                            </m:r>
                          </m:e>
                          <m:sub>
                            <m:r>
                              <m:t xml:space="preserve">P</m:t>
                            </m:r>
                          </m:sub>
                        </m:sSub>
                        <m:r>
                          <m:rPr>
                            <m:lit/>
                            <m:nor/>
                          </m:rPr>
                          <m:t xml:space="preserve">dT</m:t>
                        </m:r>
                      </m:e>
                    </m:nary>
                  </m:oMath>
                </a14:m>
              </a:p>
            </p:txBody>
          </p:sp>
        </mc:Choice>
        <mc:Fallback>
          <p:sp>
            <p:nvSpPr>
              <p:cNvPr id="124" name="Object 11"/>
              <p:cNvSpPr txBox="1"/>
              <p:nvPr/>
            </p:nvSpPr>
            <p:spPr>
              <a:xfrm>
                <a:off x="714240" y="4214880"/>
                <a:ext cx="1524240" cy="549360"/>
              </a:xfrm>
              <a:prstGeom prst="rect">
                <a:avLst/>
              </a:prstGeom>
              <a:blipFill>
                <a:blip r:embed="rId2"/>
                <a:stretch>
                  <a:fillRect/>
                </a:stretch>
              </a:blipFill>
            </p:spPr>
          </p:sp>
        </mc:Fallback>
      </mc:AlternateContent>
      <p:sp>
        <p:nvSpPr>
          <p:cNvPr id="125" name="Text Box 42"/>
          <p:cNvSpPr/>
          <p:nvPr/>
        </p:nvSpPr>
        <p:spPr>
          <a:xfrm>
            <a:off x="3000240" y="4572000"/>
            <a:ext cx="5867640" cy="398880"/>
          </a:xfrm>
          <a:prstGeom prst="rect">
            <a:avLst/>
          </a:prstGeom>
          <a:noFill/>
          <a:ln w="0">
            <a:noFill/>
          </a:ln>
        </p:spPr>
        <p:style>
          <a:lnRef idx="0"/>
          <a:fillRef idx="0"/>
          <a:effectRef idx="0"/>
          <a:fontRef idx="minor"/>
        </p:style>
        <p:txBody>
          <a:bodyPr lIns="90000" rIns="90000" tIns="46800" bIns="46800" anchor="t">
            <a:spAutoFit/>
          </a:bodyPr>
          <a:p>
            <a:pPr>
              <a:lnSpc>
                <a:spcPct val="100000"/>
              </a:lnSpc>
              <a:spcBef>
                <a:spcPts val="125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i="1" lang="fr-FR" sz="2000" strike="noStrike" u="none">
                <a:solidFill>
                  <a:srgbClr val="c00000"/>
                </a:solidFill>
                <a:effectLst/>
                <a:uFillTx/>
                <a:latin typeface="Times New Roman"/>
              </a:rPr>
              <a:t>Chaleur massique à </a:t>
            </a:r>
            <a:r>
              <a:rPr b="0" i="1" lang="fr-FR" sz="2000" strike="noStrike" u="sng">
                <a:solidFill>
                  <a:srgbClr val="c00000"/>
                </a:solidFill>
                <a:effectLst/>
                <a:uFillTx/>
                <a:latin typeface="Times New Roman"/>
              </a:rPr>
              <a:t>pression</a:t>
            </a:r>
            <a:r>
              <a:rPr b="0" i="1" lang="fr-FR" sz="2000" strike="noStrike" u="none">
                <a:solidFill>
                  <a:srgbClr val="c00000"/>
                </a:solidFill>
                <a:effectLst/>
                <a:uFillTx/>
                <a:latin typeface="Times New Roman"/>
              </a:rPr>
              <a:t> constante</a:t>
            </a:r>
            <a:endParaRPr b="0" lang="en-US" sz="2000" strike="noStrike" u="none">
              <a:solidFill>
                <a:srgbClr val="000000"/>
              </a:solidFill>
              <a:effectLst/>
              <a:uFillTx/>
              <a:latin typeface="Arial"/>
            </a:endParaRPr>
          </a:p>
        </p:txBody>
      </p:sp>
      <p:sp>
        <p:nvSpPr>
          <p:cNvPr id="126" name="Text Box 42"/>
          <p:cNvSpPr/>
          <p:nvPr/>
        </p:nvSpPr>
        <p:spPr>
          <a:xfrm>
            <a:off x="3000240" y="3714840"/>
            <a:ext cx="5867640" cy="398880"/>
          </a:xfrm>
          <a:prstGeom prst="rect">
            <a:avLst/>
          </a:prstGeom>
          <a:noFill/>
          <a:ln w="0">
            <a:noFill/>
          </a:ln>
        </p:spPr>
        <p:style>
          <a:lnRef idx="0"/>
          <a:fillRef idx="0"/>
          <a:effectRef idx="0"/>
          <a:fontRef idx="minor"/>
        </p:style>
        <p:txBody>
          <a:bodyPr lIns="90000" rIns="90000" tIns="46800" bIns="46800" anchor="t">
            <a:spAutoFit/>
          </a:bodyPr>
          <a:p>
            <a:pPr>
              <a:lnSpc>
                <a:spcPct val="100000"/>
              </a:lnSpc>
              <a:spcBef>
                <a:spcPts val="125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i="1" lang="fr-FR" sz="2000" strike="noStrike" u="none">
                <a:solidFill>
                  <a:srgbClr val="c00000"/>
                </a:solidFill>
                <a:effectLst/>
                <a:uFillTx/>
                <a:latin typeface="Times New Roman"/>
              </a:rPr>
              <a:t>Chaleur massique à </a:t>
            </a:r>
            <a:r>
              <a:rPr b="0" i="1" lang="fr-FR" sz="2000" strike="noStrike" u="sng">
                <a:solidFill>
                  <a:srgbClr val="c00000"/>
                </a:solidFill>
                <a:effectLst/>
                <a:uFillTx/>
                <a:latin typeface="Times New Roman"/>
              </a:rPr>
              <a:t>volume </a:t>
            </a:r>
            <a:r>
              <a:rPr b="0" i="1" lang="fr-FR" sz="2000" strike="noStrike" u="none">
                <a:solidFill>
                  <a:srgbClr val="c00000"/>
                </a:solidFill>
                <a:effectLst/>
                <a:uFillTx/>
                <a:latin typeface="Times New Roman"/>
              </a:rPr>
              <a:t>constant</a:t>
            </a:r>
            <a:endParaRPr b="0" lang="en-US" sz="2000" strike="noStrike" u="none">
              <a:solidFill>
                <a:srgbClr val="000000"/>
              </a:solidFill>
              <a:effectLst/>
              <a:uFillTx/>
              <a:latin typeface="Arial"/>
            </a:endParaRPr>
          </a:p>
        </p:txBody>
      </p:sp>
      <p:grpSp>
        <p:nvGrpSpPr>
          <p:cNvPr id="127" name="Groupe 18"/>
          <p:cNvGrpSpPr/>
          <p:nvPr/>
        </p:nvGrpSpPr>
        <p:grpSpPr>
          <a:xfrm>
            <a:off x="1571760" y="3286080"/>
            <a:ext cx="1428840" cy="628560"/>
            <a:chOff x="1571760" y="3286080"/>
            <a:chExt cx="1428840" cy="628560"/>
          </a:xfrm>
        </p:grpSpPr>
        <p:sp>
          <p:nvSpPr>
            <p:cNvPr id="128" name="Ellipse 10"/>
            <p:cNvSpPr/>
            <p:nvPr/>
          </p:nvSpPr>
          <p:spPr>
            <a:xfrm>
              <a:off x="1571760" y="3286080"/>
              <a:ext cx="357120" cy="285840"/>
            </a:xfrm>
            <a:prstGeom prst="ellipse">
              <a:avLst/>
            </a:prstGeom>
            <a:noFill/>
            <a:ln w="3240">
              <a:solidFill>
                <a:srgbClr val="385d8a"/>
              </a:solidFill>
              <a:miter/>
            </a:ln>
          </p:spPr>
          <p:style>
            <a:lnRef idx="0"/>
            <a:fillRef idx="0"/>
            <a:effectRef idx="0"/>
            <a:fontRef idx="minor"/>
          </p:style>
          <p:txBody>
            <a:bodyPr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trike="noStrike" u="none">
                <a:solidFill>
                  <a:srgbClr val="000000"/>
                </a:solidFill>
                <a:effectLst/>
                <a:uFillTx/>
                <a:latin typeface="Arial"/>
              </a:endParaRPr>
            </a:p>
          </p:txBody>
        </p:sp>
        <p:cxnSp>
          <p:nvCxnSpPr>
            <p:cNvPr id="129" name="Connecteur droit avec flèche 15"/>
            <p:cNvCxnSpPr>
              <a:stCxn id="128" idx="5"/>
              <a:endCxn id="126" idx="1"/>
            </p:cNvCxnSpPr>
            <p:nvPr/>
          </p:nvCxnSpPr>
          <p:spPr>
            <a:xfrm>
              <a:off x="1876320" y="3530160"/>
              <a:ext cx="1124640" cy="384840"/>
            </a:xfrm>
            <a:prstGeom prst="straightConnector1">
              <a:avLst/>
            </a:prstGeom>
            <a:ln w="9360">
              <a:solidFill>
                <a:srgbClr val="4a7ebb"/>
              </a:solidFill>
              <a:miter/>
              <a:tailEnd len="med" type="arrow" w="med"/>
            </a:ln>
          </p:spPr>
        </p:cxnSp>
      </p:grpSp>
      <p:grpSp>
        <p:nvGrpSpPr>
          <p:cNvPr id="130" name="Groupe 16"/>
          <p:cNvGrpSpPr/>
          <p:nvPr/>
        </p:nvGrpSpPr>
        <p:grpSpPr>
          <a:xfrm>
            <a:off x="1643040" y="4286160"/>
            <a:ext cx="1357200" cy="486360"/>
            <a:chOff x="1643040" y="4286160"/>
            <a:chExt cx="1357200" cy="486360"/>
          </a:xfrm>
        </p:grpSpPr>
        <p:sp>
          <p:nvSpPr>
            <p:cNvPr id="131" name="Ellipse 11"/>
            <p:cNvSpPr/>
            <p:nvPr/>
          </p:nvSpPr>
          <p:spPr>
            <a:xfrm>
              <a:off x="1643040" y="4286160"/>
              <a:ext cx="285480" cy="357480"/>
            </a:xfrm>
            <a:prstGeom prst="ellipse">
              <a:avLst/>
            </a:prstGeom>
            <a:noFill/>
            <a:ln w="3240">
              <a:solidFill>
                <a:srgbClr val="385d8a"/>
              </a:solidFill>
              <a:miter/>
            </a:ln>
          </p:spPr>
          <p:style>
            <a:lnRef idx="0"/>
            <a:fillRef idx="0"/>
            <a:effectRef idx="0"/>
            <a:fontRef idx="minor"/>
          </p:style>
          <p:txBody>
            <a:bodyPr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trike="noStrike" u="none">
                <a:solidFill>
                  <a:srgbClr val="000000"/>
                </a:solidFill>
                <a:effectLst/>
                <a:uFillTx/>
                <a:latin typeface="Arial"/>
              </a:endParaRPr>
            </a:p>
          </p:txBody>
        </p:sp>
        <p:cxnSp>
          <p:nvCxnSpPr>
            <p:cNvPr id="132" name="Connecteur droit avec flèche 17"/>
            <p:cNvCxnSpPr>
              <a:endCxn id="125" idx="1"/>
            </p:cNvCxnSpPr>
            <p:nvPr/>
          </p:nvCxnSpPr>
          <p:spPr>
            <a:xfrm>
              <a:off x="1856880" y="4572000"/>
              <a:ext cx="1143720" cy="200880"/>
            </a:xfrm>
            <a:prstGeom prst="straightConnector1">
              <a:avLst/>
            </a:prstGeom>
            <a:ln w="9360">
              <a:solidFill>
                <a:srgbClr val="4a7ebb"/>
              </a:solidFill>
              <a:miter/>
              <a:tailEnd len="med" type="arrow" w="med"/>
            </a:ln>
          </p:spPr>
        </p:cxnSp>
      </p:grpSp>
    </p:spTree>
  </p:cSld>
  <mc:AlternateContent>
    <mc:Choice Requires="p14">
      <p:transition spd="slow" p14:dur="2000"/>
    </mc:Choice>
    <mc:Fallback>
      <p:transition spd="slow"/>
    </mc:Fallback>
  </mc:AlternateContent>
  <p:timing>
    <p:tnLst>
      <p:par>
        <p:cTn id="457" dur="indefinite" restart="never" nodeType="tmRoot">
          <p:childTnLst>
            <p:seq>
              <p:cTn id="458" dur="indefinite" nodeType="mainSeq">
                <p:childTnLst>
                  <p:par>
                    <p:cTn id="459" nodeType="clickEffect" fill="hold">
                      <p:stCondLst>
                        <p:cond delay="indefinite"/>
                      </p:stCondLst>
                      <p:childTnLst>
                        <p:par>
                          <p:cTn id="460" nodeType="withEffect" fill="hold">
                            <p:stCondLst>
                              <p:cond delay="0"/>
                            </p:stCondLst>
                            <p:childTnLst>
                              <p:par>
                                <p:cTn id="461" nodeType="clickEffect" fill="hold" presetClass="entr" presetID="27">
                                  <p:stCondLst>
                                    <p:cond delay="0"/>
                                  </p:stCondLst>
                                  <p:iterate type="lt">
                                    <p:tmAbs val="40"/>
                                  </p:iterate>
                                  <p:childTnLst>
                                    <p:set>
                                      <p:cBhvr>
                                        <p:cTn id="462" dur="1" fill="hold">
                                          <p:stCondLst>
                                            <p:cond delay="0"/>
                                          </p:stCondLst>
                                        </p:cTn>
                                        <p:tgtEl>
                                          <p:spTgt spid="121"/>
                                        </p:tgtEl>
                                        <p:attrNameLst>
                                          <p:attrName>style.visibility</p:attrName>
                                        </p:attrNameLst>
                                      </p:cBhvr>
                                      <p:to>
                                        <p:strVal val="visible"/>
                                      </p:to>
                                    </p:set>
                                    <p:anim calcmode="discrete" valueType="clr">
                                      <p:cBhvr additive="repl">
                                        <p:cTn id="463" dur="80"/>
                                        <p:tgtEl>
                                          <p:spTgt spid="121"/>
                                        </p:tgtEl>
                                        <p:attrNameLst>
                                          <p:attrName>style.color</p:attrName>
                                        </p:attrNameLst>
                                      </p:cBhvr>
                                      <p:tavLst>
                                        <p:tav tm="0">
                                          <p:val>
                                            <p:strVal val="rgb(77,80,-64)"/>
                                          </p:val>
                                        </p:tav>
                                        <p:tav tm="50000">
                                          <p:val>
                                            <p:strVal val="rgb(-1,0,0)"/>
                                          </p:val>
                                        </p:tav>
                                      </p:tavLst>
                                    </p:anim>
                                    <p:anim calcmode="discrete" valueType="clr">
                                      <p:cBhvr additive="repl">
                                        <p:cTn id="464" dur="80"/>
                                        <p:tgtEl>
                                          <p:spTgt spid="121"/>
                                        </p:tgtEl>
                                        <p:attrNameLst>
                                          <p:attrName>fillcolor</p:attrName>
                                        </p:attrNameLst>
                                      </p:cBhvr>
                                      <p:tavLst>
                                        <p:tav tm="0">
                                          <p:val>
                                            <p:strVal val="rgb(77,80,-64)"/>
                                          </p:val>
                                        </p:tav>
                                        <p:tav tm="50000">
                                          <p:val>
                                            <p:strVal val="rgb(-1,0,0)"/>
                                          </p:val>
                                        </p:tav>
                                      </p:tavLst>
                                    </p:anim>
                                    <p:set>
                                      <p:cBhvr>
                                        <p:cTn id="465" dur="80"/>
                                        <p:tgtEl>
                                          <p:spTgt spid="121"/>
                                        </p:tgtEl>
                                        <p:attrNameLst>
                                          <p:attrName>fill.type</p:attrName>
                                        </p:attrNameLst>
                                      </p:cBhvr>
                                      <p:to>
                                        <p:strVal val="solid"/>
                                      </p:to>
                                    </p:set>
                                  </p:childTnLst>
                                </p:cTn>
                              </p:par>
                            </p:childTnLst>
                          </p:cTn>
                        </p:par>
                      </p:childTnLst>
                    </p:cTn>
                  </p:par>
                  <p:par>
                    <p:cTn id="466" nodeType="clickEffect" fill="hold">
                      <p:stCondLst>
                        <p:cond delay="indefinite"/>
                      </p:stCondLst>
                      <p:childTnLst>
                        <p:par>
                          <p:cTn id="467" nodeType="withEffect" fill="hold">
                            <p:stCondLst>
                              <p:cond delay="0"/>
                            </p:stCondLst>
                            <p:childTnLst>
                              <p:par>
                                <p:cTn id="468" nodeType="clickEffect" fill="hold" presetClass="entr" presetID="27">
                                  <p:stCondLst>
                                    <p:cond delay="0"/>
                                  </p:stCondLst>
                                  <p:iterate type="lt">
                                    <p:tmAbs val="40"/>
                                  </p:iterate>
                                  <p:childTnLst>
                                    <p:set>
                                      <p:cBhvr>
                                        <p:cTn id="469" dur="1" fill="hold">
                                          <p:stCondLst>
                                            <p:cond delay="0"/>
                                          </p:stCondLst>
                                        </p:cTn>
                                        <p:tgtEl>
                                          <p:spTgt spid="117"/>
                                        </p:tgtEl>
                                        <p:attrNameLst>
                                          <p:attrName>style.visibility</p:attrName>
                                        </p:attrNameLst>
                                      </p:cBhvr>
                                      <p:to>
                                        <p:strVal val="visible"/>
                                      </p:to>
                                    </p:set>
                                    <p:anim calcmode="discrete" valueType="clr">
                                      <p:cBhvr additive="repl">
                                        <p:cTn id="470" dur="80"/>
                                        <p:tgtEl>
                                          <p:spTgt spid="117"/>
                                        </p:tgtEl>
                                        <p:attrNameLst>
                                          <p:attrName>style.color</p:attrName>
                                        </p:attrNameLst>
                                      </p:cBhvr>
                                      <p:tavLst>
                                        <p:tav tm="0">
                                          <p:val>
                                            <p:strVal val="rgb(77,80,-64)"/>
                                          </p:val>
                                        </p:tav>
                                        <p:tav tm="50000">
                                          <p:val>
                                            <p:strVal val="rgb(-1,0,0)"/>
                                          </p:val>
                                        </p:tav>
                                      </p:tavLst>
                                    </p:anim>
                                    <p:anim calcmode="discrete" valueType="clr">
                                      <p:cBhvr additive="repl">
                                        <p:cTn id="471" dur="80"/>
                                        <p:tgtEl>
                                          <p:spTgt spid="117"/>
                                        </p:tgtEl>
                                        <p:attrNameLst>
                                          <p:attrName>fillcolor</p:attrName>
                                        </p:attrNameLst>
                                      </p:cBhvr>
                                      <p:tavLst>
                                        <p:tav tm="0">
                                          <p:val>
                                            <p:strVal val="rgb(77,80,-64)"/>
                                          </p:val>
                                        </p:tav>
                                        <p:tav tm="50000">
                                          <p:val>
                                            <p:strVal val="rgb(-1,0,0)"/>
                                          </p:val>
                                        </p:tav>
                                      </p:tavLst>
                                    </p:anim>
                                    <p:set>
                                      <p:cBhvr>
                                        <p:cTn id="472" dur="80"/>
                                        <p:tgtEl>
                                          <p:spTgt spid="117"/>
                                        </p:tgtEl>
                                        <p:attrNameLst>
                                          <p:attrName>fill.type</p:attrName>
                                        </p:attrNameLst>
                                      </p:cBhvr>
                                      <p:to>
                                        <p:strVal val="solid"/>
                                      </p:to>
                                    </p:set>
                                  </p:childTnLst>
                                </p:cTn>
                              </p:par>
                            </p:childTnLst>
                          </p:cTn>
                        </p:par>
                      </p:childTnLst>
                    </p:cTn>
                  </p:par>
                  <p:par>
                    <p:cTn id="473" nodeType="clickEffect" fill="hold">
                      <p:stCondLst>
                        <p:cond delay="indefinite"/>
                      </p:stCondLst>
                      <p:childTnLst>
                        <p:par>
                          <p:cTn id="474" nodeType="withEffect" fill="hold">
                            <p:stCondLst>
                              <p:cond delay="0"/>
                            </p:stCondLst>
                            <p:childTnLst>
                              <p:par>
                                <p:cTn id="475" nodeType="clickEffect" fill="hold" presetClass="entr" presetID="43">
                                  <p:stCondLst>
                                    <p:cond delay="0"/>
                                  </p:stCondLst>
                                  <p:childTnLst>
                                    <p:set>
                                      <p:cBhvr>
                                        <p:cTn id="476" dur="1" fill="hold">
                                          <p:stCondLst>
                                            <p:cond delay="0"/>
                                          </p:stCondLst>
                                        </p:cTn>
                                        <p:tgtEl>
                                          <p:spTgt spid="123"/>
                                        </p:tgtEl>
                                        <p:attrNameLst>
                                          <p:attrName>style.visibility</p:attrName>
                                        </p:attrNameLst>
                                      </p:cBhvr>
                                      <p:to>
                                        <p:strVal val="visible"/>
                                      </p:to>
                                    </p:set>
                                    <p:animEffect filter="fade" transition="in">
                                      <p:cBhvr additive="repl">
                                        <p:cTn id="477" dur="100"/>
                                        <p:tgtEl>
                                          <p:spTgt spid="123"/>
                                        </p:tgtEl>
                                      </p:cBhvr>
                                    </p:animEffect>
                                    <p:anim calcmode="lin" valueType="num">
                                      <p:cBhvr additive="repl">
                                        <p:cTn id="478" dur="400" fill="hold"/>
                                        <p:tgtEl>
                                          <p:spTgt spid="123"/>
                                        </p:tgtEl>
                                        <p:attrNameLst>
                                          <p:attrName>ppt_x</p:attrName>
                                        </p:attrNameLst>
                                      </p:cBhvr>
                                      <p:tavLst>
                                        <p:tav tm="0">
                                          <p:val>
                                            <p:strVal val="#ppt_x"/>
                                          </p:val>
                                        </p:tav>
                                        <p:tav tm="100000">
                                          <p:val>
                                            <p:strVal val="#ppt_x"/>
                                          </p:val>
                                        </p:tav>
                                      </p:tavLst>
                                    </p:anim>
                                    <p:anim calcmode="lin" valueType="num">
                                      <p:cBhvr additive="repl">
                                        <p:cTn id="479" dur="400" fill="hold"/>
                                        <p:tgtEl>
                                          <p:spTgt spid="123"/>
                                        </p:tgtEl>
                                        <p:attrNameLst>
                                          <p:attrName>ppt_y</p:attrName>
                                        </p:attrNameLst>
                                      </p:cBhvr>
                                      <p:tavLst>
                                        <p:tav tm="0">
                                          <p:val>
                                            <p:strVal val="#ppt_y+0.31"/>
                                          </p:val>
                                        </p:tav>
                                        <p:tav tm="100000">
                                          <p:val>
                                            <p:strVal val="#ppt_y+0.31"/>
                                          </p:val>
                                        </p:tav>
                                      </p:tavLst>
                                    </p:anim>
                                    <p:anim calcmode="lin" valueType="num">
                                      <p:cBhvr additive="repl">
                                        <p:cTn id="480" dur="600" fill="hold">
                                          <p:stCondLst>
                                            <p:cond delay="400"/>
                                          </p:stCondLst>
                                        </p:cTn>
                                        <p:tgtEl>
                                          <p:spTgt spid="123"/>
                                        </p:tgtEl>
                                        <p:attrNameLst>
                                          <p:attrName>ppt_x</p:attrName>
                                        </p:attrNameLst>
                                      </p:cBhvr>
                                      <p:tavLst>
                                        <p:tav tm="0">
                                          <p:val>
                                            <p:strVal val="#ppt_x"/>
                                          </p:val>
                                        </p:tav>
                                        <p:tav tm="5000">
                                          <p:val>
                                            <p:strVal val="#ppt_x+0.0242"/>
                                          </p:val>
                                        </p:tav>
                                        <p:tav tm="10000">
                                          <p:val>
                                            <p:strVal val="#ppt_x+0.0479"/>
                                          </p:val>
                                        </p:tav>
                                        <p:tav tm="15000">
                                          <p:val>
                                            <p:strVal val="#ppt_x+0.0704"/>
                                          </p:val>
                                        </p:tav>
                                        <p:tav tm="20000">
                                          <p:val>
                                            <p:strVal val="#ppt_x+0.0911"/>
                                          </p:val>
                                        </p:tav>
                                        <p:tav tm="25000">
                                          <p:val>
                                            <p:strVal val="#ppt_x+0.1096"/>
                                          </p:val>
                                        </p:tav>
                                        <p:tav tm="30000">
                                          <p:val>
                                            <p:strVal val="#ppt_x+0.1254"/>
                                          </p:val>
                                        </p:tav>
                                        <p:tav tm="35000">
                                          <p:val>
                                            <p:strVal val="#ppt_x+0.1381"/>
                                          </p:val>
                                        </p:tav>
                                        <p:tav tm="40000">
                                          <p:val>
                                            <p:strVal val="#ppt_x+0.1474"/>
                                          </p:val>
                                        </p:tav>
                                        <p:tav tm="45000">
                                          <p:val>
                                            <p:strVal val="#ppt_x+0.1531"/>
                                          </p:val>
                                        </p:tav>
                                        <p:tav tm="50000">
                                          <p:val>
                                            <p:strVal val="#ppt_x+0.1550"/>
                                          </p:val>
                                        </p:tav>
                                        <p:tav tm="55000">
                                          <p:val>
                                            <p:strVal val="#ppt_x+0.1531"/>
                                          </p:val>
                                        </p:tav>
                                        <p:tav tm="60000">
                                          <p:val>
                                            <p:strVal val="#ppt_x+0.1474"/>
                                          </p:val>
                                        </p:tav>
                                        <p:tav tm="65000">
                                          <p:val>
                                            <p:strVal val="#ppt_x+0.1381"/>
                                          </p:val>
                                        </p:tav>
                                        <p:tav tm="70000">
                                          <p:val>
                                            <p:strVal val="#ppt_x+0.1254"/>
                                          </p:val>
                                        </p:tav>
                                        <p:tav tm="75000">
                                          <p:val>
                                            <p:strVal val="#ppt_x+0.1096"/>
                                          </p:val>
                                        </p:tav>
                                        <p:tav tm="80000">
                                          <p:val>
                                            <p:strVal val="#ppt_x+0.0911"/>
                                          </p:val>
                                        </p:tav>
                                        <p:tav tm="85000">
                                          <p:val>
                                            <p:strVal val="#ppt_x+0.0704"/>
                                          </p:val>
                                        </p:tav>
                                        <p:tav tm="90000">
                                          <p:val>
                                            <p:strVal val="#ppt_x+0.0479"/>
                                          </p:val>
                                        </p:tav>
                                        <p:tav tm="95000">
                                          <p:val>
                                            <p:strVal val="#ppt_x+0.0242"/>
                                          </p:val>
                                        </p:tav>
                                        <p:tav tm="100000">
                                          <p:val>
                                            <p:strVal val="#ppt_x"/>
                                          </p:val>
                                        </p:tav>
                                      </p:tavLst>
                                    </p:anim>
                                    <p:anim calcmode="lin" valueType="num">
                                      <p:cBhvr additive="repl">
                                        <p:cTn id="481" dur="600" fill="hold">
                                          <p:stCondLst>
                                            <p:cond delay="400"/>
                                          </p:stCondLst>
                                        </p:cTn>
                                        <p:tgtEl>
                                          <p:spTgt spid="123"/>
                                        </p:tgtEl>
                                        <p:attrNameLst>
                                          <p:attrName>ppt_y</p:attrName>
                                        </p:attrNameLst>
                                      </p:cBhvr>
                                      <p:tavLst>
                                        <p:tav tm="0">
                                          <p:val>
                                            <p:strVal val="#ppt_y+0.31"/>
                                          </p:val>
                                        </p:tav>
                                        <p:tav tm="5000">
                                          <p:val>
                                            <p:strVal val="#ppt_y+0.308"/>
                                          </p:val>
                                        </p:tav>
                                        <p:tav tm="10000">
                                          <p:val>
                                            <p:strVal val="#ppt_y+0.3024"/>
                                          </p:val>
                                        </p:tav>
                                        <p:tav tm="15000">
                                          <p:val>
                                            <p:strVal val="#ppt_y+0.2931"/>
                                          </p:val>
                                        </p:tav>
                                        <p:tav tm="20000">
                                          <p:val>
                                            <p:strVal val="#ppt_y+0.2804"/>
                                          </p:val>
                                        </p:tav>
                                        <p:tav tm="25000">
                                          <p:val>
                                            <p:strVal val="#ppt_y+0.2646"/>
                                          </p:val>
                                        </p:tav>
                                        <p:tav tm="30000">
                                          <p:val>
                                            <p:strVal val="#ppt_y+0.2461"/>
                                          </p:val>
                                        </p:tav>
                                        <p:tav tm="35000">
                                          <p:val>
                                            <p:strVal val="#ppt_y+0.2253"/>
                                          </p:val>
                                        </p:tav>
                                        <p:tav tm="40000">
                                          <p:val>
                                            <p:strVal val="#ppt_y+0.2029"/>
                                          </p:val>
                                        </p:tav>
                                        <p:tav tm="45000">
                                          <p:val>
                                            <p:strVal val="#ppt_y+0.1792"/>
                                          </p:val>
                                        </p:tav>
                                        <p:tav tm="50000">
                                          <p:val>
                                            <p:strVal val="#ppt_y+0.155"/>
                                          </p:val>
                                        </p:tav>
                                        <p:tav tm="55000">
                                          <p:val>
                                            <p:strVal val="#ppt_y+0.1307"/>
                                          </p:val>
                                        </p:tav>
                                        <p:tav tm="60000">
                                          <p:val>
                                            <p:strVal val="#ppt_y+0.1071"/>
                                          </p:val>
                                        </p:tav>
                                        <p:tav tm="65000">
                                          <p:val>
                                            <p:strVal val="#ppt_y+0.0846"/>
                                          </p:val>
                                        </p:tav>
                                        <p:tav tm="70000">
                                          <p:val>
                                            <p:strVal val="#ppt_y+0.0639"/>
                                          </p:val>
                                        </p:tav>
                                        <p:tav tm="75000">
                                          <p:val>
                                            <p:strVal val="#ppt_y+0.0454"/>
                                          </p:val>
                                        </p:tav>
                                        <p:tav tm="80000">
                                          <p:val>
                                            <p:strVal val="#ppt_y+0.0296"/>
                                          </p:val>
                                        </p:tav>
                                        <p:tav tm="85000">
                                          <p:val>
                                            <p:strVal val="#ppt_y+0.0169"/>
                                          </p:val>
                                        </p:tav>
                                        <p:tav tm="90000">
                                          <p:val>
                                            <p:strVal val="#ppt_y+0.0076"/>
                                          </p:val>
                                        </p:tav>
                                        <p:tav tm="95000">
                                          <p:val>
                                            <p:strVal val="#ppt_y+0.0019"/>
                                          </p:val>
                                        </p:tav>
                                        <p:tav tm="100000">
                                          <p:val>
                                            <p:strVal val="#ppt_y"/>
                                          </p:val>
                                        </p:tav>
                                      </p:tavLst>
                                    </p:anim>
                                  </p:childTnLst>
                                </p:cTn>
                              </p:par>
                            </p:childTnLst>
                          </p:cTn>
                        </p:par>
                      </p:childTnLst>
                    </p:cTn>
                  </p:par>
                  <p:par>
                    <p:cTn id="482" nodeType="clickEffect" fill="hold">
                      <p:stCondLst>
                        <p:cond delay="indefinite"/>
                      </p:stCondLst>
                      <p:childTnLst>
                        <p:par>
                          <p:cTn id="483" nodeType="withEffect" fill="hold">
                            <p:stCondLst>
                              <p:cond delay="0"/>
                            </p:stCondLst>
                            <p:childTnLst>
                              <p:par>
                                <p:cTn id="484" nodeType="clickEffect" fill="hold" presetClass="entr" presetID="3" presetSubtype="10">
                                  <p:stCondLst>
                                    <p:cond delay="0"/>
                                  </p:stCondLst>
                                  <p:childTnLst>
                                    <p:set>
                                      <p:cBhvr>
                                        <p:cTn id="485" dur="1" fill="hold">
                                          <p:stCondLst>
                                            <p:cond delay="0"/>
                                          </p:stCondLst>
                                        </p:cTn>
                                        <p:tgtEl>
                                          <p:spTgt spid="127"/>
                                        </p:tgtEl>
                                        <p:attrNameLst>
                                          <p:attrName>style.visibility</p:attrName>
                                        </p:attrNameLst>
                                      </p:cBhvr>
                                      <p:to>
                                        <p:strVal val="visible"/>
                                      </p:to>
                                    </p:set>
                                    <p:animEffect filter="blinds(horizontal)" transition="in">
                                      <p:cBhvr additive="repl">
                                        <p:cTn id="486" dur="500"/>
                                        <p:tgtEl>
                                          <p:spTgt spid="127"/>
                                        </p:tgtEl>
                                      </p:cBhvr>
                                    </p:animEffect>
                                  </p:childTnLst>
                                </p:cTn>
                              </p:par>
                              <p:par>
                                <p:cTn id="487" nodeType="withEffect" fill="hold" presetClass="entr" presetID="27">
                                  <p:stCondLst>
                                    <p:cond delay="0"/>
                                  </p:stCondLst>
                                  <p:iterate type="lt">
                                    <p:tmAbs val="40"/>
                                  </p:iterate>
                                  <p:childTnLst>
                                    <p:set>
                                      <p:cBhvr>
                                        <p:cTn id="488" dur="1" fill="hold">
                                          <p:stCondLst>
                                            <p:cond delay="0"/>
                                          </p:stCondLst>
                                        </p:cTn>
                                        <p:tgtEl>
                                          <p:spTgt spid="118"/>
                                        </p:tgtEl>
                                        <p:attrNameLst>
                                          <p:attrName>style.visibility</p:attrName>
                                        </p:attrNameLst>
                                      </p:cBhvr>
                                      <p:to>
                                        <p:strVal val="visible"/>
                                      </p:to>
                                    </p:set>
                                    <p:anim calcmode="discrete" valueType="clr">
                                      <p:cBhvr additive="repl">
                                        <p:cTn id="489" dur="80"/>
                                        <p:tgtEl>
                                          <p:spTgt spid="118"/>
                                        </p:tgtEl>
                                        <p:attrNameLst>
                                          <p:attrName>style.color</p:attrName>
                                        </p:attrNameLst>
                                      </p:cBhvr>
                                      <p:tavLst>
                                        <p:tav tm="0">
                                          <p:val>
                                            <p:strVal val="rgb(77,80,-64)"/>
                                          </p:val>
                                        </p:tav>
                                        <p:tav tm="50000">
                                          <p:val>
                                            <p:strVal val="rgb(-1,0,0)"/>
                                          </p:val>
                                        </p:tav>
                                      </p:tavLst>
                                    </p:anim>
                                    <p:anim calcmode="discrete" valueType="clr">
                                      <p:cBhvr additive="repl">
                                        <p:cTn id="490" dur="80"/>
                                        <p:tgtEl>
                                          <p:spTgt spid="118"/>
                                        </p:tgtEl>
                                        <p:attrNameLst>
                                          <p:attrName>fillcolor</p:attrName>
                                        </p:attrNameLst>
                                      </p:cBhvr>
                                      <p:tavLst>
                                        <p:tav tm="0">
                                          <p:val>
                                            <p:strVal val="rgb(77,80,-64)"/>
                                          </p:val>
                                        </p:tav>
                                        <p:tav tm="50000">
                                          <p:val>
                                            <p:strVal val="rgb(-1,0,0)"/>
                                          </p:val>
                                        </p:tav>
                                      </p:tavLst>
                                    </p:anim>
                                    <p:set>
                                      <p:cBhvr>
                                        <p:cTn id="491" dur="80"/>
                                        <p:tgtEl>
                                          <p:spTgt spid="118"/>
                                        </p:tgtEl>
                                        <p:attrNameLst>
                                          <p:attrName>fill.type</p:attrName>
                                        </p:attrNameLst>
                                      </p:cBhvr>
                                      <p:to>
                                        <p:strVal val="solid"/>
                                      </p:to>
                                    </p:set>
                                  </p:childTnLst>
                                </p:cTn>
                              </p:par>
                              <p:par>
                                <p:cTn id="492" nodeType="withEffect" fill="hold" presetClass="entr" presetID="27">
                                  <p:stCondLst>
                                    <p:cond delay="0"/>
                                  </p:stCondLst>
                                  <p:iterate type="lt">
                                    <p:tmAbs val="40"/>
                                  </p:iterate>
                                  <p:childTnLst>
                                    <p:set>
                                      <p:cBhvr>
                                        <p:cTn id="493" dur="1" fill="hold">
                                          <p:stCondLst>
                                            <p:cond delay="0"/>
                                          </p:stCondLst>
                                        </p:cTn>
                                        <p:tgtEl>
                                          <p:spTgt spid="126"/>
                                        </p:tgtEl>
                                        <p:attrNameLst>
                                          <p:attrName>style.visibility</p:attrName>
                                        </p:attrNameLst>
                                      </p:cBhvr>
                                      <p:to>
                                        <p:strVal val="visible"/>
                                      </p:to>
                                    </p:set>
                                    <p:anim calcmode="discrete" valueType="clr">
                                      <p:cBhvr additive="repl">
                                        <p:cTn id="494" dur="80"/>
                                        <p:tgtEl>
                                          <p:spTgt spid="126"/>
                                        </p:tgtEl>
                                        <p:attrNameLst>
                                          <p:attrName>style.color</p:attrName>
                                        </p:attrNameLst>
                                      </p:cBhvr>
                                      <p:tavLst>
                                        <p:tav tm="0">
                                          <p:val>
                                            <p:strVal val="rgb(77,80,-64)"/>
                                          </p:val>
                                        </p:tav>
                                        <p:tav tm="50000">
                                          <p:val>
                                            <p:strVal val="rgb(-1,0,0)"/>
                                          </p:val>
                                        </p:tav>
                                      </p:tavLst>
                                    </p:anim>
                                    <p:anim calcmode="discrete" valueType="clr">
                                      <p:cBhvr additive="repl">
                                        <p:cTn id="495" dur="80"/>
                                        <p:tgtEl>
                                          <p:spTgt spid="126"/>
                                        </p:tgtEl>
                                        <p:attrNameLst>
                                          <p:attrName>fillcolor</p:attrName>
                                        </p:attrNameLst>
                                      </p:cBhvr>
                                      <p:tavLst>
                                        <p:tav tm="0">
                                          <p:val>
                                            <p:strVal val="rgb(77,80,-64)"/>
                                          </p:val>
                                        </p:tav>
                                        <p:tav tm="50000">
                                          <p:val>
                                            <p:strVal val="rgb(-1,0,0)"/>
                                          </p:val>
                                        </p:tav>
                                      </p:tavLst>
                                    </p:anim>
                                    <p:set>
                                      <p:cBhvr>
                                        <p:cTn id="496" dur="80"/>
                                        <p:tgtEl>
                                          <p:spTgt spid="126"/>
                                        </p:tgtEl>
                                        <p:attrNameLst>
                                          <p:attrName>fill.type</p:attrName>
                                        </p:attrNameLst>
                                      </p:cBhvr>
                                      <p:to>
                                        <p:strVal val="solid"/>
                                      </p:to>
                                    </p:set>
                                  </p:childTnLst>
                                </p:cTn>
                              </p:par>
                            </p:childTnLst>
                          </p:cTn>
                        </p:par>
                      </p:childTnLst>
                    </p:cTn>
                  </p:par>
                  <p:par>
                    <p:cTn id="497" nodeType="clickEffect" fill="hold">
                      <p:stCondLst>
                        <p:cond delay="indefinite"/>
                      </p:stCondLst>
                      <p:childTnLst>
                        <p:par>
                          <p:cTn id="498" nodeType="withEffect" fill="hold">
                            <p:stCondLst>
                              <p:cond delay="0"/>
                            </p:stCondLst>
                            <p:childTnLst>
                              <p:par>
                                <p:cTn id="499" nodeType="clickEffect" fill="hold" presetClass="entr" presetID="43">
                                  <p:stCondLst>
                                    <p:cond delay="0"/>
                                  </p:stCondLst>
                                  <p:childTnLst>
                                    <p:set>
                                      <p:cBhvr>
                                        <p:cTn id="500" dur="1" fill="hold">
                                          <p:stCondLst>
                                            <p:cond delay="0"/>
                                          </p:stCondLst>
                                        </p:cTn>
                                        <p:tgtEl>
                                          <p:spTgt spid="124"/>
                                        </p:tgtEl>
                                        <p:attrNameLst>
                                          <p:attrName>style.visibility</p:attrName>
                                        </p:attrNameLst>
                                      </p:cBhvr>
                                      <p:to>
                                        <p:strVal val="visible"/>
                                      </p:to>
                                    </p:set>
                                    <p:animEffect filter="fade" transition="in">
                                      <p:cBhvr additive="repl">
                                        <p:cTn id="501" dur="100"/>
                                        <p:tgtEl>
                                          <p:spTgt spid="124"/>
                                        </p:tgtEl>
                                      </p:cBhvr>
                                    </p:animEffect>
                                    <p:anim calcmode="lin" valueType="num">
                                      <p:cBhvr additive="repl">
                                        <p:cTn id="502" dur="400" fill="hold"/>
                                        <p:tgtEl>
                                          <p:spTgt spid="124"/>
                                        </p:tgtEl>
                                        <p:attrNameLst>
                                          <p:attrName>ppt_x</p:attrName>
                                        </p:attrNameLst>
                                      </p:cBhvr>
                                      <p:tavLst>
                                        <p:tav tm="0">
                                          <p:val>
                                            <p:strVal val="#ppt_x"/>
                                          </p:val>
                                        </p:tav>
                                        <p:tav tm="100000">
                                          <p:val>
                                            <p:strVal val="#ppt_x"/>
                                          </p:val>
                                        </p:tav>
                                      </p:tavLst>
                                    </p:anim>
                                    <p:anim calcmode="lin" valueType="num">
                                      <p:cBhvr additive="repl">
                                        <p:cTn id="503" dur="400" fill="hold"/>
                                        <p:tgtEl>
                                          <p:spTgt spid="124"/>
                                        </p:tgtEl>
                                        <p:attrNameLst>
                                          <p:attrName>ppt_y</p:attrName>
                                        </p:attrNameLst>
                                      </p:cBhvr>
                                      <p:tavLst>
                                        <p:tav tm="0">
                                          <p:val>
                                            <p:strVal val="#ppt_y+0.31"/>
                                          </p:val>
                                        </p:tav>
                                        <p:tav tm="100000">
                                          <p:val>
                                            <p:strVal val="#ppt_y+0.31"/>
                                          </p:val>
                                        </p:tav>
                                      </p:tavLst>
                                    </p:anim>
                                    <p:anim calcmode="lin" valueType="num">
                                      <p:cBhvr additive="repl">
                                        <p:cTn id="504" dur="600" fill="hold">
                                          <p:stCondLst>
                                            <p:cond delay="400"/>
                                          </p:stCondLst>
                                        </p:cTn>
                                        <p:tgtEl>
                                          <p:spTgt spid="124"/>
                                        </p:tgtEl>
                                        <p:attrNameLst>
                                          <p:attrName>ppt_x</p:attrName>
                                        </p:attrNameLst>
                                      </p:cBhvr>
                                      <p:tavLst>
                                        <p:tav tm="0">
                                          <p:val>
                                            <p:strVal val="#ppt_x"/>
                                          </p:val>
                                        </p:tav>
                                        <p:tav tm="5000">
                                          <p:val>
                                            <p:strVal val="#ppt_x+0.0242"/>
                                          </p:val>
                                        </p:tav>
                                        <p:tav tm="10000">
                                          <p:val>
                                            <p:strVal val="#ppt_x+0.0479"/>
                                          </p:val>
                                        </p:tav>
                                        <p:tav tm="15000">
                                          <p:val>
                                            <p:strVal val="#ppt_x+0.0704"/>
                                          </p:val>
                                        </p:tav>
                                        <p:tav tm="20000">
                                          <p:val>
                                            <p:strVal val="#ppt_x+0.0911"/>
                                          </p:val>
                                        </p:tav>
                                        <p:tav tm="25000">
                                          <p:val>
                                            <p:strVal val="#ppt_x+0.1096"/>
                                          </p:val>
                                        </p:tav>
                                        <p:tav tm="30000">
                                          <p:val>
                                            <p:strVal val="#ppt_x+0.1254"/>
                                          </p:val>
                                        </p:tav>
                                        <p:tav tm="35000">
                                          <p:val>
                                            <p:strVal val="#ppt_x+0.1381"/>
                                          </p:val>
                                        </p:tav>
                                        <p:tav tm="40000">
                                          <p:val>
                                            <p:strVal val="#ppt_x+0.1474"/>
                                          </p:val>
                                        </p:tav>
                                        <p:tav tm="45000">
                                          <p:val>
                                            <p:strVal val="#ppt_x+0.1531"/>
                                          </p:val>
                                        </p:tav>
                                        <p:tav tm="50000">
                                          <p:val>
                                            <p:strVal val="#ppt_x+0.1550"/>
                                          </p:val>
                                        </p:tav>
                                        <p:tav tm="55000">
                                          <p:val>
                                            <p:strVal val="#ppt_x+0.1531"/>
                                          </p:val>
                                        </p:tav>
                                        <p:tav tm="60000">
                                          <p:val>
                                            <p:strVal val="#ppt_x+0.1474"/>
                                          </p:val>
                                        </p:tav>
                                        <p:tav tm="65000">
                                          <p:val>
                                            <p:strVal val="#ppt_x+0.1381"/>
                                          </p:val>
                                        </p:tav>
                                        <p:tav tm="70000">
                                          <p:val>
                                            <p:strVal val="#ppt_x+0.1254"/>
                                          </p:val>
                                        </p:tav>
                                        <p:tav tm="75000">
                                          <p:val>
                                            <p:strVal val="#ppt_x+0.1096"/>
                                          </p:val>
                                        </p:tav>
                                        <p:tav tm="80000">
                                          <p:val>
                                            <p:strVal val="#ppt_x+0.0911"/>
                                          </p:val>
                                        </p:tav>
                                        <p:tav tm="85000">
                                          <p:val>
                                            <p:strVal val="#ppt_x+0.0704"/>
                                          </p:val>
                                        </p:tav>
                                        <p:tav tm="90000">
                                          <p:val>
                                            <p:strVal val="#ppt_x+0.0479"/>
                                          </p:val>
                                        </p:tav>
                                        <p:tav tm="95000">
                                          <p:val>
                                            <p:strVal val="#ppt_x+0.0242"/>
                                          </p:val>
                                        </p:tav>
                                        <p:tav tm="100000">
                                          <p:val>
                                            <p:strVal val="#ppt_x"/>
                                          </p:val>
                                        </p:tav>
                                      </p:tavLst>
                                    </p:anim>
                                    <p:anim calcmode="lin" valueType="num">
                                      <p:cBhvr additive="repl">
                                        <p:cTn id="505" dur="600" fill="hold">
                                          <p:stCondLst>
                                            <p:cond delay="400"/>
                                          </p:stCondLst>
                                        </p:cTn>
                                        <p:tgtEl>
                                          <p:spTgt spid="124"/>
                                        </p:tgtEl>
                                        <p:attrNameLst>
                                          <p:attrName>ppt_y</p:attrName>
                                        </p:attrNameLst>
                                      </p:cBhvr>
                                      <p:tavLst>
                                        <p:tav tm="0">
                                          <p:val>
                                            <p:strVal val="#ppt_y+0.31"/>
                                          </p:val>
                                        </p:tav>
                                        <p:tav tm="5000">
                                          <p:val>
                                            <p:strVal val="#ppt_y+0.308"/>
                                          </p:val>
                                        </p:tav>
                                        <p:tav tm="10000">
                                          <p:val>
                                            <p:strVal val="#ppt_y+0.3024"/>
                                          </p:val>
                                        </p:tav>
                                        <p:tav tm="15000">
                                          <p:val>
                                            <p:strVal val="#ppt_y+0.2931"/>
                                          </p:val>
                                        </p:tav>
                                        <p:tav tm="20000">
                                          <p:val>
                                            <p:strVal val="#ppt_y+0.2804"/>
                                          </p:val>
                                        </p:tav>
                                        <p:tav tm="25000">
                                          <p:val>
                                            <p:strVal val="#ppt_y+0.2646"/>
                                          </p:val>
                                        </p:tav>
                                        <p:tav tm="30000">
                                          <p:val>
                                            <p:strVal val="#ppt_y+0.2461"/>
                                          </p:val>
                                        </p:tav>
                                        <p:tav tm="35000">
                                          <p:val>
                                            <p:strVal val="#ppt_y+0.2253"/>
                                          </p:val>
                                        </p:tav>
                                        <p:tav tm="40000">
                                          <p:val>
                                            <p:strVal val="#ppt_y+0.2029"/>
                                          </p:val>
                                        </p:tav>
                                        <p:tav tm="45000">
                                          <p:val>
                                            <p:strVal val="#ppt_y+0.1792"/>
                                          </p:val>
                                        </p:tav>
                                        <p:tav tm="50000">
                                          <p:val>
                                            <p:strVal val="#ppt_y+0.155"/>
                                          </p:val>
                                        </p:tav>
                                        <p:tav tm="55000">
                                          <p:val>
                                            <p:strVal val="#ppt_y+0.1307"/>
                                          </p:val>
                                        </p:tav>
                                        <p:tav tm="60000">
                                          <p:val>
                                            <p:strVal val="#ppt_y+0.1071"/>
                                          </p:val>
                                        </p:tav>
                                        <p:tav tm="65000">
                                          <p:val>
                                            <p:strVal val="#ppt_y+0.0846"/>
                                          </p:val>
                                        </p:tav>
                                        <p:tav tm="70000">
                                          <p:val>
                                            <p:strVal val="#ppt_y+0.0639"/>
                                          </p:val>
                                        </p:tav>
                                        <p:tav tm="75000">
                                          <p:val>
                                            <p:strVal val="#ppt_y+0.0454"/>
                                          </p:val>
                                        </p:tav>
                                        <p:tav tm="80000">
                                          <p:val>
                                            <p:strVal val="#ppt_y+0.0296"/>
                                          </p:val>
                                        </p:tav>
                                        <p:tav tm="85000">
                                          <p:val>
                                            <p:strVal val="#ppt_y+0.0169"/>
                                          </p:val>
                                        </p:tav>
                                        <p:tav tm="90000">
                                          <p:val>
                                            <p:strVal val="#ppt_y+0.0076"/>
                                          </p:val>
                                        </p:tav>
                                        <p:tav tm="95000">
                                          <p:val>
                                            <p:strVal val="#ppt_y+0.0019"/>
                                          </p:val>
                                        </p:tav>
                                        <p:tav tm="100000">
                                          <p:val>
                                            <p:strVal val="#ppt_y"/>
                                          </p:val>
                                        </p:tav>
                                      </p:tavLst>
                                    </p:anim>
                                  </p:childTnLst>
                                </p:cTn>
                              </p:par>
                              <p:par>
                                <p:cTn id="506" nodeType="withEffect" fill="hold" presetClass="entr" presetID="3" presetSubtype="10">
                                  <p:stCondLst>
                                    <p:cond delay="0"/>
                                  </p:stCondLst>
                                  <p:childTnLst>
                                    <p:set>
                                      <p:cBhvr>
                                        <p:cTn id="507" dur="1" fill="hold">
                                          <p:stCondLst>
                                            <p:cond delay="0"/>
                                          </p:stCondLst>
                                        </p:cTn>
                                        <p:tgtEl>
                                          <p:spTgt spid="130"/>
                                        </p:tgtEl>
                                        <p:attrNameLst>
                                          <p:attrName>style.visibility</p:attrName>
                                        </p:attrNameLst>
                                      </p:cBhvr>
                                      <p:to>
                                        <p:strVal val="visible"/>
                                      </p:to>
                                    </p:set>
                                    <p:animEffect filter="blinds(horizontal)" transition="in">
                                      <p:cBhvr additive="repl">
                                        <p:cTn id="508" dur="500"/>
                                        <p:tgtEl>
                                          <p:spTgt spid="130"/>
                                        </p:tgtEl>
                                      </p:cBhvr>
                                    </p:animEffect>
                                  </p:childTnLst>
                                </p:cTn>
                              </p:par>
                              <p:par>
                                <p:cTn id="509" nodeType="withEffect" fill="hold" presetClass="entr" presetID="27">
                                  <p:stCondLst>
                                    <p:cond delay="0"/>
                                  </p:stCondLst>
                                  <p:iterate type="lt">
                                    <p:tmAbs val="40"/>
                                  </p:iterate>
                                  <p:childTnLst>
                                    <p:set>
                                      <p:cBhvr>
                                        <p:cTn id="510" dur="1" fill="hold">
                                          <p:stCondLst>
                                            <p:cond delay="0"/>
                                          </p:stCondLst>
                                        </p:cTn>
                                        <p:tgtEl>
                                          <p:spTgt spid="119"/>
                                        </p:tgtEl>
                                        <p:attrNameLst>
                                          <p:attrName>style.visibility</p:attrName>
                                        </p:attrNameLst>
                                      </p:cBhvr>
                                      <p:to>
                                        <p:strVal val="visible"/>
                                      </p:to>
                                    </p:set>
                                    <p:anim calcmode="discrete" valueType="clr">
                                      <p:cBhvr additive="repl">
                                        <p:cTn id="511" dur="80"/>
                                        <p:tgtEl>
                                          <p:spTgt spid="119"/>
                                        </p:tgtEl>
                                        <p:attrNameLst>
                                          <p:attrName>style.color</p:attrName>
                                        </p:attrNameLst>
                                      </p:cBhvr>
                                      <p:tavLst>
                                        <p:tav tm="0">
                                          <p:val>
                                            <p:strVal val="rgb(77,80,-64)"/>
                                          </p:val>
                                        </p:tav>
                                        <p:tav tm="50000">
                                          <p:val>
                                            <p:strVal val="rgb(-1,0,0)"/>
                                          </p:val>
                                        </p:tav>
                                      </p:tavLst>
                                    </p:anim>
                                    <p:anim calcmode="discrete" valueType="clr">
                                      <p:cBhvr additive="repl">
                                        <p:cTn id="512" dur="80"/>
                                        <p:tgtEl>
                                          <p:spTgt spid="119"/>
                                        </p:tgtEl>
                                        <p:attrNameLst>
                                          <p:attrName>fillcolor</p:attrName>
                                        </p:attrNameLst>
                                      </p:cBhvr>
                                      <p:tavLst>
                                        <p:tav tm="0">
                                          <p:val>
                                            <p:strVal val="rgb(77,80,-64)"/>
                                          </p:val>
                                        </p:tav>
                                        <p:tav tm="50000">
                                          <p:val>
                                            <p:strVal val="rgb(-1,0,0)"/>
                                          </p:val>
                                        </p:tav>
                                      </p:tavLst>
                                    </p:anim>
                                    <p:set>
                                      <p:cBhvr>
                                        <p:cTn id="513" dur="80"/>
                                        <p:tgtEl>
                                          <p:spTgt spid="119"/>
                                        </p:tgtEl>
                                        <p:attrNameLst>
                                          <p:attrName>fill.type</p:attrName>
                                        </p:attrNameLst>
                                      </p:cBhvr>
                                      <p:to>
                                        <p:strVal val="solid"/>
                                      </p:to>
                                    </p:set>
                                  </p:childTnLst>
                                </p:cTn>
                              </p:par>
                              <p:par>
                                <p:cTn id="514" nodeType="withEffect" fill="hold" presetClass="entr" presetID="27">
                                  <p:stCondLst>
                                    <p:cond delay="0"/>
                                  </p:stCondLst>
                                  <p:iterate type="lt">
                                    <p:tmAbs val="40"/>
                                  </p:iterate>
                                  <p:childTnLst>
                                    <p:set>
                                      <p:cBhvr>
                                        <p:cTn id="515" dur="1" fill="hold">
                                          <p:stCondLst>
                                            <p:cond delay="0"/>
                                          </p:stCondLst>
                                        </p:cTn>
                                        <p:tgtEl>
                                          <p:spTgt spid="125"/>
                                        </p:tgtEl>
                                        <p:attrNameLst>
                                          <p:attrName>style.visibility</p:attrName>
                                        </p:attrNameLst>
                                      </p:cBhvr>
                                      <p:to>
                                        <p:strVal val="visible"/>
                                      </p:to>
                                    </p:set>
                                    <p:anim calcmode="discrete" valueType="clr">
                                      <p:cBhvr additive="repl">
                                        <p:cTn id="516" dur="80"/>
                                        <p:tgtEl>
                                          <p:spTgt spid="125"/>
                                        </p:tgtEl>
                                        <p:attrNameLst>
                                          <p:attrName>style.color</p:attrName>
                                        </p:attrNameLst>
                                      </p:cBhvr>
                                      <p:tavLst>
                                        <p:tav tm="0">
                                          <p:val>
                                            <p:strVal val="rgb(77,80,-64)"/>
                                          </p:val>
                                        </p:tav>
                                        <p:tav tm="50000">
                                          <p:val>
                                            <p:strVal val="rgb(-1,0,0)"/>
                                          </p:val>
                                        </p:tav>
                                      </p:tavLst>
                                    </p:anim>
                                    <p:anim calcmode="discrete" valueType="clr">
                                      <p:cBhvr additive="repl">
                                        <p:cTn id="517" dur="80"/>
                                        <p:tgtEl>
                                          <p:spTgt spid="125"/>
                                        </p:tgtEl>
                                        <p:attrNameLst>
                                          <p:attrName>fillcolor</p:attrName>
                                        </p:attrNameLst>
                                      </p:cBhvr>
                                      <p:tavLst>
                                        <p:tav tm="0">
                                          <p:val>
                                            <p:strVal val="rgb(77,80,-64)"/>
                                          </p:val>
                                        </p:tav>
                                        <p:tav tm="50000">
                                          <p:val>
                                            <p:strVal val="rgb(-1,0,0)"/>
                                          </p:val>
                                        </p:tav>
                                      </p:tavLst>
                                    </p:anim>
                                    <p:set>
                                      <p:cBhvr>
                                        <p:cTn id="518" dur="80"/>
                                        <p:tgtEl>
                                          <p:spTgt spid="125"/>
                                        </p:tgtEl>
                                        <p:attrNameLst>
                                          <p:attrName>fill.type</p:attrName>
                                        </p:attrNameLst>
                                      </p:cBhvr>
                                      <p:to>
                                        <p:strVal val="solid"/>
                                      </p:to>
                                    </p:set>
                                  </p:childTnLst>
                                </p:cTn>
                              </p:par>
                            </p:childTnLst>
                          </p:cTn>
                        </p:par>
                      </p:childTnLst>
                    </p:cTn>
                  </p:par>
                  <p:par>
                    <p:cTn id="519" nodeType="clickEffect" fill="hold">
                      <p:stCondLst>
                        <p:cond delay="indefinite"/>
                      </p:stCondLst>
                      <p:childTnLst>
                        <p:par>
                          <p:cTn id="520" nodeType="withEffect" fill="hold">
                            <p:stCondLst>
                              <p:cond delay="0"/>
                            </p:stCondLst>
                            <p:childTnLst>
                              <p:par>
                                <p:cTn id="521" nodeType="clickEffect" fill="hold" presetClass="entr" presetID="27">
                                  <p:stCondLst>
                                    <p:cond delay="0"/>
                                  </p:stCondLst>
                                  <p:iterate type="lt">
                                    <p:tmAbs val="40"/>
                                  </p:iterate>
                                  <p:childTnLst>
                                    <p:set>
                                      <p:cBhvr>
                                        <p:cTn id="522" dur="1" fill="hold">
                                          <p:stCondLst>
                                            <p:cond delay="0"/>
                                          </p:stCondLst>
                                        </p:cTn>
                                        <p:tgtEl>
                                          <p:spTgt spid="120"/>
                                        </p:tgtEl>
                                        <p:attrNameLst>
                                          <p:attrName>style.visibility</p:attrName>
                                        </p:attrNameLst>
                                      </p:cBhvr>
                                      <p:to>
                                        <p:strVal val="visible"/>
                                      </p:to>
                                    </p:set>
                                    <p:anim calcmode="discrete" valueType="clr">
                                      <p:cBhvr additive="repl">
                                        <p:cTn id="523" dur="80"/>
                                        <p:tgtEl>
                                          <p:spTgt spid="120"/>
                                        </p:tgtEl>
                                        <p:attrNameLst>
                                          <p:attrName>style.color</p:attrName>
                                        </p:attrNameLst>
                                      </p:cBhvr>
                                      <p:tavLst>
                                        <p:tav tm="0">
                                          <p:val>
                                            <p:strVal val="rgb(77,80,-64)"/>
                                          </p:val>
                                        </p:tav>
                                        <p:tav tm="50000">
                                          <p:val>
                                            <p:strVal val="rgb(-1,0,0)"/>
                                          </p:val>
                                        </p:tav>
                                      </p:tavLst>
                                    </p:anim>
                                    <p:anim calcmode="discrete" valueType="clr">
                                      <p:cBhvr additive="repl">
                                        <p:cTn id="524" dur="80"/>
                                        <p:tgtEl>
                                          <p:spTgt spid="120"/>
                                        </p:tgtEl>
                                        <p:attrNameLst>
                                          <p:attrName>fillcolor</p:attrName>
                                        </p:attrNameLst>
                                      </p:cBhvr>
                                      <p:tavLst>
                                        <p:tav tm="0">
                                          <p:val>
                                            <p:strVal val="rgb(77,80,-64)"/>
                                          </p:val>
                                        </p:tav>
                                        <p:tav tm="50000">
                                          <p:val>
                                            <p:strVal val="rgb(-1,0,0)"/>
                                          </p:val>
                                        </p:tav>
                                      </p:tavLst>
                                    </p:anim>
                                    <p:set>
                                      <p:cBhvr>
                                        <p:cTn id="525" dur="80"/>
                                        <p:tgtEl>
                                          <p:spTgt spid="120"/>
                                        </p:tgtEl>
                                        <p:attrNameLst>
                                          <p:attrName>fill.type</p:attrName>
                                        </p:attrNameLst>
                                      </p:cBhvr>
                                      <p:to>
                                        <p:strVal val="solid"/>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3" name="Rectangle 5"/>
          <p:cNvSpPr/>
          <p:nvPr/>
        </p:nvSpPr>
        <p:spPr>
          <a:xfrm>
            <a:off x="321480" y="773280"/>
            <a:ext cx="4286160" cy="478080"/>
          </a:xfrm>
          <a:prstGeom prst="rect">
            <a:avLst/>
          </a:prstGeom>
          <a:noFill/>
          <a:ln w="0">
            <a:noFill/>
          </a:ln>
        </p:spPr>
        <p:style>
          <a:lnRef idx="0"/>
          <a:fillRef idx="0"/>
          <a:effectRef idx="0"/>
          <a:fontRef idx="minor"/>
        </p:style>
        <p:txBody>
          <a:bodyPr wrap="none" lIns="90000" rIns="90000" tIns="46800" bIns="46800" anchor="t">
            <a:spAutoFit/>
          </a:bodyPr>
          <a:p>
            <a:pPr>
              <a:lnSpc>
                <a:spcPct val="90000"/>
              </a:lnSpc>
              <a:spcBef>
                <a:spcPts val="174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800" strike="noStrike" u="none">
                <a:solidFill>
                  <a:srgbClr val="000000"/>
                </a:solidFill>
                <a:effectLst/>
                <a:uFillTx/>
                <a:latin typeface="Arial"/>
              </a:rPr>
              <a:t>Dans ce cas on écrit que :</a:t>
            </a:r>
            <a:endParaRPr b="0" lang="en-US" sz="2800" strike="noStrike" u="none">
              <a:solidFill>
                <a:srgbClr val="000000"/>
              </a:solidFill>
              <a:effectLst/>
              <a:uFillTx/>
              <a:latin typeface="Arial"/>
            </a:endParaRPr>
          </a:p>
        </p:txBody>
      </p:sp>
      <p:sp>
        <p:nvSpPr>
          <p:cNvPr id="134" name="Rectangle 6"/>
          <p:cNvSpPr/>
          <p:nvPr/>
        </p:nvSpPr>
        <p:spPr>
          <a:xfrm>
            <a:off x="723960" y="1327320"/>
            <a:ext cx="7524720" cy="662400"/>
          </a:xfrm>
          <a:prstGeom prst="rect">
            <a:avLst/>
          </a:prstGeom>
          <a:noFill/>
          <a:ln w="0">
            <a:noFill/>
          </a:ln>
        </p:spPr>
        <p:style>
          <a:lnRef idx="0"/>
          <a:fillRef idx="0"/>
          <a:effectRef idx="0"/>
          <a:fontRef idx="minor"/>
        </p:style>
        <p:txBody>
          <a:bodyPr wrap="none"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fr-FR" sz="3600" strike="noStrike" u="none">
                <a:solidFill>
                  <a:srgbClr val="c00000"/>
                </a:solidFill>
                <a:effectLst/>
                <a:uFillTx/>
                <a:latin typeface="Arial"/>
              </a:rPr>
              <a:t>Q</a:t>
            </a:r>
            <a:r>
              <a:rPr b="1" i="1" lang="fr-FR" sz="2400" strike="noStrike" u="none">
                <a:solidFill>
                  <a:srgbClr val="c00000"/>
                </a:solidFill>
                <a:effectLst/>
                <a:uFillTx/>
                <a:latin typeface="Arial"/>
              </a:rPr>
              <a:t>v</a:t>
            </a:r>
            <a:r>
              <a:rPr b="1" i="1" lang="fr-FR" sz="3600" strike="noStrike" u="none">
                <a:solidFill>
                  <a:srgbClr val="c00000"/>
                </a:solidFill>
                <a:effectLst/>
                <a:uFillTx/>
                <a:latin typeface="Arial"/>
              </a:rPr>
              <a:t> = mc</a:t>
            </a:r>
            <a:r>
              <a:rPr b="1" i="1" lang="fr-FR" sz="2400" strike="noStrike" u="none" baseline="-25000">
                <a:solidFill>
                  <a:srgbClr val="c00000"/>
                </a:solidFill>
                <a:effectLst/>
                <a:uFillTx/>
                <a:latin typeface="Arial"/>
              </a:rPr>
              <a:t>v</a:t>
            </a:r>
            <a:r>
              <a:rPr b="1" i="1" lang="fr-FR" sz="3600" strike="noStrike" u="none">
                <a:solidFill>
                  <a:srgbClr val="c00000"/>
                </a:solidFill>
                <a:effectLst/>
                <a:uFillTx/>
                <a:latin typeface="Arial"/>
              </a:rPr>
              <a:t>(T</a:t>
            </a:r>
            <a:r>
              <a:rPr b="1" i="1" lang="fr-FR" sz="2400" strike="noStrike" u="none">
                <a:solidFill>
                  <a:srgbClr val="c00000"/>
                </a:solidFill>
                <a:effectLst/>
                <a:uFillTx/>
                <a:latin typeface="Arial"/>
              </a:rPr>
              <a:t>2</a:t>
            </a:r>
            <a:r>
              <a:rPr b="1" i="1" lang="fr-FR" sz="3600" strike="noStrike" u="none">
                <a:solidFill>
                  <a:srgbClr val="c00000"/>
                </a:solidFill>
                <a:effectLst/>
                <a:uFillTx/>
                <a:latin typeface="Arial"/>
              </a:rPr>
              <a:t>-T</a:t>
            </a:r>
            <a:r>
              <a:rPr b="1" i="1" lang="fr-FR" sz="2400" strike="noStrike" u="none">
                <a:solidFill>
                  <a:srgbClr val="c00000"/>
                </a:solidFill>
                <a:effectLst/>
                <a:uFillTx/>
                <a:latin typeface="Arial"/>
              </a:rPr>
              <a:t>1</a:t>
            </a:r>
            <a:r>
              <a:rPr b="1" i="1" lang="fr-FR" sz="3600" strike="noStrike" u="none">
                <a:solidFill>
                  <a:srgbClr val="c00000"/>
                </a:solidFill>
                <a:effectLst/>
                <a:uFillTx/>
                <a:latin typeface="Arial"/>
              </a:rPr>
              <a:t>)</a:t>
            </a:r>
            <a:r>
              <a:rPr b="0" lang="fr-FR" sz="3600" strike="noStrike" u="none">
                <a:solidFill>
                  <a:srgbClr val="c00000"/>
                </a:solidFill>
                <a:effectLst/>
                <a:uFillTx/>
                <a:latin typeface="Arial"/>
              </a:rPr>
              <a:t>   </a:t>
            </a:r>
            <a:r>
              <a:rPr b="1" lang="fr-FR" sz="3600" strike="noStrike" u="none">
                <a:solidFill>
                  <a:srgbClr val="c00000"/>
                </a:solidFill>
                <a:effectLst/>
                <a:uFillTx/>
                <a:latin typeface="Arial"/>
              </a:rPr>
              <a:t>et </a:t>
            </a:r>
            <a:r>
              <a:rPr b="0" lang="fr-FR" sz="3600" strike="noStrike" u="none">
                <a:solidFill>
                  <a:srgbClr val="c00000"/>
                </a:solidFill>
                <a:effectLst/>
                <a:uFillTx/>
                <a:latin typeface="Arial"/>
              </a:rPr>
              <a:t> </a:t>
            </a:r>
            <a:r>
              <a:rPr b="1" i="1" lang="fr-FR" sz="3600" strike="noStrike" u="none">
                <a:solidFill>
                  <a:srgbClr val="c00000"/>
                </a:solidFill>
                <a:effectLst/>
                <a:uFillTx/>
                <a:latin typeface="Arial"/>
              </a:rPr>
              <a:t>Q</a:t>
            </a:r>
            <a:r>
              <a:rPr b="1" i="1" lang="fr-FR" sz="2000" strike="noStrike" u="none">
                <a:solidFill>
                  <a:srgbClr val="c00000"/>
                </a:solidFill>
                <a:effectLst/>
                <a:uFillTx/>
                <a:latin typeface="Arial"/>
              </a:rPr>
              <a:t>P</a:t>
            </a:r>
            <a:r>
              <a:rPr b="1" i="1" lang="fr-FR" sz="3600" strike="noStrike" u="none">
                <a:solidFill>
                  <a:srgbClr val="c00000"/>
                </a:solidFill>
                <a:effectLst/>
                <a:uFillTx/>
                <a:latin typeface="Arial"/>
              </a:rPr>
              <a:t> = mc</a:t>
            </a:r>
            <a:r>
              <a:rPr b="1" i="1" lang="fr-FR" sz="2400" strike="noStrike" u="none" baseline="-25000">
                <a:solidFill>
                  <a:srgbClr val="c00000"/>
                </a:solidFill>
                <a:effectLst/>
                <a:uFillTx/>
                <a:latin typeface="Arial"/>
              </a:rPr>
              <a:t>p</a:t>
            </a:r>
            <a:r>
              <a:rPr b="1" i="1" lang="fr-FR" sz="3600" strike="noStrike" u="none">
                <a:solidFill>
                  <a:srgbClr val="c00000"/>
                </a:solidFill>
                <a:effectLst/>
                <a:uFillTx/>
                <a:latin typeface="Arial"/>
              </a:rPr>
              <a:t>(T</a:t>
            </a:r>
            <a:r>
              <a:rPr b="1" i="1" lang="fr-FR" sz="2000" strike="noStrike" u="none">
                <a:solidFill>
                  <a:srgbClr val="c00000"/>
                </a:solidFill>
                <a:effectLst/>
                <a:uFillTx/>
                <a:latin typeface="Arial"/>
              </a:rPr>
              <a:t>2</a:t>
            </a:r>
            <a:r>
              <a:rPr b="1" i="1" lang="fr-FR" sz="3600" strike="noStrike" u="none">
                <a:solidFill>
                  <a:srgbClr val="c00000"/>
                </a:solidFill>
                <a:effectLst/>
                <a:uFillTx/>
                <a:latin typeface="Arial"/>
              </a:rPr>
              <a:t>-T</a:t>
            </a:r>
            <a:r>
              <a:rPr b="1" i="1" lang="fr-FR" sz="2400" strike="noStrike" u="none">
                <a:solidFill>
                  <a:srgbClr val="c00000"/>
                </a:solidFill>
                <a:effectLst/>
                <a:uFillTx/>
                <a:latin typeface="Arial"/>
              </a:rPr>
              <a:t>1</a:t>
            </a:r>
            <a:r>
              <a:rPr b="1" i="1" lang="fr-FR" sz="3600" strike="noStrike" u="none">
                <a:solidFill>
                  <a:srgbClr val="c00000"/>
                </a:solidFill>
                <a:effectLst/>
                <a:uFillTx/>
                <a:latin typeface="Arial"/>
              </a:rPr>
              <a:t>)</a:t>
            </a:r>
            <a:endParaRPr b="0" lang="en-US" sz="3600" strike="noStrike" u="none">
              <a:solidFill>
                <a:srgbClr val="000000"/>
              </a:solidFill>
              <a:effectLst/>
              <a:uFillTx/>
              <a:latin typeface="Arial"/>
            </a:endParaRPr>
          </a:p>
        </p:txBody>
      </p:sp>
      <p:sp>
        <p:nvSpPr>
          <p:cNvPr id="135" name="Rectangle 7"/>
          <p:cNvSpPr/>
          <p:nvPr/>
        </p:nvSpPr>
        <p:spPr>
          <a:xfrm>
            <a:off x="345240" y="2022480"/>
            <a:ext cx="2976480" cy="459720"/>
          </a:xfrm>
          <a:prstGeom prst="rect">
            <a:avLst/>
          </a:prstGeom>
          <a:noFill/>
          <a:ln w="0">
            <a:noFill/>
          </a:ln>
        </p:spPr>
        <p:style>
          <a:lnRef idx="0"/>
          <a:fillRef idx="0"/>
          <a:effectRef idx="0"/>
          <a:fontRef idx="minor"/>
        </p:style>
        <p:txBody>
          <a:bodyPr wrap="none" lIns="90000" rIns="90000" tIns="46800" bIns="46800" anchor="t">
            <a:spAutoFit/>
          </a:bodyPr>
          <a:p>
            <a:pP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i="1" lang="fr-FR" sz="2400" strike="noStrike" u="sng">
                <a:solidFill>
                  <a:srgbClr val="c00000"/>
                </a:solidFill>
                <a:effectLst/>
                <a:uFillTx/>
                <a:latin typeface="Arial"/>
              </a:rPr>
              <a:t>Notations adoptées :</a:t>
            </a:r>
            <a:endParaRPr b="0" lang="en-US" sz="2400" strike="noStrike" u="none">
              <a:solidFill>
                <a:srgbClr val="000000"/>
              </a:solidFill>
              <a:effectLst/>
              <a:uFillTx/>
              <a:latin typeface="Arial"/>
            </a:endParaRPr>
          </a:p>
        </p:txBody>
      </p:sp>
      <p:sp>
        <p:nvSpPr>
          <p:cNvPr id="136" name="Rectangle 8"/>
          <p:cNvSpPr/>
          <p:nvPr/>
        </p:nvSpPr>
        <p:spPr>
          <a:xfrm>
            <a:off x="165240" y="2428920"/>
            <a:ext cx="8978760" cy="2329920"/>
          </a:xfrm>
          <a:prstGeom prst="rect">
            <a:avLst/>
          </a:prstGeom>
          <a:noFill/>
          <a:ln w="0">
            <a:noFill/>
          </a:ln>
        </p:spPr>
        <p:style>
          <a:lnRef idx="0"/>
          <a:fillRef idx="0"/>
          <a:effectRef idx="0"/>
          <a:fontRef idx="minor"/>
        </p:style>
        <p:txBody>
          <a:bodyPr lIns="90000" rIns="90000" tIns="46800" bIns="46800" anchor="t">
            <a:spAutoFit/>
          </a:bodyPr>
          <a:p>
            <a:pPr>
              <a:lnSpc>
                <a:spcPct val="100000"/>
              </a:lnSpc>
              <a:spcBef>
                <a:spcPts val="1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fr-FR" sz="2400" strike="noStrike" u="none">
                <a:solidFill>
                  <a:srgbClr val="c00000"/>
                </a:solidFill>
                <a:effectLst/>
                <a:uFillTx/>
                <a:latin typeface="Times New Roman"/>
                <a:ea typeface="Times New Roman"/>
              </a:rPr>
              <a:t>c</a:t>
            </a:r>
            <a:r>
              <a:rPr b="1" lang="fr-FR" sz="2400" strike="noStrike" u="none" baseline="-25000">
                <a:solidFill>
                  <a:srgbClr val="c00000"/>
                </a:solidFill>
                <a:effectLst/>
                <a:uFillTx/>
                <a:latin typeface="Times New Roman"/>
                <a:ea typeface="Times New Roman"/>
              </a:rPr>
              <a:t>p</a:t>
            </a:r>
            <a:r>
              <a:rPr b="1" lang="fr-FR" sz="2400" strike="noStrike" u="none">
                <a:solidFill>
                  <a:srgbClr val="c00000"/>
                </a:solidFill>
                <a:effectLst/>
                <a:uFillTx/>
                <a:latin typeface="Times New Roman"/>
                <a:ea typeface="Times New Roman"/>
              </a:rPr>
              <a:t>  et  </a:t>
            </a:r>
            <a:r>
              <a:rPr b="1" i="1" lang="fr-FR" sz="2400" strike="noStrike" u="none">
                <a:solidFill>
                  <a:srgbClr val="c00000"/>
                </a:solidFill>
                <a:effectLst/>
                <a:uFillTx/>
                <a:latin typeface="Times New Roman"/>
                <a:ea typeface="Times New Roman"/>
              </a:rPr>
              <a:t>c</a:t>
            </a:r>
            <a:r>
              <a:rPr b="1" lang="fr-FR" sz="2400" strike="noStrike" u="none" baseline="-25000">
                <a:solidFill>
                  <a:srgbClr val="c00000"/>
                </a:solidFill>
                <a:effectLst/>
                <a:uFillTx/>
                <a:latin typeface="Times New Roman"/>
                <a:ea typeface="Times New Roman"/>
              </a:rPr>
              <a:t>v </a:t>
            </a:r>
            <a:r>
              <a:rPr b="1" lang="fr-FR" sz="2400" strike="noStrike" u="none">
                <a:solidFill>
                  <a:srgbClr val="c00000"/>
                </a:solidFill>
                <a:effectLst/>
                <a:uFillTx/>
                <a:latin typeface="Times New Roman"/>
                <a:ea typeface="Times New Roman"/>
              </a:rPr>
              <a:t>   </a:t>
            </a:r>
            <a:r>
              <a:rPr b="0" lang="fr-FR" sz="2400" strike="noStrike" u="none">
                <a:solidFill>
                  <a:srgbClr val="000000"/>
                </a:solidFill>
                <a:effectLst/>
                <a:uFillTx/>
                <a:latin typeface="Times New Roman"/>
                <a:ea typeface="Times New Roman"/>
              </a:rPr>
              <a:t>:  les </a:t>
            </a:r>
            <a:r>
              <a:rPr b="0" i="1" lang="fr-FR" sz="2400" strike="noStrike" u="none">
                <a:solidFill>
                  <a:srgbClr val="000000"/>
                </a:solidFill>
                <a:effectLst/>
                <a:uFillTx/>
                <a:latin typeface="Times New Roman"/>
                <a:ea typeface="Times New Roman"/>
              </a:rPr>
              <a:t>chaleurs massiques</a:t>
            </a:r>
            <a:r>
              <a:rPr b="0" lang="fr-FR" sz="2400" strike="noStrike" u="none">
                <a:solidFill>
                  <a:srgbClr val="000000"/>
                </a:solidFill>
                <a:effectLst/>
                <a:uFillTx/>
                <a:latin typeface="Times New Roman"/>
                <a:ea typeface="Times New Roman"/>
              </a:rPr>
              <a:t>. Elles s’expriment en [</a:t>
            </a:r>
            <a:r>
              <a:rPr b="0" i="1" lang="fr-FR" sz="2400" strike="noStrike" u="none">
                <a:solidFill>
                  <a:srgbClr val="000000"/>
                </a:solidFill>
                <a:effectLst/>
                <a:uFillTx/>
                <a:latin typeface="Times New Roman"/>
                <a:ea typeface="Times New Roman"/>
              </a:rPr>
              <a:t>J</a:t>
            </a:r>
            <a:r>
              <a:rPr b="1" i="1" lang="fr-FR" sz="2400" strike="noStrike" u="none">
                <a:solidFill>
                  <a:srgbClr val="000000"/>
                </a:solidFill>
                <a:effectLst/>
                <a:uFillTx/>
                <a:latin typeface="Times New Roman"/>
                <a:ea typeface="Times New Roman"/>
              </a:rPr>
              <a:t>/</a:t>
            </a:r>
            <a:r>
              <a:rPr b="0" i="1" lang="fr-FR" sz="2400" strike="noStrike" u="none">
                <a:solidFill>
                  <a:srgbClr val="000000"/>
                </a:solidFill>
                <a:effectLst/>
                <a:uFillTx/>
                <a:latin typeface="Times New Roman"/>
                <a:ea typeface="Times New Roman"/>
              </a:rPr>
              <a:t>Kg</a:t>
            </a:r>
            <a:r>
              <a:rPr b="0" i="1" lang="fr-FR" sz="2400" strike="noStrike" u="none" baseline="30000">
                <a:solidFill>
                  <a:srgbClr val="000000"/>
                </a:solidFill>
                <a:effectLst/>
                <a:uFillTx/>
                <a:latin typeface="Times New Roman"/>
                <a:ea typeface="Times New Roman"/>
              </a:rPr>
              <a:t>.</a:t>
            </a:r>
            <a:r>
              <a:rPr b="0" i="1" lang="fr-FR" sz="2400" strike="noStrike" u="none">
                <a:solidFill>
                  <a:srgbClr val="000000"/>
                </a:solidFill>
                <a:effectLst/>
                <a:uFillTx/>
                <a:latin typeface="Times New Roman"/>
                <a:ea typeface="Times New Roman"/>
              </a:rPr>
              <a:t>.K</a:t>
            </a:r>
            <a:r>
              <a:rPr b="0" lang="fr-FR" sz="2400" strike="noStrike" u="none">
                <a:solidFill>
                  <a:srgbClr val="000000"/>
                </a:solidFill>
                <a:effectLst/>
                <a:uFillTx/>
                <a:latin typeface="Times New Roman"/>
                <a:ea typeface="Times New Roman"/>
              </a:rPr>
              <a:t>].</a:t>
            </a:r>
            <a:endParaRPr b="0" lang="en-US" sz="2400" strike="noStrike" u="none">
              <a:solidFill>
                <a:srgbClr val="000000"/>
              </a:solidFill>
              <a:effectLst/>
              <a:uFillTx/>
              <a:latin typeface="Arial"/>
            </a:endParaRPr>
          </a:p>
          <a:p>
            <a:pPr>
              <a:lnSpc>
                <a:spcPct val="100000"/>
              </a:lnSpc>
              <a:spcBef>
                <a:spcPts val="1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fr-FR" sz="2400" strike="noStrike" u="none">
                <a:solidFill>
                  <a:srgbClr val="c00000"/>
                </a:solidFill>
                <a:effectLst/>
                <a:uFillTx/>
                <a:latin typeface="Times New Roman"/>
                <a:ea typeface="Times New Roman"/>
              </a:rPr>
              <a:t>	</a:t>
            </a:r>
            <a:r>
              <a:rPr b="1" i="1" lang="fr-FR" sz="2400" strike="noStrike" u="none">
                <a:solidFill>
                  <a:srgbClr val="c00000"/>
                </a:solidFill>
                <a:effectLst/>
                <a:uFillTx/>
                <a:latin typeface="Times New Roman"/>
                <a:ea typeface="Times New Roman"/>
              </a:rPr>
              <a:t>	</a:t>
            </a:r>
            <a:r>
              <a:rPr b="1" i="1" lang="fr-FR" sz="2400" strike="noStrike" u="none">
                <a:solidFill>
                  <a:srgbClr val="c00000"/>
                </a:solidFill>
                <a:effectLst/>
                <a:uFillTx/>
                <a:latin typeface="Times New Roman"/>
                <a:ea typeface="Times New Roman"/>
              </a:rPr>
              <a:t>	</a:t>
            </a:r>
            <a:r>
              <a:rPr b="1" i="1" lang="fr-FR" sz="2400" strike="noStrike" u="none">
                <a:solidFill>
                  <a:srgbClr val="c00000"/>
                </a:solidFill>
                <a:effectLst/>
                <a:uFillTx/>
                <a:latin typeface="Times New Roman"/>
                <a:ea typeface="Times New Roman"/>
              </a:rPr>
              <a:t>C</a:t>
            </a:r>
            <a:r>
              <a:rPr b="1" i="1" lang="fr-FR" sz="2400" strike="noStrike" u="none" baseline="-25000">
                <a:solidFill>
                  <a:srgbClr val="c00000"/>
                </a:solidFill>
                <a:effectLst/>
                <a:uFillTx/>
                <a:latin typeface="Times New Roman"/>
                <a:ea typeface="Times New Roman"/>
              </a:rPr>
              <a:t>p </a:t>
            </a:r>
            <a:r>
              <a:rPr b="1" lang="fr-FR" sz="2400" strike="noStrike" u="none">
                <a:solidFill>
                  <a:srgbClr val="c00000"/>
                </a:solidFill>
                <a:effectLst/>
                <a:uFillTx/>
                <a:latin typeface="Times New Roman"/>
                <a:ea typeface="Times New Roman"/>
              </a:rPr>
              <a:t>= </a:t>
            </a:r>
            <a:r>
              <a:rPr b="1" i="1" lang="fr-FR" sz="2400" strike="noStrike" u="none">
                <a:solidFill>
                  <a:srgbClr val="c00000"/>
                </a:solidFill>
                <a:effectLst/>
                <a:uFillTx/>
                <a:latin typeface="Times New Roman"/>
                <a:ea typeface="Times New Roman"/>
              </a:rPr>
              <a:t>m.c</a:t>
            </a:r>
            <a:r>
              <a:rPr b="1" lang="fr-FR" sz="2400" strike="noStrike" u="none" baseline="-25000">
                <a:solidFill>
                  <a:srgbClr val="c00000"/>
                </a:solidFill>
                <a:effectLst/>
                <a:uFillTx/>
                <a:latin typeface="Times New Roman"/>
                <a:ea typeface="Times New Roman"/>
              </a:rPr>
              <a:t>p</a:t>
            </a:r>
            <a:r>
              <a:rPr b="1" lang="fr-FR" sz="2400" strike="noStrike" u="none">
                <a:solidFill>
                  <a:srgbClr val="c00000"/>
                </a:solidFill>
                <a:effectLst/>
                <a:uFillTx/>
                <a:latin typeface="Times New Roman"/>
                <a:ea typeface="Times New Roman"/>
              </a:rPr>
              <a:t>  et </a:t>
            </a:r>
            <a:r>
              <a:rPr b="1" i="1" lang="fr-FR" sz="2400" strike="noStrike" u="none">
                <a:solidFill>
                  <a:srgbClr val="c00000"/>
                </a:solidFill>
                <a:effectLst/>
                <a:uFillTx/>
                <a:latin typeface="Times New Roman"/>
                <a:ea typeface="Times New Roman"/>
              </a:rPr>
              <a:t>C</a:t>
            </a:r>
            <a:r>
              <a:rPr b="1" lang="fr-FR" sz="2400" strike="noStrike" u="none" baseline="-25000">
                <a:solidFill>
                  <a:srgbClr val="c00000"/>
                </a:solidFill>
                <a:effectLst/>
                <a:uFillTx/>
                <a:latin typeface="Times New Roman"/>
                <a:ea typeface="Times New Roman"/>
              </a:rPr>
              <a:t>v</a:t>
            </a:r>
            <a:r>
              <a:rPr b="1" lang="fr-FR" sz="2400" strike="noStrike" u="none">
                <a:solidFill>
                  <a:srgbClr val="c00000"/>
                </a:solidFill>
                <a:effectLst/>
                <a:uFillTx/>
                <a:latin typeface="Times New Roman"/>
                <a:ea typeface="Times New Roman"/>
              </a:rPr>
              <a:t> = </a:t>
            </a:r>
            <a:r>
              <a:rPr b="1" i="1" lang="fr-FR" sz="2400" strike="noStrike" u="none">
                <a:solidFill>
                  <a:srgbClr val="c00000"/>
                </a:solidFill>
                <a:effectLst/>
                <a:uFillTx/>
                <a:latin typeface="Times New Roman"/>
                <a:ea typeface="Times New Roman"/>
              </a:rPr>
              <a:t>m.c</a:t>
            </a:r>
            <a:r>
              <a:rPr b="1" lang="fr-FR" sz="2400" strike="noStrike" u="none" baseline="-25000">
                <a:solidFill>
                  <a:srgbClr val="c00000"/>
                </a:solidFill>
                <a:effectLst/>
                <a:uFillTx/>
                <a:latin typeface="Times New Roman"/>
                <a:ea typeface="Times New Roman"/>
              </a:rPr>
              <a:t>v</a:t>
            </a:r>
            <a:endParaRPr b="0" lang="en-US" sz="2400" strike="noStrike" u="none">
              <a:solidFill>
                <a:srgbClr val="000000"/>
              </a:solidFill>
              <a:effectLst/>
              <a:uFillTx/>
              <a:latin typeface="Arial"/>
            </a:endParaRPr>
          </a:p>
          <a:p>
            <a:pPr>
              <a:lnSpc>
                <a:spcPct val="100000"/>
              </a:lnSpc>
              <a:spcBef>
                <a:spcPts val="1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400" strike="noStrike" u="none">
                <a:solidFill>
                  <a:srgbClr val="000000"/>
                </a:solidFill>
                <a:effectLst/>
                <a:uFillTx/>
                <a:latin typeface="Times New Roman"/>
                <a:ea typeface="Times New Roman"/>
              </a:rPr>
              <a:t> </a:t>
            </a:r>
            <a:r>
              <a:rPr b="1" i="1" lang="fr-FR" sz="2400" strike="noStrike" u="none">
                <a:solidFill>
                  <a:srgbClr val="c00000"/>
                </a:solidFill>
                <a:effectLst/>
                <a:uFillTx/>
                <a:latin typeface="Times New Roman"/>
                <a:ea typeface="Times New Roman"/>
              </a:rPr>
              <a:t>c</a:t>
            </a:r>
            <a:r>
              <a:rPr b="1" lang="fr-FR" sz="2400" strike="noStrike" u="none" baseline="-25000">
                <a:solidFill>
                  <a:srgbClr val="c00000"/>
                </a:solidFill>
                <a:effectLst/>
                <a:uFillTx/>
                <a:latin typeface="Times New Roman"/>
                <a:ea typeface="Times New Roman"/>
              </a:rPr>
              <a:t>p</a:t>
            </a:r>
            <a:r>
              <a:rPr b="1" lang="fr-FR" sz="2400" strike="noStrike" u="none">
                <a:solidFill>
                  <a:srgbClr val="c00000"/>
                </a:solidFill>
                <a:effectLst/>
                <a:uFillTx/>
                <a:latin typeface="Times New Roman"/>
                <a:ea typeface="Times New Roman"/>
              </a:rPr>
              <a:t>  et  </a:t>
            </a:r>
            <a:r>
              <a:rPr b="1" i="1" lang="fr-FR" sz="2400" strike="noStrike" u="none">
                <a:solidFill>
                  <a:srgbClr val="c00000"/>
                </a:solidFill>
                <a:effectLst/>
                <a:uFillTx/>
                <a:latin typeface="Times New Roman"/>
                <a:ea typeface="Times New Roman"/>
              </a:rPr>
              <a:t>c</a:t>
            </a:r>
            <a:r>
              <a:rPr b="1" lang="fr-FR" sz="2400" strike="noStrike" u="none" baseline="-25000">
                <a:solidFill>
                  <a:srgbClr val="c00000"/>
                </a:solidFill>
                <a:effectLst/>
                <a:uFillTx/>
                <a:latin typeface="Times New Roman"/>
                <a:ea typeface="Times New Roman"/>
              </a:rPr>
              <a:t>v</a:t>
            </a:r>
            <a:r>
              <a:rPr b="1" lang="fr-FR" sz="2400" strike="noStrike" u="none">
                <a:solidFill>
                  <a:srgbClr val="000000"/>
                </a:solidFill>
                <a:effectLst/>
                <a:uFillTx/>
                <a:latin typeface="Times New Roman"/>
                <a:ea typeface="Times New Roman"/>
              </a:rPr>
              <a:t>  </a:t>
            </a:r>
            <a:r>
              <a:rPr b="0" lang="fr-FR" sz="2400" strike="noStrike" u="none">
                <a:solidFill>
                  <a:srgbClr val="000000"/>
                </a:solidFill>
                <a:effectLst/>
                <a:uFillTx/>
                <a:latin typeface="Times New Roman"/>
                <a:ea typeface="Times New Roman"/>
              </a:rPr>
              <a:t>:  les chaleurs molaires. Elles s’expriment en [</a:t>
            </a:r>
            <a:r>
              <a:rPr b="0" i="1" lang="fr-FR" sz="2400" strike="noStrike" u="none">
                <a:solidFill>
                  <a:srgbClr val="000000"/>
                </a:solidFill>
                <a:effectLst/>
                <a:uFillTx/>
                <a:latin typeface="Times New Roman"/>
                <a:ea typeface="Times New Roman"/>
              </a:rPr>
              <a:t>J/mol</a:t>
            </a:r>
            <a:r>
              <a:rPr b="0" i="1" lang="fr-FR" sz="2400" strike="noStrike" u="none" baseline="30000">
                <a:solidFill>
                  <a:srgbClr val="000000"/>
                </a:solidFill>
                <a:effectLst/>
                <a:uFillTx/>
                <a:latin typeface="Times New Roman"/>
                <a:ea typeface="Times New Roman"/>
              </a:rPr>
              <a:t>.</a:t>
            </a:r>
            <a:r>
              <a:rPr b="0" i="1" lang="fr-FR" sz="2400" strike="noStrike" u="none">
                <a:solidFill>
                  <a:srgbClr val="000000"/>
                </a:solidFill>
                <a:effectLst/>
                <a:uFillTx/>
                <a:latin typeface="Times New Roman"/>
                <a:ea typeface="Times New Roman"/>
              </a:rPr>
              <a:t>.K</a:t>
            </a:r>
            <a:r>
              <a:rPr b="0" lang="fr-FR" sz="2400" strike="noStrike" u="none">
                <a:solidFill>
                  <a:srgbClr val="000000"/>
                </a:solidFill>
                <a:effectLst/>
                <a:uFillTx/>
                <a:latin typeface="Times New Roman"/>
                <a:ea typeface="Times New Roman"/>
              </a:rPr>
              <a:t>]</a:t>
            </a:r>
            <a:endParaRPr b="0" lang="en-US" sz="2400" strike="noStrike" u="none">
              <a:solidFill>
                <a:srgbClr val="000000"/>
              </a:solidFill>
              <a:effectLst/>
              <a:uFillTx/>
              <a:latin typeface="Arial"/>
            </a:endParaRPr>
          </a:p>
          <a:p>
            <a:pPr>
              <a:lnSpc>
                <a:spcPct val="100000"/>
              </a:lnSpc>
              <a:spcBef>
                <a:spcPts val="1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fr-FR" sz="2400" strike="noStrike" u="none">
                <a:solidFill>
                  <a:srgbClr val="c00000"/>
                </a:solidFill>
                <a:effectLst/>
                <a:uFillTx/>
                <a:latin typeface="Times New Roman"/>
                <a:ea typeface="Times New Roman"/>
              </a:rPr>
              <a:t>	</a:t>
            </a:r>
            <a:r>
              <a:rPr b="1" i="1" lang="fr-FR" sz="2400" strike="noStrike" u="none">
                <a:solidFill>
                  <a:srgbClr val="c00000"/>
                </a:solidFill>
                <a:effectLst/>
                <a:uFillTx/>
                <a:latin typeface="Times New Roman"/>
                <a:ea typeface="Times New Roman"/>
              </a:rPr>
              <a:t>	</a:t>
            </a:r>
            <a:r>
              <a:rPr b="1" i="1" lang="fr-FR" sz="2400" strike="noStrike" u="none">
                <a:solidFill>
                  <a:srgbClr val="c00000"/>
                </a:solidFill>
                <a:effectLst/>
                <a:uFillTx/>
                <a:latin typeface="Times New Roman"/>
                <a:ea typeface="Times New Roman"/>
              </a:rPr>
              <a:t>	</a:t>
            </a:r>
            <a:r>
              <a:rPr b="1" i="1" lang="fr-FR" sz="2400" strike="noStrike" u="none">
                <a:solidFill>
                  <a:srgbClr val="c00000"/>
                </a:solidFill>
                <a:effectLst/>
                <a:uFillTx/>
                <a:latin typeface="Times New Roman"/>
                <a:ea typeface="Times New Roman"/>
              </a:rPr>
              <a:t>C</a:t>
            </a:r>
            <a:r>
              <a:rPr b="1" i="1" lang="fr-FR" sz="2400" strike="noStrike" u="none" baseline="-25000">
                <a:solidFill>
                  <a:srgbClr val="c00000"/>
                </a:solidFill>
                <a:effectLst/>
                <a:uFillTx/>
                <a:latin typeface="Times New Roman"/>
                <a:ea typeface="Times New Roman"/>
              </a:rPr>
              <a:t>p</a:t>
            </a:r>
            <a:r>
              <a:rPr b="1" i="1" lang="fr-FR" sz="2400" strike="noStrike" u="none">
                <a:solidFill>
                  <a:srgbClr val="c00000"/>
                </a:solidFill>
                <a:effectLst/>
                <a:uFillTx/>
                <a:latin typeface="Times New Roman"/>
                <a:ea typeface="Times New Roman"/>
              </a:rPr>
              <a:t> </a:t>
            </a:r>
            <a:r>
              <a:rPr b="1" lang="fr-FR" sz="2400" strike="noStrike" u="none">
                <a:solidFill>
                  <a:srgbClr val="c00000"/>
                </a:solidFill>
                <a:effectLst/>
                <a:uFillTx/>
                <a:latin typeface="Times New Roman"/>
                <a:ea typeface="Times New Roman"/>
              </a:rPr>
              <a:t>= </a:t>
            </a:r>
            <a:r>
              <a:rPr b="1" i="1" lang="fr-FR" sz="2400" strike="noStrike" u="none">
                <a:solidFill>
                  <a:srgbClr val="c00000"/>
                </a:solidFill>
                <a:effectLst/>
                <a:uFillTx/>
                <a:latin typeface="Times New Roman"/>
                <a:ea typeface="Times New Roman"/>
              </a:rPr>
              <a:t>n.c</a:t>
            </a:r>
            <a:r>
              <a:rPr b="1" lang="fr-FR" sz="2400" strike="noStrike" u="none" baseline="-25000">
                <a:solidFill>
                  <a:srgbClr val="c00000"/>
                </a:solidFill>
                <a:effectLst/>
                <a:uFillTx/>
                <a:latin typeface="Times New Roman"/>
                <a:ea typeface="Times New Roman"/>
              </a:rPr>
              <a:t>p</a:t>
            </a:r>
            <a:r>
              <a:rPr b="1" lang="fr-FR" sz="2400" strike="noStrike" u="none">
                <a:solidFill>
                  <a:srgbClr val="c00000"/>
                </a:solidFill>
                <a:effectLst/>
                <a:uFillTx/>
                <a:latin typeface="Times New Roman"/>
                <a:ea typeface="Times New Roman"/>
              </a:rPr>
              <a:t> et </a:t>
            </a:r>
            <a:r>
              <a:rPr b="1" i="1" lang="fr-FR" sz="2400" strike="noStrike" u="none">
                <a:solidFill>
                  <a:srgbClr val="c00000"/>
                </a:solidFill>
                <a:effectLst/>
                <a:uFillTx/>
                <a:latin typeface="Times New Roman"/>
                <a:ea typeface="Times New Roman"/>
              </a:rPr>
              <a:t>C</a:t>
            </a:r>
            <a:r>
              <a:rPr b="1" lang="fr-FR" sz="2400" strike="noStrike" u="none" baseline="-25000">
                <a:solidFill>
                  <a:srgbClr val="c00000"/>
                </a:solidFill>
                <a:effectLst/>
                <a:uFillTx/>
                <a:latin typeface="Times New Roman"/>
                <a:ea typeface="Times New Roman"/>
              </a:rPr>
              <a:t>v</a:t>
            </a:r>
            <a:r>
              <a:rPr b="1" lang="fr-FR" sz="2400" strike="noStrike" u="none">
                <a:solidFill>
                  <a:srgbClr val="c00000"/>
                </a:solidFill>
                <a:effectLst/>
                <a:uFillTx/>
                <a:latin typeface="Times New Roman"/>
                <a:ea typeface="Times New Roman"/>
              </a:rPr>
              <a:t> = </a:t>
            </a:r>
            <a:r>
              <a:rPr b="1" i="1" lang="fr-FR" sz="2400" strike="noStrike" u="none">
                <a:solidFill>
                  <a:srgbClr val="c00000"/>
                </a:solidFill>
                <a:effectLst/>
                <a:uFillTx/>
                <a:latin typeface="Times New Roman"/>
                <a:ea typeface="Times New Roman"/>
              </a:rPr>
              <a:t>n.c</a:t>
            </a:r>
            <a:r>
              <a:rPr b="1" lang="fr-FR" sz="2400" strike="noStrike" u="none" baseline="-25000">
                <a:solidFill>
                  <a:srgbClr val="c00000"/>
                </a:solidFill>
                <a:effectLst/>
                <a:uFillTx/>
                <a:latin typeface="Times New Roman"/>
                <a:ea typeface="Times New Roman"/>
              </a:rPr>
              <a:t>v</a:t>
            </a:r>
            <a:r>
              <a:rPr b="1" lang="fr-FR" sz="2400" strike="noStrike" u="none">
                <a:solidFill>
                  <a:srgbClr val="c00000"/>
                </a:solidFill>
                <a:effectLst/>
                <a:uFillTx/>
                <a:latin typeface="Times New Roman"/>
                <a:ea typeface="Times New Roman"/>
              </a:rPr>
              <a:t>  </a:t>
            </a:r>
            <a:endParaRPr b="0" lang="en-US" sz="2400" strike="noStrike" u="none">
              <a:solidFill>
                <a:srgbClr val="000000"/>
              </a:solidFill>
              <a:effectLst/>
              <a:uFillTx/>
              <a:latin typeface="Arial"/>
            </a:endParaRPr>
          </a:p>
        </p:txBody>
      </p:sp>
      <p:sp>
        <p:nvSpPr>
          <p:cNvPr id="137" name="Rectangle 9"/>
          <p:cNvSpPr/>
          <p:nvPr/>
        </p:nvSpPr>
        <p:spPr>
          <a:xfrm>
            <a:off x="0" y="4786200"/>
            <a:ext cx="8953560" cy="1801800"/>
          </a:xfrm>
          <a:prstGeom prst="rect">
            <a:avLst/>
          </a:prstGeom>
          <a:noFill/>
          <a:ln w="0">
            <a:noFill/>
          </a:ln>
        </p:spPr>
        <p:style>
          <a:lnRef idx="0"/>
          <a:fillRef idx="0"/>
          <a:effectRef idx="0"/>
          <a:fontRef idx="minor"/>
        </p:style>
        <p:txBody>
          <a:bodyPr lIns="90000" rIns="90000" tIns="46800" bIns="46800" anchor="t">
            <a:spAutoFit/>
          </a:bodyPr>
          <a:p>
            <a:pPr algn="just">
              <a:lnSpc>
                <a:spcPct val="100000"/>
              </a:lnSpc>
              <a:spcBef>
                <a:spcPts val="174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800" strike="noStrike" u="none">
                <a:solidFill>
                  <a:srgbClr val="000000"/>
                </a:solidFill>
                <a:effectLst/>
                <a:uFillTx/>
                <a:latin typeface="Times New Roman"/>
                <a:ea typeface="Times New Roman"/>
              </a:rPr>
              <a:t>Les </a:t>
            </a:r>
            <a:r>
              <a:rPr b="0" i="1" lang="fr-FR" sz="2800" strike="noStrike" u="sng">
                <a:solidFill>
                  <a:srgbClr val="000000"/>
                </a:solidFill>
                <a:effectLst/>
                <a:uFillTx/>
                <a:latin typeface="Times New Roman"/>
                <a:ea typeface="Times New Roman"/>
              </a:rPr>
              <a:t>capacités</a:t>
            </a:r>
            <a:r>
              <a:rPr b="0" i="1" lang="fr-FR" sz="2800" strike="noStrike" u="none">
                <a:solidFill>
                  <a:srgbClr val="000000"/>
                </a:solidFill>
                <a:effectLst/>
                <a:uFillTx/>
                <a:latin typeface="Times New Roman"/>
                <a:ea typeface="Times New Roman"/>
              </a:rPr>
              <a:t> calorifiques </a:t>
            </a:r>
            <a:r>
              <a:rPr b="0" lang="fr-FR" sz="2800" strike="noStrike" u="none">
                <a:solidFill>
                  <a:srgbClr val="000000"/>
                </a:solidFill>
                <a:effectLst/>
                <a:uFillTx/>
                <a:latin typeface="Times New Roman"/>
                <a:ea typeface="Times New Roman"/>
              </a:rPr>
              <a:t>(ou thermiques) d’un système. s’expriment en [</a:t>
            </a:r>
            <a:r>
              <a:rPr b="0" i="1" lang="fr-FR" sz="2800" strike="noStrike" u="none">
                <a:solidFill>
                  <a:srgbClr val="000000"/>
                </a:solidFill>
                <a:effectLst/>
                <a:uFillTx/>
                <a:latin typeface="Times New Roman"/>
                <a:ea typeface="Times New Roman"/>
              </a:rPr>
              <a:t>JK</a:t>
            </a:r>
            <a:r>
              <a:rPr b="0" i="1" lang="fr-FR" sz="2800" strike="noStrike" u="none" baseline="30000">
                <a:solidFill>
                  <a:srgbClr val="000000"/>
                </a:solidFill>
                <a:effectLst/>
                <a:uFillTx/>
                <a:latin typeface="Times New Roman"/>
                <a:ea typeface="Times New Roman"/>
              </a:rPr>
              <a:t>-1</a:t>
            </a:r>
            <a:r>
              <a:rPr b="0" lang="fr-FR" sz="2800" strike="noStrike" u="none">
                <a:solidFill>
                  <a:srgbClr val="000000"/>
                </a:solidFill>
                <a:effectLst/>
                <a:uFillTx/>
                <a:latin typeface="Times New Roman"/>
                <a:ea typeface="Times New Roman"/>
              </a:rPr>
              <a:t>]. </a:t>
            </a:r>
            <a:r>
              <a:rPr b="0" i="1" lang="fr-FR" sz="2800" strike="noStrike" u="none">
                <a:solidFill>
                  <a:srgbClr val="000000"/>
                </a:solidFill>
                <a:effectLst/>
                <a:uFillTx/>
                <a:latin typeface="Times New Roman"/>
                <a:ea typeface="Times New Roman"/>
              </a:rPr>
              <a:t>Elles représentent la chaleur nécessaire pour faire varier la température du système de 1 degré Kelvin (1 K).</a:t>
            </a:r>
            <a:endParaRPr b="0" lang="en-US" sz="2800" strike="noStrike" u="none">
              <a:solidFill>
                <a:srgbClr val="000000"/>
              </a:solidFill>
              <a:effectLst/>
              <a:uFillTx/>
              <a:latin typeface="Arial"/>
            </a:endParaRPr>
          </a:p>
        </p:txBody>
      </p:sp>
      <p:sp>
        <p:nvSpPr>
          <p:cNvPr id="138" name="Rectangle 4"/>
          <p:cNvSpPr/>
          <p:nvPr/>
        </p:nvSpPr>
        <p:spPr>
          <a:xfrm>
            <a:off x="0" y="0"/>
            <a:ext cx="9144000" cy="571680"/>
          </a:xfrm>
          <a:prstGeom prst="rect">
            <a:avLst/>
          </a:prstGeom>
          <a:solidFill>
            <a:srgbClr val="4f81bd"/>
          </a:solidFill>
          <a:ln w="0">
            <a:noFill/>
          </a:ln>
        </p:spPr>
        <p:style>
          <a:lnRef idx="0"/>
          <a:fillRef idx="0"/>
          <a:effectRef idx="0"/>
          <a:fontRef idx="minor"/>
        </p:style>
        <p:txBody>
          <a:bodyPr lIns="90000" rIns="90000" tIns="46800" bIns="46800" anchor="b" anchorCtr="1">
            <a:noAutofit/>
          </a:bodyPr>
          <a:p>
            <a:pPr>
              <a:lnSpc>
                <a:spcPct val="15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800" strike="noStrike" u="none">
                <a:solidFill>
                  <a:srgbClr val="cc3300"/>
                </a:solidFill>
                <a:effectLst/>
                <a:uFillTx/>
                <a:latin typeface="Times New Roman"/>
                <a:ea typeface="Times New Roman"/>
              </a:rPr>
              <a:t>Séance 3 : </a:t>
            </a:r>
            <a:r>
              <a:rPr b="1" lang="fr-FR" sz="2800" strike="noStrike" u="none">
                <a:solidFill>
                  <a:srgbClr val="cc3300"/>
                </a:solidFill>
                <a:effectLst/>
                <a:uFillTx/>
                <a:latin typeface="Times New Roman"/>
                <a:ea typeface="Times New Roman"/>
              </a:rPr>
              <a:t>QUANTITE DE CHALEUR ET TRAVAIL</a:t>
            </a:r>
            <a:endParaRPr b="0" lang="en-US" sz="2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timing>
    <p:tnLst>
      <p:par>
        <p:cTn id="526" dur="indefinite" restart="never" nodeType="tmRoot">
          <p:childTnLst>
            <p:seq>
              <p:cTn id="527" dur="indefinite" nodeType="mainSeq">
                <p:childTnLst>
                  <p:par>
                    <p:cTn id="528" nodeType="clickEffect" fill="hold">
                      <p:stCondLst>
                        <p:cond delay="indefinite"/>
                      </p:stCondLst>
                      <p:childTnLst>
                        <p:par>
                          <p:cTn id="529" nodeType="withEffect" fill="hold">
                            <p:stCondLst>
                              <p:cond delay="0"/>
                            </p:stCondLst>
                            <p:childTnLst>
                              <p:par>
                                <p:cTn id="530" nodeType="clickEffect" fill="hold" presetClass="entr" presetID="27">
                                  <p:stCondLst>
                                    <p:cond delay="0"/>
                                  </p:stCondLst>
                                  <p:iterate type="lt">
                                    <p:tmAbs val="40"/>
                                  </p:iterate>
                                  <p:childTnLst>
                                    <p:set>
                                      <p:cBhvr>
                                        <p:cTn id="531" dur="1" fill="hold">
                                          <p:stCondLst>
                                            <p:cond delay="0"/>
                                          </p:stCondLst>
                                        </p:cTn>
                                        <p:tgtEl>
                                          <p:spTgt spid="133"/>
                                        </p:tgtEl>
                                        <p:attrNameLst>
                                          <p:attrName>style.visibility</p:attrName>
                                        </p:attrNameLst>
                                      </p:cBhvr>
                                      <p:to>
                                        <p:strVal val="visible"/>
                                      </p:to>
                                    </p:set>
                                    <p:anim calcmode="discrete" valueType="clr">
                                      <p:cBhvr additive="repl">
                                        <p:cTn id="532" dur="80"/>
                                        <p:tgtEl>
                                          <p:spTgt spid="133"/>
                                        </p:tgtEl>
                                        <p:attrNameLst>
                                          <p:attrName>style.color</p:attrName>
                                        </p:attrNameLst>
                                      </p:cBhvr>
                                      <p:tavLst>
                                        <p:tav tm="0">
                                          <p:val>
                                            <p:strVal val="rgb(77,80,-64)"/>
                                          </p:val>
                                        </p:tav>
                                        <p:tav tm="50000">
                                          <p:val>
                                            <p:strVal val="rgb(-1,0,0)"/>
                                          </p:val>
                                        </p:tav>
                                      </p:tavLst>
                                    </p:anim>
                                    <p:anim calcmode="discrete" valueType="clr">
                                      <p:cBhvr additive="repl">
                                        <p:cTn id="533" dur="80"/>
                                        <p:tgtEl>
                                          <p:spTgt spid="133"/>
                                        </p:tgtEl>
                                        <p:attrNameLst>
                                          <p:attrName>fillcolor</p:attrName>
                                        </p:attrNameLst>
                                      </p:cBhvr>
                                      <p:tavLst>
                                        <p:tav tm="0">
                                          <p:val>
                                            <p:strVal val="rgb(77,80,-64)"/>
                                          </p:val>
                                        </p:tav>
                                        <p:tav tm="50000">
                                          <p:val>
                                            <p:strVal val="rgb(-1,0,0)"/>
                                          </p:val>
                                        </p:tav>
                                      </p:tavLst>
                                    </p:anim>
                                    <p:set>
                                      <p:cBhvr>
                                        <p:cTn id="534" dur="80"/>
                                        <p:tgtEl>
                                          <p:spTgt spid="133"/>
                                        </p:tgtEl>
                                        <p:attrNameLst>
                                          <p:attrName>fill.type</p:attrName>
                                        </p:attrNameLst>
                                      </p:cBhvr>
                                      <p:to>
                                        <p:strVal val="solid"/>
                                      </p:to>
                                    </p:set>
                                  </p:childTnLst>
                                </p:cTn>
                              </p:par>
                            </p:childTnLst>
                          </p:cTn>
                        </p:par>
                      </p:childTnLst>
                    </p:cTn>
                  </p:par>
                  <p:par>
                    <p:cTn id="535" nodeType="clickEffect" fill="hold">
                      <p:stCondLst>
                        <p:cond delay="indefinite"/>
                      </p:stCondLst>
                      <p:childTnLst>
                        <p:par>
                          <p:cTn id="536" nodeType="withEffect" fill="hold">
                            <p:stCondLst>
                              <p:cond delay="0"/>
                            </p:stCondLst>
                            <p:childTnLst>
                              <p:par>
                                <p:cTn id="537" nodeType="clickEffect" fill="hold" presetClass="entr" presetID="10">
                                  <p:stCondLst>
                                    <p:cond delay="0"/>
                                  </p:stCondLst>
                                  <p:childTnLst>
                                    <p:set>
                                      <p:cBhvr>
                                        <p:cTn id="538" dur="1" fill="hold">
                                          <p:stCondLst>
                                            <p:cond delay="0"/>
                                          </p:stCondLst>
                                        </p:cTn>
                                        <p:tgtEl>
                                          <p:spTgt spid="134"/>
                                        </p:tgtEl>
                                        <p:attrNameLst>
                                          <p:attrName>style.visibility</p:attrName>
                                        </p:attrNameLst>
                                      </p:cBhvr>
                                      <p:to>
                                        <p:strVal val="visible"/>
                                      </p:to>
                                    </p:set>
                                    <p:animEffect filter="fade" transition="in">
                                      <p:cBhvr additive="repl">
                                        <p:cTn id="539" dur="2000"/>
                                        <p:tgtEl>
                                          <p:spTgt spid="134"/>
                                        </p:tgtEl>
                                      </p:cBhvr>
                                    </p:animEffect>
                                  </p:childTnLst>
                                </p:cTn>
                              </p:par>
                            </p:childTnLst>
                          </p:cTn>
                        </p:par>
                      </p:childTnLst>
                    </p:cTn>
                  </p:par>
                  <p:par>
                    <p:cTn id="540" nodeType="clickEffect" fill="hold">
                      <p:stCondLst>
                        <p:cond delay="indefinite"/>
                      </p:stCondLst>
                      <p:childTnLst>
                        <p:par>
                          <p:cTn id="541" nodeType="withEffect" fill="hold">
                            <p:stCondLst>
                              <p:cond delay="0"/>
                            </p:stCondLst>
                            <p:childTnLst>
                              <p:par>
                                <p:cTn id="542" nodeType="clickEffect" fill="hold" presetClass="entr" presetID="27">
                                  <p:stCondLst>
                                    <p:cond delay="0"/>
                                  </p:stCondLst>
                                  <p:iterate type="lt">
                                    <p:tmAbs val="40"/>
                                  </p:iterate>
                                  <p:childTnLst>
                                    <p:set>
                                      <p:cBhvr>
                                        <p:cTn id="543" dur="1" fill="hold">
                                          <p:stCondLst>
                                            <p:cond delay="0"/>
                                          </p:stCondLst>
                                        </p:cTn>
                                        <p:tgtEl>
                                          <p:spTgt spid="135"/>
                                        </p:tgtEl>
                                        <p:attrNameLst>
                                          <p:attrName>style.visibility</p:attrName>
                                        </p:attrNameLst>
                                      </p:cBhvr>
                                      <p:to>
                                        <p:strVal val="visible"/>
                                      </p:to>
                                    </p:set>
                                    <p:anim calcmode="discrete" valueType="clr">
                                      <p:cBhvr additive="repl">
                                        <p:cTn id="544" dur="80"/>
                                        <p:tgtEl>
                                          <p:spTgt spid="135"/>
                                        </p:tgtEl>
                                        <p:attrNameLst>
                                          <p:attrName>style.color</p:attrName>
                                        </p:attrNameLst>
                                      </p:cBhvr>
                                      <p:tavLst>
                                        <p:tav tm="0">
                                          <p:val>
                                            <p:strVal val="rgb(77,80,-64)"/>
                                          </p:val>
                                        </p:tav>
                                        <p:tav tm="50000">
                                          <p:val>
                                            <p:strVal val="rgb(-1,0,0)"/>
                                          </p:val>
                                        </p:tav>
                                      </p:tavLst>
                                    </p:anim>
                                    <p:anim calcmode="discrete" valueType="clr">
                                      <p:cBhvr additive="repl">
                                        <p:cTn id="545" dur="80"/>
                                        <p:tgtEl>
                                          <p:spTgt spid="135"/>
                                        </p:tgtEl>
                                        <p:attrNameLst>
                                          <p:attrName>fillcolor</p:attrName>
                                        </p:attrNameLst>
                                      </p:cBhvr>
                                      <p:tavLst>
                                        <p:tav tm="0">
                                          <p:val>
                                            <p:strVal val="rgb(77,80,-64)"/>
                                          </p:val>
                                        </p:tav>
                                        <p:tav tm="50000">
                                          <p:val>
                                            <p:strVal val="rgb(-1,0,0)"/>
                                          </p:val>
                                        </p:tav>
                                      </p:tavLst>
                                    </p:anim>
                                    <p:set>
                                      <p:cBhvr>
                                        <p:cTn id="546" dur="80"/>
                                        <p:tgtEl>
                                          <p:spTgt spid="135"/>
                                        </p:tgtEl>
                                        <p:attrNameLst>
                                          <p:attrName>fill.type</p:attrName>
                                        </p:attrNameLst>
                                      </p:cBhvr>
                                      <p:to>
                                        <p:strVal val="solid"/>
                                      </p:to>
                                    </p:set>
                                  </p:childTnLst>
                                </p:cTn>
                              </p:par>
                            </p:childTnLst>
                          </p:cTn>
                        </p:par>
                      </p:childTnLst>
                    </p:cTn>
                  </p:par>
                  <p:par>
                    <p:cTn id="547" nodeType="clickEffect" fill="hold">
                      <p:stCondLst>
                        <p:cond delay="indefinite"/>
                      </p:stCondLst>
                      <p:childTnLst>
                        <p:par>
                          <p:cTn id="548" nodeType="withEffect" fill="hold">
                            <p:stCondLst>
                              <p:cond delay="0"/>
                            </p:stCondLst>
                            <p:childTnLst>
                              <p:par>
                                <p:cTn id="549" nodeType="clickEffect" fill="hold" presetClass="entr" presetID="27">
                                  <p:stCondLst>
                                    <p:cond delay="0"/>
                                  </p:stCondLst>
                                  <p:iterate type="lt">
                                    <p:tmAbs val="40"/>
                                  </p:iterate>
                                  <p:childTnLst>
                                    <p:set>
                                      <p:cBhvr>
                                        <p:cTn id="550" dur="1" fill="hold">
                                          <p:stCondLst>
                                            <p:cond delay="0"/>
                                          </p:stCondLst>
                                        </p:cTn>
                                        <p:tgtEl>
                                          <p:spTgt spid="136"/>
                                        </p:tgtEl>
                                        <p:attrNameLst>
                                          <p:attrName>style.visibility</p:attrName>
                                        </p:attrNameLst>
                                      </p:cBhvr>
                                      <p:to>
                                        <p:strVal val="visible"/>
                                      </p:to>
                                    </p:set>
                                    <p:anim calcmode="discrete" valueType="clr">
                                      <p:cBhvr additive="repl">
                                        <p:cTn id="551" dur="80"/>
                                        <p:tgtEl>
                                          <p:spTgt spid="136"/>
                                        </p:tgtEl>
                                        <p:attrNameLst>
                                          <p:attrName>style.color</p:attrName>
                                        </p:attrNameLst>
                                      </p:cBhvr>
                                      <p:tavLst>
                                        <p:tav tm="0">
                                          <p:val>
                                            <p:strVal val="rgb(77,80,-64)"/>
                                          </p:val>
                                        </p:tav>
                                        <p:tav tm="50000">
                                          <p:val>
                                            <p:strVal val="rgb(-1,0,0)"/>
                                          </p:val>
                                        </p:tav>
                                      </p:tavLst>
                                    </p:anim>
                                    <p:anim calcmode="discrete" valueType="clr">
                                      <p:cBhvr additive="repl">
                                        <p:cTn id="552" dur="80"/>
                                        <p:tgtEl>
                                          <p:spTgt spid="136"/>
                                        </p:tgtEl>
                                        <p:attrNameLst>
                                          <p:attrName>fillcolor</p:attrName>
                                        </p:attrNameLst>
                                      </p:cBhvr>
                                      <p:tavLst>
                                        <p:tav tm="0">
                                          <p:val>
                                            <p:strVal val="rgb(77,80,-64)"/>
                                          </p:val>
                                        </p:tav>
                                        <p:tav tm="50000">
                                          <p:val>
                                            <p:strVal val="rgb(-1,0,0)"/>
                                          </p:val>
                                        </p:tav>
                                      </p:tavLst>
                                    </p:anim>
                                    <p:set>
                                      <p:cBhvr>
                                        <p:cTn id="553" dur="80"/>
                                        <p:tgtEl>
                                          <p:spTgt spid="136"/>
                                        </p:tgtEl>
                                        <p:attrNameLst>
                                          <p:attrName>fill.type</p:attrName>
                                        </p:attrNameLst>
                                      </p:cBhvr>
                                      <p:to>
                                        <p:strVal val="solid"/>
                                      </p:to>
                                    </p:set>
                                  </p:childTnLst>
                                </p:cTn>
                              </p:par>
                            </p:childTnLst>
                          </p:cTn>
                        </p:par>
                      </p:childTnLst>
                    </p:cTn>
                  </p:par>
                  <p:par>
                    <p:cTn id="554" nodeType="clickEffect" fill="hold">
                      <p:stCondLst>
                        <p:cond delay="indefinite"/>
                      </p:stCondLst>
                      <p:childTnLst>
                        <p:par>
                          <p:cTn id="555" nodeType="withEffect" fill="hold">
                            <p:stCondLst>
                              <p:cond delay="0"/>
                            </p:stCondLst>
                            <p:childTnLst>
                              <p:par>
                                <p:cTn id="556" nodeType="clickEffect" fill="hold" presetClass="entr" presetID="27">
                                  <p:stCondLst>
                                    <p:cond delay="0"/>
                                  </p:stCondLst>
                                  <p:iterate type="lt">
                                    <p:tmAbs val="40"/>
                                  </p:iterate>
                                  <p:childTnLst>
                                    <p:set>
                                      <p:cBhvr>
                                        <p:cTn id="557" dur="1" fill="hold">
                                          <p:stCondLst>
                                            <p:cond delay="0"/>
                                          </p:stCondLst>
                                        </p:cTn>
                                        <p:tgtEl>
                                          <p:spTgt spid="137"/>
                                        </p:tgtEl>
                                        <p:attrNameLst>
                                          <p:attrName>style.visibility</p:attrName>
                                        </p:attrNameLst>
                                      </p:cBhvr>
                                      <p:to>
                                        <p:strVal val="visible"/>
                                      </p:to>
                                    </p:set>
                                    <p:anim calcmode="discrete" valueType="clr">
                                      <p:cBhvr additive="repl">
                                        <p:cTn id="558" dur="80"/>
                                        <p:tgtEl>
                                          <p:spTgt spid="137"/>
                                        </p:tgtEl>
                                        <p:attrNameLst>
                                          <p:attrName>style.color</p:attrName>
                                        </p:attrNameLst>
                                      </p:cBhvr>
                                      <p:tavLst>
                                        <p:tav tm="0">
                                          <p:val>
                                            <p:strVal val="rgb(77,80,-64)"/>
                                          </p:val>
                                        </p:tav>
                                        <p:tav tm="50000">
                                          <p:val>
                                            <p:strVal val="rgb(-1,0,0)"/>
                                          </p:val>
                                        </p:tav>
                                      </p:tavLst>
                                    </p:anim>
                                    <p:anim calcmode="discrete" valueType="clr">
                                      <p:cBhvr additive="repl">
                                        <p:cTn id="559" dur="80"/>
                                        <p:tgtEl>
                                          <p:spTgt spid="137"/>
                                        </p:tgtEl>
                                        <p:attrNameLst>
                                          <p:attrName>fillcolor</p:attrName>
                                        </p:attrNameLst>
                                      </p:cBhvr>
                                      <p:tavLst>
                                        <p:tav tm="0">
                                          <p:val>
                                            <p:strVal val="rgb(77,80,-64)"/>
                                          </p:val>
                                        </p:tav>
                                        <p:tav tm="50000">
                                          <p:val>
                                            <p:strVal val="rgb(-1,0,0)"/>
                                          </p:val>
                                        </p:tav>
                                      </p:tavLst>
                                    </p:anim>
                                    <p:set>
                                      <p:cBhvr>
                                        <p:cTn id="560" dur="80"/>
                                        <p:tgtEl>
                                          <p:spTgt spid="137"/>
                                        </p:tgtEl>
                                        <p:attrNameLst>
                                          <p:attrName>fill.type</p:attrName>
                                        </p:attrNameLst>
                                      </p:cBhvr>
                                      <p:to>
                                        <p:strVal val="solid"/>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9" name="Rectangle 21"/>
          <p:cNvSpPr/>
          <p:nvPr/>
        </p:nvSpPr>
        <p:spPr>
          <a:xfrm>
            <a:off x="38160" y="738720"/>
            <a:ext cx="9144000" cy="459720"/>
          </a:xfrm>
          <a:prstGeom prst="rect">
            <a:avLst/>
          </a:prstGeom>
          <a:noFill/>
          <a:ln w="0">
            <a:noFill/>
          </a:ln>
        </p:spPr>
        <p:style>
          <a:lnRef idx="0"/>
          <a:fillRef idx="0"/>
          <a:effectRef idx="0"/>
          <a:fontRef idx="minor"/>
        </p:style>
        <p:txBody>
          <a:bodyPr lIns="90000" rIns="90000" tIns="46800" bIns="46800" anchor="ctr">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400" strike="noStrike" u="none">
                <a:solidFill>
                  <a:srgbClr val="c00000"/>
                </a:solidFill>
                <a:effectLst/>
                <a:uFillTx/>
                <a:latin typeface="Times New Roman"/>
                <a:ea typeface="Times New Roman"/>
              </a:rPr>
              <a:t>Chaleur latente de changement de phase (d’état) d’un corps pur:</a:t>
            </a:r>
            <a:endParaRPr b="0" lang="en-US" sz="2400" strike="noStrike" u="none">
              <a:solidFill>
                <a:srgbClr val="000000"/>
              </a:solidFill>
              <a:effectLst/>
              <a:uFillTx/>
              <a:latin typeface="Arial"/>
            </a:endParaRPr>
          </a:p>
        </p:txBody>
      </p:sp>
      <p:sp>
        <p:nvSpPr>
          <p:cNvPr id="140" name="Rectangle 33"/>
          <p:cNvSpPr/>
          <p:nvPr/>
        </p:nvSpPr>
        <p:spPr>
          <a:xfrm>
            <a:off x="0" y="1333440"/>
            <a:ext cx="9144000" cy="2653560"/>
          </a:xfrm>
          <a:prstGeom prst="rect">
            <a:avLst/>
          </a:prstGeom>
          <a:noFill/>
          <a:ln w="0">
            <a:noFill/>
          </a:ln>
        </p:spPr>
        <p:style>
          <a:lnRef idx="0"/>
          <a:fillRef idx="0"/>
          <a:effectRef idx="0"/>
          <a:fontRef idx="minor"/>
        </p:style>
        <p:txBody>
          <a:bodyPr lIns="90000" rIns="90000" tIns="46800" bIns="46800" anchor="t">
            <a:spAutoFit/>
          </a:bodyPr>
          <a:p>
            <a:pPr algn="just">
              <a:lnSpc>
                <a:spcPct val="14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400" strike="noStrike" u="none">
                <a:solidFill>
                  <a:srgbClr val="000000"/>
                </a:solidFill>
                <a:effectLst/>
                <a:uFillTx/>
                <a:latin typeface="Arial"/>
              </a:rPr>
              <a:t>On appelle chaleur latente (massique) d’un corps pur à une température </a:t>
            </a:r>
            <a:r>
              <a:rPr b="0" i="1" lang="fr-FR" sz="2400" strike="noStrike" u="none">
                <a:solidFill>
                  <a:srgbClr val="c00000"/>
                </a:solidFill>
                <a:effectLst/>
                <a:uFillTx/>
                <a:latin typeface="Arial"/>
              </a:rPr>
              <a:t>T</a:t>
            </a:r>
            <a:r>
              <a:rPr b="0" lang="fr-FR" sz="2400" strike="noStrike" u="none">
                <a:solidFill>
                  <a:srgbClr val="000000"/>
                </a:solidFill>
                <a:effectLst/>
                <a:uFillTx/>
                <a:latin typeface="Arial"/>
              </a:rPr>
              <a:t> </a:t>
            </a:r>
            <a:r>
              <a:rPr b="0" i="1" lang="fr-FR" sz="2400" strike="noStrike" u="none">
                <a:solidFill>
                  <a:srgbClr val="000000"/>
                </a:solidFill>
                <a:effectLst/>
                <a:uFillTx/>
                <a:latin typeface="Arial"/>
              </a:rPr>
              <a:t>la quantité de chaleur</a:t>
            </a:r>
            <a:r>
              <a:rPr b="0" lang="fr-FR" sz="2400" strike="noStrike" u="none">
                <a:solidFill>
                  <a:srgbClr val="000000"/>
                </a:solidFill>
                <a:effectLst/>
                <a:uFillTx/>
                <a:latin typeface="Arial"/>
              </a:rPr>
              <a:t> </a:t>
            </a:r>
            <a:r>
              <a:rPr b="1" i="1" lang="fr-FR" sz="2400" strike="noStrike" u="none">
                <a:solidFill>
                  <a:srgbClr val="c00000"/>
                </a:solidFill>
                <a:effectLst/>
                <a:uFillTx/>
                <a:latin typeface="Arial"/>
              </a:rPr>
              <a:t>L</a:t>
            </a:r>
            <a:r>
              <a:rPr b="0" lang="fr-FR" sz="2400" strike="noStrike" u="none">
                <a:solidFill>
                  <a:srgbClr val="000000"/>
                </a:solidFill>
                <a:effectLst/>
                <a:uFillTx/>
                <a:latin typeface="Arial"/>
              </a:rPr>
              <a:t> qu’il faut fournir (à l’unité de masse) de ce corps pour le faire passer d’un état physique donné (exemple : solide, liquide ou gazeux) à un autre état physique différent. </a:t>
            </a:r>
            <a:endParaRPr b="0" lang="en-US" sz="2400" strike="noStrike" u="none">
              <a:solidFill>
                <a:srgbClr val="000000"/>
              </a:solidFill>
              <a:effectLst/>
              <a:uFillTx/>
              <a:latin typeface="Arial"/>
            </a:endParaRPr>
          </a:p>
        </p:txBody>
      </p:sp>
      <p:sp>
        <p:nvSpPr>
          <p:cNvPr id="141" name="Rectangle 34"/>
          <p:cNvSpPr/>
          <p:nvPr/>
        </p:nvSpPr>
        <p:spPr>
          <a:xfrm>
            <a:off x="114480" y="4317840"/>
            <a:ext cx="5194080" cy="1769760"/>
          </a:xfrm>
          <a:prstGeom prst="rect">
            <a:avLst/>
          </a:prstGeom>
          <a:noFill/>
          <a:ln w="0">
            <a:noFill/>
          </a:ln>
        </p:spPr>
        <p:style>
          <a:lnRef idx="0"/>
          <a:fillRef idx="0"/>
          <a:effectRef idx="0"/>
          <a:fontRef idx="minor"/>
        </p:style>
        <p:txBody>
          <a:bodyPr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i="1" lang="fr-FR" sz="2200" strike="noStrike" u="none">
                <a:solidFill>
                  <a:srgbClr val="c00000"/>
                </a:solidFill>
                <a:effectLst/>
                <a:uFillTx/>
                <a:latin typeface="Arial"/>
              </a:rPr>
              <a:t>Q = m.L</a:t>
            </a:r>
            <a:endParaRPr b="0" lang="en-US" sz="2200" strike="noStrike" u="none">
              <a:solidFill>
                <a:srgbClr val="000000"/>
              </a:solidFill>
              <a:effectLst/>
              <a:uFillTx/>
              <a:latin typeface="Arial"/>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i="1" lang="fr-FR" sz="2200" strike="noStrike" u="none">
                <a:solidFill>
                  <a:srgbClr val="c00000"/>
                </a:solidFill>
                <a:effectLst/>
                <a:uFillTx/>
                <a:latin typeface="Arial"/>
              </a:rPr>
              <a:t>L</a:t>
            </a:r>
            <a:r>
              <a:rPr b="0" lang="fr-FR" sz="2200" strike="noStrike" u="none">
                <a:solidFill>
                  <a:srgbClr val="c00000"/>
                </a:solidFill>
                <a:effectLst/>
                <a:uFillTx/>
                <a:latin typeface="Arial"/>
              </a:rPr>
              <a:t> </a:t>
            </a:r>
            <a:r>
              <a:rPr b="0" lang="fr-FR" sz="2200" strike="noStrike" u="none">
                <a:solidFill>
                  <a:srgbClr val="000000"/>
                </a:solidFill>
                <a:effectLst/>
                <a:uFillTx/>
                <a:latin typeface="Times New Roman"/>
                <a:ea typeface="Times New Roman"/>
              </a:rPr>
              <a:t>: est la chaleur latente (massique) de </a:t>
            </a:r>
            <a:r>
              <a:rPr b="0" i="1" lang="fr-FR" sz="2200" strike="noStrike" u="none">
                <a:solidFill>
                  <a:srgbClr val="000000"/>
                </a:solidFill>
                <a:effectLst/>
                <a:uFillTx/>
                <a:latin typeface="Times New Roman"/>
                <a:ea typeface="Times New Roman"/>
              </a:rPr>
              <a:t>changement d'état</a:t>
            </a:r>
            <a:r>
              <a:rPr b="0" lang="fr-FR" sz="2200" strike="noStrike" u="none">
                <a:solidFill>
                  <a:srgbClr val="000000"/>
                </a:solidFill>
                <a:effectLst/>
                <a:uFillTx/>
                <a:latin typeface="Times New Roman"/>
                <a:ea typeface="Times New Roman"/>
              </a:rPr>
              <a:t> en [</a:t>
            </a:r>
            <a:r>
              <a:rPr b="0" i="1" lang="fr-FR" sz="2200" strike="noStrike" u="none">
                <a:solidFill>
                  <a:srgbClr val="000000"/>
                </a:solidFill>
                <a:effectLst/>
                <a:uFillTx/>
                <a:latin typeface="Times New Roman"/>
                <a:ea typeface="Times New Roman"/>
              </a:rPr>
              <a:t>JKg</a:t>
            </a:r>
            <a:r>
              <a:rPr b="0" i="1" lang="fr-FR" sz="2200" strike="noStrike" u="none" baseline="30000">
                <a:solidFill>
                  <a:srgbClr val="000000"/>
                </a:solidFill>
                <a:effectLst/>
                <a:uFillTx/>
                <a:latin typeface="Times New Roman"/>
                <a:ea typeface="Times New Roman"/>
              </a:rPr>
              <a:t>-1</a:t>
            </a:r>
            <a:r>
              <a:rPr b="0" lang="fr-FR" sz="2200" strike="noStrike" u="none">
                <a:solidFill>
                  <a:srgbClr val="000000"/>
                </a:solidFill>
                <a:effectLst/>
                <a:uFillTx/>
                <a:latin typeface="Times New Roman"/>
                <a:ea typeface="Times New Roman"/>
              </a:rPr>
              <a:t>]</a:t>
            </a:r>
            <a:endParaRPr b="0" lang="en-US" sz="2200" strike="noStrike" u="none">
              <a:solidFill>
                <a:srgbClr val="000000"/>
              </a:solidFill>
              <a:effectLst/>
              <a:uFillTx/>
              <a:latin typeface="Arial"/>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i="1" lang="fr-FR" sz="2200" strike="noStrike" u="none">
                <a:solidFill>
                  <a:srgbClr val="c00000"/>
                </a:solidFill>
                <a:effectLst/>
                <a:uFillTx/>
                <a:latin typeface="Arial"/>
              </a:rPr>
              <a:t>m</a:t>
            </a:r>
            <a:r>
              <a:rPr b="0" lang="fr-FR" sz="2200" strike="noStrike" u="none">
                <a:solidFill>
                  <a:srgbClr val="c00000"/>
                </a:solidFill>
                <a:effectLst/>
                <a:uFillTx/>
                <a:latin typeface="Arial"/>
              </a:rPr>
              <a:t> : </a:t>
            </a:r>
            <a:r>
              <a:rPr b="0" lang="fr-FR" sz="2200" strike="noStrike" u="none">
                <a:solidFill>
                  <a:srgbClr val="000000"/>
                </a:solidFill>
                <a:effectLst/>
                <a:uFillTx/>
                <a:latin typeface="Arial"/>
              </a:rPr>
              <a:t>est la masse de matière subissant le changement d’état</a:t>
            </a:r>
            <a:endParaRPr b="0" lang="en-US" sz="2200" strike="noStrike" u="none">
              <a:solidFill>
                <a:srgbClr val="000000"/>
              </a:solidFill>
              <a:effectLst/>
              <a:uFillTx/>
              <a:latin typeface="Arial"/>
            </a:endParaRPr>
          </a:p>
        </p:txBody>
      </p:sp>
      <p:pic>
        <p:nvPicPr>
          <p:cNvPr id="142" name="Picture 52" descr="fig gaz réel"/>
          <p:cNvPicPr/>
          <p:nvPr/>
        </p:nvPicPr>
        <p:blipFill>
          <a:blip r:embed="rId1"/>
          <a:stretch/>
        </p:blipFill>
        <p:spPr>
          <a:xfrm>
            <a:off x="5303880" y="3435480"/>
            <a:ext cx="3840120" cy="3422520"/>
          </a:xfrm>
          <a:prstGeom prst="rect">
            <a:avLst/>
          </a:prstGeom>
          <a:solidFill>
            <a:srgbClr val="66ffff"/>
          </a:solidFill>
          <a:ln w="0">
            <a:noFill/>
          </a:ln>
        </p:spPr>
      </p:pic>
      <p:sp>
        <p:nvSpPr>
          <p:cNvPr id="143" name="Rectangle 4"/>
          <p:cNvSpPr/>
          <p:nvPr/>
        </p:nvSpPr>
        <p:spPr>
          <a:xfrm>
            <a:off x="0" y="0"/>
            <a:ext cx="9144000" cy="571680"/>
          </a:xfrm>
          <a:prstGeom prst="rect">
            <a:avLst/>
          </a:prstGeom>
          <a:solidFill>
            <a:srgbClr val="4f81bd"/>
          </a:solidFill>
          <a:ln w="0">
            <a:noFill/>
          </a:ln>
        </p:spPr>
        <p:style>
          <a:lnRef idx="0"/>
          <a:fillRef idx="0"/>
          <a:effectRef idx="0"/>
          <a:fontRef idx="minor"/>
        </p:style>
        <p:txBody>
          <a:bodyPr lIns="90000" rIns="90000" tIns="46800" bIns="46800" anchor="b" anchorCtr="1">
            <a:noAutofit/>
          </a:bodyPr>
          <a:p>
            <a:pPr>
              <a:lnSpc>
                <a:spcPct val="15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800" strike="noStrike" u="none">
                <a:solidFill>
                  <a:srgbClr val="cc3300"/>
                </a:solidFill>
                <a:effectLst/>
                <a:uFillTx/>
                <a:latin typeface="Times New Roman"/>
                <a:ea typeface="Times New Roman"/>
              </a:rPr>
              <a:t>Séance 3 : </a:t>
            </a:r>
            <a:r>
              <a:rPr b="1" lang="fr-FR" sz="2800" strike="noStrike" u="none">
                <a:solidFill>
                  <a:srgbClr val="cc3300"/>
                </a:solidFill>
                <a:effectLst/>
                <a:uFillTx/>
                <a:latin typeface="Times New Roman"/>
                <a:ea typeface="Times New Roman"/>
              </a:rPr>
              <a:t>QUANTITE DE CHALEUR ET TRAVAIL</a:t>
            </a:r>
            <a:endParaRPr b="0" lang="en-US" sz="2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timing>
    <p:tnLst>
      <p:par>
        <p:cTn id="561" dur="indefinite" restart="never" nodeType="tmRoot">
          <p:childTnLst>
            <p:seq>
              <p:cTn id="562" dur="indefinite" nodeType="mainSeq">
                <p:childTnLst>
                  <p:par>
                    <p:cTn id="563" nodeType="clickEffect" fill="hold">
                      <p:stCondLst>
                        <p:cond delay="indefinite"/>
                      </p:stCondLst>
                      <p:childTnLst>
                        <p:par>
                          <p:cTn id="564" nodeType="withEffect" fill="hold">
                            <p:stCondLst>
                              <p:cond delay="0"/>
                            </p:stCondLst>
                            <p:childTnLst>
                              <p:par>
                                <p:cTn id="565" nodeType="clickEffect" fill="hold" presetClass="entr" presetID="27">
                                  <p:stCondLst>
                                    <p:cond delay="0"/>
                                  </p:stCondLst>
                                  <p:iterate type="lt">
                                    <p:tmAbs val="40"/>
                                  </p:iterate>
                                  <p:childTnLst>
                                    <p:set>
                                      <p:cBhvr>
                                        <p:cTn id="566" dur="1" fill="hold">
                                          <p:stCondLst>
                                            <p:cond delay="0"/>
                                          </p:stCondLst>
                                        </p:cTn>
                                        <p:tgtEl>
                                          <p:spTgt spid="139"/>
                                        </p:tgtEl>
                                        <p:attrNameLst>
                                          <p:attrName>style.visibility</p:attrName>
                                        </p:attrNameLst>
                                      </p:cBhvr>
                                      <p:to>
                                        <p:strVal val="visible"/>
                                      </p:to>
                                    </p:set>
                                    <p:anim calcmode="discrete" valueType="clr">
                                      <p:cBhvr additive="repl">
                                        <p:cTn id="567" dur="80"/>
                                        <p:tgtEl>
                                          <p:spTgt spid="139"/>
                                        </p:tgtEl>
                                        <p:attrNameLst>
                                          <p:attrName>style.color</p:attrName>
                                        </p:attrNameLst>
                                      </p:cBhvr>
                                      <p:tavLst>
                                        <p:tav tm="0">
                                          <p:val>
                                            <p:strVal val="rgb(77,80,-64)"/>
                                          </p:val>
                                        </p:tav>
                                        <p:tav tm="50000">
                                          <p:val>
                                            <p:strVal val="rgb(-1,0,0)"/>
                                          </p:val>
                                        </p:tav>
                                      </p:tavLst>
                                    </p:anim>
                                    <p:anim calcmode="discrete" valueType="clr">
                                      <p:cBhvr additive="repl">
                                        <p:cTn id="568" dur="80"/>
                                        <p:tgtEl>
                                          <p:spTgt spid="139"/>
                                        </p:tgtEl>
                                        <p:attrNameLst>
                                          <p:attrName>fillcolor</p:attrName>
                                        </p:attrNameLst>
                                      </p:cBhvr>
                                      <p:tavLst>
                                        <p:tav tm="0">
                                          <p:val>
                                            <p:strVal val="rgb(77,80,-64)"/>
                                          </p:val>
                                        </p:tav>
                                        <p:tav tm="50000">
                                          <p:val>
                                            <p:strVal val="rgb(-1,0,0)"/>
                                          </p:val>
                                        </p:tav>
                                      </p:tavLst>
                                    </p:anim>
                                    <p:set>
                                      <p:cBhvr>
                                        <p:cTn id="569" dur="80"/>
                                        <p:tgtEl>
                                          <p:spTgt spid="139"/>
                                        </p:tgtEl>
                                        <p:attrNameLst>
                                          <p:attrName>fill.type</p:attrName>
                                        </p:attrNameLst>
                                      </p:cBhvr>
                                      <p:to>
                                        <p:strVal val="solid"/>
                                      </p:to>
                                    </p:set>
                                  </p:childTnLst>
                                </p:cTn>
                              </p:par>
                            </p:childTnLst>
                          </p:cTn>
                        </p:par>
                      </p:childTnLst>
                    </p:cTn>
                  </p:par>
                  <p:par>
                    <p:cTn id="570" nodeType="clickEffect" fill="hold">
                      <p:stCondLst>
                        <p:cond delay="indefinite"/>
                      </p:stCondLst>
                      <p:childTnLst>
                        <p:par>
                          <p:cTn id="571" nodeType="withEffect" fill="hold">
                            <p:stCondLst>
                              <p:cond delay="0"/>
                            </p:stCondLst>
                            <p:childTnLst>
                              <p:par>
                                <p:cTn id="572" nodeType="clickEffect" fill="hold" presetClass="entr" presetID="27">
                                  <p:stCondLst>
                                    <p:cond delay="0"/>
                                  </p:stCondLst>
                                  <p:iterate type="lt">
                                    <p:tmAbs val="40"/>
                                  </p:iterate>
                                  <p:childTnLst>
                                    <p:set>
                                      <p:cBhvr>
                                        <p:cTn id="573" dur="1" fill="hold">
                                          <p:stCondLst>
                                            <p:cond delay="0"/>
                                          </p:stCondLst>
                                        </p:cTn>
                                        <p:tgtEl>
                                          <p:spTgt spid="140"/>
                                        </p:tgtEl>
                                        <p:attrNameLst>
                                          <p:attrName>style.visibility</p:attrName>
                                        </p:attrNameLst>
                                      </p:cBhvr>
                                      <p:to>
                                        <p:strVal val="visible"/>
                                      </p:to>
                                    </p:set>
                                    <p:anim calcmode="discrete" valueType="clr">
                                      <p:cBhvr additive="repl">
                                        <p:cTn id="574" dur="80"/>
                                        <p:tgtEl>
                                          <p:spTgt spid="140"/>
                                        </p:tgtEl>
                                        <p:attrNameLst>
                                          <p:attrName>style.color</p:attrName>
                                        </p:attrNameLst>
                                      </p:cBhvr>
                                      <p:tavLst>
                                        <p:tav tm="0">
                                          <p:val>
                                            <p:strVal val="rgb(77,80,-64)"/>
                                          </p:val>
                                        </p:tav>
                                        <p:tav tm="50000">
                                          <p:val>
                                            <p:strVal val="rgb(-1,0,0)"/>
                                          </p:val>
                                        </p:tav>
                                      </p:tavLst>
                                    </p:anim>
                                    <p:anim calcmode="discrete" valueType="clr">
                                      <p:cBhvr additive="repl">
                                        <p:cTn id="575" dur="80"/>
                                        <p:tgtEl>
                                          <p:spTgt spid="140"/>
                                        </p:tgtEl>
                                        <p:attrNameLst>
                                          <p:attrName>fillcolor</p:attrName>
                                        </p:attrNameLst>
                                      </p:cBhvr>
                                      <p:tavLst>
                                        <p:tav tm="0">
                                          <p:val>
                                            <p:strVal val="rgb(77,80,-64)"/>
                                          </p:val>
                                        </p:tav>
                                        <p:tav tm="50000">
                                          <p:val>
                                            <p:strVal val="rgb(-1,0,0)"/>
                                          </p:val>
                                        </p:tav>
                                      </p:tavLst>
                                    </p:anim>
                                    <p:set>
                                      <p:cBhvr>
                                        <p:cTn id="576" dur="80"/>
                                        <p:tgtEl>
                                          <p:spTgt spid="140"/>
                                        </p:tgtEl>
                                        <p:attrNameLst>
                                          <p:attrName>fill.type</p:attrName>
                                        </p:attrNameLst>
                                      </p:cBhvr>
                                      <p:to>
                                        <p:strVal val="solid"/>
                                      </p:to>
                                    </p:set>
                                  </p:childTnLst>
                                </p:cTn>
                              </p:par>
                            </p:childTnLst>
                          </p:cTn>
                        </p:par>
                      </p:childTnLst>
                    </p:cTn>
                  </p:par>
                  <p:par>
                    <p:cTn id="577" nodeType="clickEffect" fill="hold">
                      <p:stCondLst>
                        <p:cond delay="indefinite"/>
                      </p:stCondLst>
                      <p:childTnLst>
                        <p:par>
                          <p:cTn id="578" nodeType="withEffect" fill="hold">
                            <p:stCondLst>
                              <p:cond delay="0"/>
                            </p:stCondLst>
                            <p:childTnLst>
                              <p:par>
                                <p:cTn id="579" nodeType="clickEffect" fill="hold" presetClass="entr" presetID="27">
                                  <p:stCondLst>
                                    <p:cond delay="0"/>
                                  </p:stCondLst>
                                  <p:iterate type="lt">
                                    <p:tmAbs val="40"/>
                                  </p:iterate>
                                  <p:childTnLst>
                                    <p:set>
                                      <p:cBhvr>
                                        <p:cTn id="580" dur="1" fill="hold">
                                          <p:stCondLst>
                                            <p:cond delay="0"/>
                                          </p:stCondLst>
                                        </p:cTn>
                                        <p:tgtEl>
                                          <p:spTgt spid="141"/>
                                        </p:tgtEl>
                                        <p:attrNameLst>
                                          <p:attrName>style.visibility</p:attrName>
                                        </p:attrNameLst>
                                      </p:cBhvr>
                                      <p:to>
                                        <p:strVal val="visible"/>
                                      </p:to>
                                    </p:set>
                                    <p:anim calcmode="discrete" valueType="clr">
                                      <p:cBhvr additive="repl">
                                        <p:cTn id="581" dur="80"/>
                                        <p:tgtEl>
                                          <p:spTgt spid="141"/>
                                        </p:tgtEl>
                                        <p:attrNameLst>
                                          <p:attrName>style.color</p:attrName>
                                        </p:attrNameLst>
                                      </p:cBhvr>
                                      <p:tavLst>
                                        <p:tav tm="0">
                                          <p:val>
                                            <p:strVal val="rgb(77,80,-64)"/>
                                          </p:val>
                                        </p:tav>
                                        <p:tav tm="50000">
                                          <p:val>
                                            <p:strVal val="rgb(-1,0,0)"/>
                                          </p:val>
                                        </p:tav>
                                      </p:tavLst>
                                    </p:anim>
                                    <p:anim calcmode="discrete" valueType="clr">
                                      <p:cBhvr additive="repl">
                                        <p:cTn id="582" dur="80"/>
                                        <p:tgtEl>
                                          <p:spTgt spid="141"/>
                                        </p:tgtEl>
                                        <p:attrNameLst>
                                          <p:attrName>fillcolor</p:attrName>
                                        </p:attrNameLst>
                                      </p:cBhvr>
                                      <p:tavLst>
                                        <p:tav tm="0">
                                          <p:val>
                                            <p:strVal val="rgb(77,80,-64)"/>
                                          </p:val>
                                        </p:tav>
                                        <p:tav tm="50000">
                                          <p:val>
                                            <p:strVal val="rgb(-1,0,0)"/>
                                          </p:val>
                                        </p:tav>
                                      </p:tavLst>
                                    </p:anim>
                                    <p:set>
                                      <p:cBhvr>
                                        <p:cTn id="583" dur="80"/>
                                        <p:tgtEl>
                                          <p:spTgt spid="141"/>
                                        </p:tgtEl>
                                        <p:attrNameLst>
                                          <p:attrName>fill.type</p:attrName>
                                        </p:attrNameLst>
                                      </p:cBhvr>
                                      <p:to>
                                        <p:strVal val="solid"/>
                                      </p:to>
                                    </p:set>
                                  </p:childTnLst>
                                </p:cTn>
                              </p:par>
                            </p:childTnLst>
                          </p:cTn>
                        </p:par>
                      </p:childTnLst>
                    </p:cTn>
                  </p:par>
                  <p:par>
                    <p:cTn id="584" nodeType="clickEffect" fill="hold">
                      <p:stCondLst>
                        <p:cond delay="indefinite"/>
                      </p:stCondLst>
                      <p:childTnLst>
                        <p:par>
                          <p:cTn id="585" nodeType="withEffect" fill="hold">
                            <p:stCondLst>
                              <p:cond delay="0"/>
                            </p:stCondLst>
                            <p:childTnLst>
                              <p:par>
                                <p:cTn id="586" nodeType="clickEffect" fill="hold" presetClass="entr" presetID="30">
                                  <p:stCondLst>
                                    <p:cond delay="0"/>
                                  </p:stCondLst>
                                  <p:childTnLst>
                                    <p:set>
                                      <p:cBhvr>
                                        <p:cTn id="587" dur="1" fill="hold">
                                          <p:stCondLst>
                                            <p:cond delay="0"/>
                                          </p:stCondLst>
                                        </p:cTn>
                                        <p:tgtEl>
                                          <p:spTgt spid="142"/>
                                        </p:tgtEl>
                                        <p:attrNameLst>
                                          <p:attrName>style.visibility</p:attrName>
                                        </p:attrNameLst>
                                      </p:cBhvr>
                                      <p:to>
                                        <p:strVal val="visible"/>
                                      </p:to>
                                    </p:set>
                                    <p:animEffect filter="fade" transition="in">
                                      <p:cBhvr additive="repl">
                                        <p:cTn id="588" dur="800"/>
                                        <p:tgtEl>
                                          <p:spTgt spid="142"/>
                                        </p:tgtEl>
                                      </p:cBhvr>
                                    </p:animEffect>
                                    <p:anim calcmode="lin" valueType="num">
                                      <p:cBhvr additive="repl">
                                        <p:cTn id="589" dur="800" fill="hold"/>
                                        <p:tgtEl>
                                          <p:spTgt spid="142"/>
                                        </p:tgtEl>
                                        <p:attrNameLst>
                                          <p:attrName>r</p:attrName>
                                        </p:attrNameLst>
                                      </p:cBhvr>
                                      <p:tavLst>
                                        <p:tav tm="0">
                                          <p:val>
                                            <p:strVal val="-90"/>
                                          </p:val>
                                        </p:tav>
                                        <p:tav tm="100000">
                                          <p:val>
                                            <p:strVal val="0"/>
                                          </p:val>
                                        </p:tav>
                                      </p:tavLst>
                                    </p:anim>
                                    <p:anim calcmode="lin" valueType="num">
                                      <p:cBhvr additive="repl">
                                        <p:cTn id="590" dur="800" fill="hold"/>
                                        <p:tgtEl>
                                          <p:spTgt spid="142"/>
                                        </p:tgtEl>
                                        <p:attrNameLst>
                                          <p:attrName>ppt_x</p:attrName>
                                        </p:attrNameLst>
                                      </p:cBhvr>
                                      <p:tavLst>
                                        <p:tav tm="0">
                                          <p:val>
                                            <p:strVal val="#ppt_x+0.4"/>
                                          </p:val>
                                        </p:tav>
                                        <p:tav tm="100000">
                                          <p:val>
                                            <p:strVal val="#ppt_x-0.05"/>
                                          </p:val>
                                        </p:tav>
                                      </p:tavLst>
                                    </p:anim>
                                    <p:anim calcmode="lin" valueType="num">
                                      <p:cBhvr additive="repl">
                                        <p:cTn id="591" dur="800" fill="hold"/>
                                        <p:tgtEl>
                                          <p:spTgt spid="142"/>
                                        </p:tgtEl>
                                        <p:attrNameLst>
                                          <p:attrName>ppt_y</p:attrName>
                                        </p:attrNameLst>
                                      </p:cBhvr>
                                      <p:tavLst>
                                        <p:tav tm="0">
                                          <p:val>
                                            <p:strVal val="#ppt_y-0.4"/>
                                          </p:val>
                                        </p:tav>
                                        <p:tav tm="100000">
                                          <p:val>
                                            <p:strVal val="#ppt_y+0.1"/>
                                          </p:val>
                                        </p:tav>
                                      </p:tavLst>
                                    </p:anim>
                                    <p:anim calcmode="lin" valueType="num">
                                      <p:cBhvr additive="repl">
                                        <p:cTn id="592" dur="200" fill="hold">
                                          <p:stCondLst>
                                            <p:cond delay="800"/>
                                          </p:stCondLst>
                                        </p:cTn>
                                        <p:tgtEl>
                                          <p:spTgt spid="142"/>
                                        </p:tgtEl>
                                        <p:attrNameLst>
                                          <p:attrName>ppt_x</p:attrName>
                                        </p:attrNameLst>
                                      </p:cBhvr>
                                      <p:tavLst>
                                        <p:tav tm="0">
                                          <p:val>
                                            <p:strVal val="#ppt_x-0.05"/>
                                          </p:val>
                                        </p:tav>
                                        <p:tav tm="100000">
                                          <p:val>
                                            <p:strVal val="#ppt_x"/>
                                          </p:val>
                                        </p:tav>
                                      </p:tavLst>
                                    </p:anim>
                                    <p:anim calcmode="lin" valueType="num">
                                      <p:cBhvr additive="repl">
                                        <p:cTn id="593" dur="200" fill="hold">
                                          <p:stCondLst>
                                            <p:cond delay="800"/>
                                          </p:stCondLst>
                                        </p:cTn>
                                        <p:tgtEl>
                                          <p:spTgt spid="142"/>
                                        </p:tgtEl>
                                        <p:attrNameLst>
                                          <p:attrName>ppt_y</p:attrName>
                                        </p:attrNameLst>
                                      </p:cBhvr>
                                      <p:tavLst>
                                        <p:tav tm="0">
                                          <p:val>
                                            <p:strVal val="#ppt_y+0.1"/>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4" name="Rectangle 22"/>
          <p:cNvSpPr/>
          <p:nvPr/>
        </p:nvSpPr>
        <p:spPr>
          <a:xfrm>
            <a:off x="-2735280" y="2505240"/>
            <a:ext cx="9144000" cy="360"/>
          </a:xfrm>
          <a:prstGeom prst="rect">
            <a:avLst/>
          </a:prstGeom>
          <a:noFill/>
          <a:ln w="0">
            <a:noFill/>
          </a:ln>
        </p:spPr>
        <p:style>
          <a:lnRef idx="0"/>
          <a:fillRef idx="0"/>
          <a:effectRef idx="0"/>
          <a:fontRef idx="minor"/>
        </p:style>
        <p:txBody>
          <a:bodyPr wrap="none" lIns="90000" rIns="90000" tIns="-46440" bIns="-46440" anchor="ctr">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trike="noStrike" u="none">
              <a:solidFill>
                <a:srgbClr val="000000"/>
              </a:solidFill>
              <a:effectLst/>
              <a:uFillTx/>
              <a:latin typeface="Arial"/>
            </a:endParaRPr>
          </a:p>
        </p:txBody>
      </p:sp>
      <p:sp>
        <p:nvSpPr>
          <p:cNvPr id="145" name="Text Box 31"/>
          <p:cNvSpPr/>
          <p:nvPr/>
        </p:nvSpPr>
        <p:spPr>
          <a:xfrm>
            <a:off x="203040" y="1486080"/>
            <a:ext cx="8940960" cy="1069560"/>
          </a:xfrm>
          <a:prstGeom prst="rect">
            <a:avLst/>
          </a:prstGeom>
          <a:noFill/>
          <a:ln w="0">
            <a:noFill/>
          </a:ln>
        </p:spPr>
        <p:style>
          <a:lnRef idx="0"/>
          <a:fillRef idx="0"/>
          <a:effectRef idx="0"/>
          <a:fontRef idx="minor"/>
        </p:style>
        <p:txBody>
          <a:bodyPr lIns="90000" rIns="90000" tIns="46800" bIns="46800" anchor="t">
            <a:spAutoFit/>
          </a:bodyPr>
          <a:p>
            <a:pPr algn="just">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3200" strike="noStrike" u="none">
                <a:solidFill>
                  <a:srgbClr val="000000"/>
                </a:solidFill>
                <a:effectLst/>
                <a:uFillTx/>
                <a:latin typeface="Times New Roman"/>
                <a:ea typeface="Times New Roman"/>
              </a:rPr>
              <a:t>	</a:t>
            </a:r>
            <a:r>
              <a:rPr b="0" lang="fr-FR" sz="3200" strike="noStrike" u="none">
                <a:solidFill>
                  <a:srgbClr val="000000"/>
                </a:solidFill>
                <a:effectLst/>
                <a:uFillTx/>
                <a:latin typeface="Times New Roman"/>
                <a:ea typeface="Times New Roman"/>
              </a:rPr>
              <a:t>La calorimétrie est la mesure des échanges de chaleur entre différents corps. </a:t>
            </a:r>
            <a:endParaRPr b="0" lang="en-US" sz="3200" strike="noStrike" u="none">
              <a:solidFill>
                <a:srgbClr val="000000"/>
              </a:solidFill>
              <a:effectLst/>
              <a:uFillTx/>
              <a:latin typeface="Arial"/>
            </a:endParaRPr>
          </a:p>
        </p:txBody>
      </p:sp>
      <p:sp>
        <p:nvSpPr>
          <p:cNvPr id="146" name="Rectangle 32"/>
          <p:cNvSpPr/>
          <p:nvPr/>
        </p:nvSpPr>
        <p:spPr>
          <a:xfrm>
            <a:off x="241200" y="2679840"/>
            <a:ext cx="8667720" cy="1069560"/>
          </a:xfrm>
          <a:prstGeom prst="rect">
            <a:avLst/>
          </a:prstGeom>
          <a:noFill/>
          <a:ln w="0">
            <a:noFill/>
          </a:ln>
        </p:spPr>
        <p:style>
          <a:lnRef idx="0"/>
          <a:fillRef idx="0"/>
          <a:effectRef idx="0"/>
          <a:fontRef idx="minor"/>
        </p:style>
        <p:txBody>
          <a:bodyPr lIns="90000" rIns="90000" tIns="46800" bIns="46800" anchor="t">
            <a:spAutoFit/>
          </a:bodyPr>
          <a:p>
            <a:pPr algn="just">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3200" strike="noStrike" u="none">
                <a:solidFill>
                  <a:srgbClr val="000000"/>
                </a:solidFill>
                <a:effectLst/>
                <a:uFillTx/>
                <a:latin typeface="Times New Roman"/>
                <a:ea typeface="Times New Roman"/>
              </a:rPr>
              <a:t>	</a:t>
            </a:r>
            <a:r>
              <a:rPr b="0" lang="fr-FR" sz="3200" strike="noStrike" u="none">
                <a:solidFill>
                  <a:srgbClr val="000000"/>
                </a:solidFill>
                <a:effectLst/>
                <a:uFillTx/>
                <a:latin typeface="Times New Roman"/>
                <a:ea typeface="Times New Roman"/>
              </a:rPr>
              <a:t>Elle permet notamment la mesure des capacités calorifiques, ou des chaleurs massiques</a:t>
            </a:r>
            <a:endParaRPr b="0" lang="en-US" sz="3200" strike="noStrike" u="none">
              <a:solidFill>
                <a:srgbClr val="000000"/>
              </a:solidFill>
              <a:effectLst/>
              <a:uFillTx/>
              <a:latin typeface="Arial"/>
            </a:endParaRPr>
          </a:p>
        </p:txBody>
      </p:sp>
      <p:sp>
        <p:nvSpPr>
          <p:cNvPr id="147" name="Rectangle 33"/>
          <p:cNvSpPr/>
          <p:nvPr/>
        </p:nvSpPr>
        <p:spPr>
          <a:xfrm>
            <a:off x="209520" y="4546440"/>
            <a:ext cx="8896320" cy="1557360"/>
          </a:xfrm>
          <a:prstGeom prst="rect">
            <a:avLst/>
          </a:prstGeom>
          <a:noFill/>
          <a:ln w="0">
            <a:noFill/>
          </a:ln>
        </p:spPr>
        <p:style>
          <a:lnRef idx="0"/>
          <a:fillRef idx="0"/>
          <a:effectRef idx="0"/>
          <a:fontRef idx="minor"/>
        </p:style>
        <p:txBody>
          <a:bodyPr lIns="90000" rIns="90000" tIns="46800" bIns="46800" anchor="t">
            <a:spAutoFit/>
          </a:bodyPr>
          <a:p>
            <a:pPr algn="just">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3200" strike="noStrike" u="none">
                <a:solidFill>
                  <a:srgbClr val="000000"/>
                </a:solidFill>
                <a:effectLst/>
                <a:uFillTx/>
                <a:latin typeface="Times New Roman"/>
                <a:ea typeface="Times New Roman"/>
              </a:rPr>
              <a:t>	</a:t>
            </a:r>
            <a:r>
              <a:rPr b="0" lang="fr-FR" sz="3200" strike="noStrike" u="none">
                <a:solidFill>
                  <a:srgbClr val="000000"/>
                </a:solidFill>
                <a:effectLst/>
                <a:uFillTx/>
                <a:latin typeface="Times New Roman"/>
                <a:ea typeface="Times New Roman"/>
              </a:rPr>
              <a:t>Une méthode utilisée est celle des mélanges dans laquelle les échanges de chaleur se font à pression constante. </a:t>
            </a:r>
            <a:endParaRPr b="0" lang="en-US" sz="3200" strike="noStrike" u="none">
              <a:solidFill>
                <a:srgbClr val="000000"/>
              </a:solidFill>
              <a:effectLst/>
              <a:uFillTx/>
              <a:latin typeface="Arial"/>
            </a:endParaRPr>
          </a:p>
        </p:txBody>
      </p:sp>
      <p:sp>
        <p:nvSpPr>
          <p:cNvPr id="148" name="Rectangle 34"/>
          <p:cNvSpPr/>
          <p:nvPr/>
        </p:nvSpPr>
        <p:spPr>
          <a:xfrm>
            <a:off x="711720" y="556200"/>
            <a:ext cx="5536080" cy="703440"/>
          </a:xfrm>
          <a:prstGeom prst="rect">
            <a:avLst/>
          </a:prstGeom>
          <a:noFill/>
          <a:ln w="0">
            <a:noFill/>
          </a:ln>
        </p:spPr>
        <p:style>
          <a:lnRef idx="0"/>
          <a:fillRef idx="0"/>
          <a:effectRef idx="0"/>
          <a:fontRef idx="minor"/>
        </p:style>
        <p:txBody>
          <a:bodyPr wrap="none" lIns="90000" rIns="90000" tIns="46800" bIns="46800" anchor="ctr">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4000" strike="noStrike" u="none">
                <a:solidFill>
                  <a:srgbClr val="c00000"/>
                </a:solidFill>
                <a:effectLst/>
                <a:uFillTx/>
                <a:latin typeface="Times New Roman"/>
                <a:ea typeface="Times New Roman"/>
              </a:rPr>
              <a:t>Application : Calorimétrie</a:t>
            </a:r>
            <a:endParaRPr b="0" lang="en-US" sz="4000" strike="noStrike" u="none">
              <a:solidFill>
                <a:srgbClr val="000000"/>
              </a:solidFill>
              <a:effectLst/>
              <a:uFillTx/>
              <a:latin typeface="Arial"/>
            </a:endParaRPr>
          </a:p>
        </p:txBody>
      </p:sp>
      <p:sp>
        <p:nvSpPr>
          <p:cNvPr id="149" name="Rectangle 4"/>
          <p:cNvSpPr/>
          <p:nvPr/>
        </p:nvSpPr>
        <p:spPr>
          <a:xfrm>
            <a:off x="0" y="0"/>
            <a:ext cx="9144000" cy="571680"/>
          </a:xfrm>
          <a:prstGeom prst="rect">
            <a:avLst/>
          </a:prstGeom>
          <a:solidFill>
            <a:srgbClr val="4f81bd"/>
          </a:solidFill>
          <a:ln w="0">
            <a:noFill/>
          </a:ln>
        </p:spPr>
        <p:style>
          <a:lnRef idx="0"/>
          <a:fillRef idx="0"/>
          <a:effectRef idx="0"/>
          <a:fontRef idx="minor"/>
        </p:style>
        <p:txBody>
          <a:bodyPr lIns="90000" rIns="90000" tIns="46800" bIns="46800" anchor="b" anchorCtr="1">
            <a:noAutofit/>
          </a:bodyPr>
          <a:p>
            <a:pPr>
              <a:lnSpc>
                <a:spcPct val="15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800" strike="noStrike" u="none">
                <a:solidFill>
                  <a:srgbClr val="cc3300"/>
                </a:solidFill>
                <a:effectLst/>
                <a:uFillTx/>
                <a:latin typeface="Times New Roman"/>
                <a:ea typeface="Times New Roman"/>
              </a:rPr>
              <a:t>Séance 3 : </a:t>
            </a:r>
            <a:r>
              <a:rPr b="1" lang="fr-FR" sz="2800" strike="noStrike" u="none">
                <a:solidFill>
                  <a:srgbClr val="cc3300"/>
                </a:solidFill>
                <a:effectLst/>
                <a:uFillTx/>
                <a:latin typeface="Times New Roman"/>
                <a:ea typeface="Times New Roman"/>
              </a:rPr>
              <a:t>QUANTITE DE CHALEUR ET TRAVAIL</a:t>
            </a:r>
            <a:endParaRPr b="0" lang="en-US" sz="2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timing>
    <p:tnLst>
      <p:par>
        <p:cTn id="594" dur="indefinite" restart="never" nodeType="tmRoot">
          <p:childTnLst>
            <p:seq>
              <p:cTn id="595" dur="indefinite" nodeType="mainSeq">
                <p:childTnLst>
                  <p:par>
                    <p:cTn id="596" nodeType="clickEffect" fill="hold">
                      <p:stCondLst>
                        <p:cond delay="indefinite"/>
                      </p:stCondLst>
                      <p:childTnLst>
                        <p:par>
                          <p:cTn id="597" nodeType="withEffect" fill="hold">
                            <p:stCondLst>
                              <p:cond delay="0"/>
                            </p:stCondLst>
                            <p:childTnLst>
                              <p:par>
                                <p:cTn id="598" nodeType="clickEffect" fill="hold" presetClass="entr" presetID="27">
                                  <p:stCondLst>
                                    <p:cond delay="0"/>
                                  </p:stCondLst>
                                  <p:iterate type="lt">
                                    <p:tmAbs val="40"/>
                                  </p:iterate>
                                  <p:childTnLst>
                                    <p:set>
                                      <p:cBhvr>
                                        <p:cTn id="599" dur="1" fill="hold">
                                          <p:stCondLst>
                                            <p:cond delay="0"/>
                                          </p:stCondLst>
                                        </p:cTn>
                                        <p:tgtEl>
                                          <p:spTgt spid="148"/>
                                        </p:tgtEl>
                                        <p:attrNameLst>
                                          <p:attrName>style.visibility</p:attrName>
                                        </p:attrNameLst>
                                      </p:cBhvr>
                                      <p:to>
                                        <p:strVal val="visible"/>
                                      </p:to>
                                    </p:set>
                                    <p:anim calcmode="discrete" valueType="clr">
                                      <p:cBhvr additive="repl">
                                        <p:cTn id="600" dur="80"/>
                                        <p:tgtEl>
                                          <p:spTgt spid="148"/>
                                        </p:tgtEl>
                                        <p:attrNameLst>
                                          <p:attrName>style.color</p:attrName>
                                        </p:attrNameLst>
                                      </p:cBhvr>
                                      <p:tavLst>
                                        <p:tav tm="0">
                                          <p:val>
                                            <p:strVal val="rgb(77,80,-64)"/>
                                          </p:val>
                                        </p:tav>
                                        <p:tav tm="50000">
                                          <p:val>
                                            <p:strVal val="rgb(-1,0,0)"/>
                                          </p:val>
                                        </p:tav>
                                      </p:tavLst>
                                    </p:anim>
                                    <p:anim calcmode="discrete" valueType="clr">
                                      <p:cBhvr additive="repl">
                                        <p:cTn id="601" dur="80"/>
                                        <p:tgtEl>
                                          <p:spTgt spid="148"/>
                                        </p:tgtEl>
                                        <p:attrNameLst>
                                          <p:attrName>fillcolor</p:attrName>
                                        </p:attrNameLst>
                                      </p:cBhvr>
                                      <p:tavLst>
                                        <p:tav tm="0">
                                          <p:val>
                                            <p:strVal val="rgb(77,80,-64)"/>
                                          </p:val>
                                        </p:tav>
                                        <p:tav tm="50000">
                                          <p:val>
                                            <p:strVal val="rgb(-1,0,0)"/>
                                          </p:val>
                                        </p:tav>
                                      </p:tavLst>
                                    </p:anim>
                                    <p:set>
                                      <p:cBhvr>
                                        <p:cTn id="602" dur="80"/>
                                        <p:tgtEl>
                                          <p:spTgt spid="148"/>
                                        </p:tgtEl>
                                        <p:attrNameLst>
                                          <p:attrName>fill.type</p:attrName>
                                        </p:attrNameLst>
                                      </p:cBhvr>
                                      <p:to>
                                        <p:strVal val="solid"/>
                                      </p:to>
                                    </p:set>
                                  </p:childTnLst>
                                </p:cTn>
                              </p:par>
                            </p:childTnLst>
                          </p:cTn>
                        </p:par>
                      </p:childTnLst>
                    </p:cTn>
                  </p:par>
                  <p:par>
                    <p:cTn id="603" nodeType="clickEffect" fill="hold">
                      <p:stCondLst>
                        <p:cond delay="indefinite"/>
                      </p:stCondLst>
                      <p:childTnLst>
                        <p:par>
                          <p:cTn id="604" nodeType="withEffect" fill="hold">
                            <p:stCondLst>
                              <p:cond delay="0"/>
                            </p:stCondLst>
                            <p:childTnLst>
                              <p:par>
                                <p:cTn id="605" nodeType="clickEffect" fill="hold" presetClass="entr" presetID="27">
                                  <p:stCondLst>
                                    <p:cond delay="0"/>
                                  </p:stCondLst>
                                  <p:iterate type="lt">
                                    <p:tmAbs val="40"/>
                                  </p:iterate>
                                  <p:childTnLst>
                                    <p:set>
                                      <p:cBhvr>
                                        <p:cTn id="606" dur="1" fill="hold">
                                          <p:stCondLst>
                                            <p:cond delay="0"/>
                                          </p:stCondLst>
                                        </p:cTn>
                                        <p:tgtEl>
                                          <p:spTgt spid="145"/>
                                        </p:tgtEl>
                                        <p:attrNameLst>
                                          <p:attrName>style.visibility</p:attrName>
                                        </p:attrNameLst>
                                      </p:cBhvr>
                                      <p:to>
                                        <p:strVal val="visible"/>
                                      </p:to>
                                    </p:set>
                                    <p:anim calcmode="discrete" valueType="clr">
                                      <p:cBhvr additive="repl">
                                        <p:cTn id="607" dur="80"/>
                                        <p:tgtEl>
                                          <p:spTgt spid="145"/>
                                        </p:tgtEl>
                                        <p:attrNameLst>
                                          <p:attrName>style.color</p:attrName>
                                        </p:attrNameLst>
                                      </p:cBhvr>
                                      <p:tavLst>
                                        <p:tav tm="0">
                                          <p:val>
                                            <p:strVal val="rgb(77,80,-64)"/>
                                          </p:val>
                                        </p:tav>
                                        <p:tav tm="50000">
                                          <p:val>
                                            <p:strVal val="rgb(-1,0,0)"/>
                                          </p:val>
                                        </p:tav>
                                      </p:tavLst>
                                    </p:anim>
                                    <p:anim calcmode="discrete" valueType="clr">
                                      <p:cBhvr additive="repl">
                                        <p:cTn id="608" dur="80"/>
                                        <p:tgtEl>
                                          <p:spTgt spid="145"/>
                                        </p:tgtEl>
                                        <p:attrNameLst>
                                          <p:attrName>fillcolor</p:attrName>
                                        </p:attrNameLst>
                                      </p:cBhvr>
                                      <p:tavLst>
                                        <p:tav tm="0">
                                          <p:val>
                                            <p:strVal val="rgb(77,80,-64)"/>
                                          </p:val>
                                        </p:tav>
                                        <p:tav tm="50000">
                                          <p:val>
                                            <p:strVal val="rgb(-1,0,0)"/>
                                          </p:val>
                                        </p:tav>
                                      </p:tavLst>
                                    </p:anim>
                                    <p:set>
                                      <p:cBhvr>
                                        <p:cTn id="609" dur="80"/>
                                        <p:tgtEl>
                                          <p:spTgt spid="145"/>
                                        </p:tgtEl>
                                        <p:attrNameLst>
                                          <p:attrName>fill.type</p:attrName>
                                        </p:attrNameLst>
                                      </p:cBhvr>
                                      <p:to>
                                        <p:strVal val="solid"/>
                                      </p:to>
                                    </p:set>
                                  </p:childTnLst>
                                </p:cTn>
                              </p:par>
                            </p:childTnLst>
                          </p:cTn>
                        </p:par>
                      </p:childTnLst>
                    </p:cTn>
                  </p:par>
                  <p:par>
                    <p:cTn id="610" nodeType="clickEffect" fill="hold">
                      <p:stCondLst>
                        <p:cond delay="indefinite"/>
                      </p:stCondLst>
                      <p:childTnLst>
                        <p:par>
                          <p:cTn id="611" nodeType="withEffect" fill="hold">
                            <p:stCondLst>
                              <p:cond delay="0"/>
                            </p:stCondLst>
                            <p:childTnLst>
                              <p:par>
                                <p:cTn id="612" nodeType="clickEffect" fill="hold" presetClass="entr" presetID="27">
                                  <p:stCondLst>
                                    <p:cond delay="0"/>
                                  </p:stCondLst>
                                  <p:iterate type="lt">
                                    <p:tmAbs val="40"/>
                                  </p:iterate>
                                  <p:childTnLst>
                                    <p:set>
                                      <p:cBhvr>
                                        <p:cTn id="613" dur="1" fill="hold">
                                          <p:stCondLst>
                                            <p:cond delay="0"/>
                                          </p:stCondLst>
                                        </p:cTn>
                                        <p:tgtEl>
                                          <p:spTgt spid="146"/>
                                        </p:tgtEl>
                                        <p:attrNameLst>
                                          <p:attrName>style.visibility</p:attrName>
                                        </p:attrNameLst>
                                      </p:cBhvr>
                                      <p:to>
                                        <p:strVal val="visible"/>
                                      </p:to>
                                    </p:set>
                                    <p:anim calcmode="discrete" valueType="clr">
                                      <p:cBhvr additive="repl">
                                        <p:cTn id="614" dur="80"/>
                                        <p:tgtEl>
                                          <p:spTgt spid="146"/>
                                        </p:tgtEl>
                                        <p:attrNameLst>
                                          <p:attrName>style.color</p:attrName>
                                        </p:attrNameLst>
                                      </p:cBhvr>
                                      <p:tavLst>
                                        <p:tav tm="0">
                                          <p:val>
                                            <p:strVal val="rgb(77,80,-64)"/>
                                          </p:val>
                                        </p:tav>
                                        <p:tav tm="50000">
                                          <p:val>
                                            <p:strVal val="rgb(-1,0,0)"/>
                                          </p:val>
                                        </p:tav>
                                      </p:tavLst>
                                    </p:anim>
                                    <p:anim calcmode="discrete" valueType="clr">
                                      <p:cBhvr additive="repl">
                                        <p:cTn id="615" dur="80"/>
                                        <p:tgtEl>
                                          <p:spTgt spid="146"/>
                                        </p:tgtEl>
                                        <p:attrNameLst>
                                          <p:attrName>fillcolor</p:attrName>
                                        </p:attrNameLst>
                                      </p:cBhvr>
                                      <p:tavLst>
                                        <p:tav tm="0">
                                          <p:val>
                                            <p:strVal val="rgb(77,80,-64)"/>
                                          </p:val>
                                        </p:tav>
                                        <p:tav tm="50000">
                                          <p:val>
                                            <p:strVal val="rgb(-1,0,0)"/>
                                          </p:val>
                                        </p:tav>
                                      </p:tavLst>
                                    </p:anim>
                                    <p:set>
                                      <p:cBhvr>
                                        <p:cTn id="616" dur="80"/>
                                        <p:tgtEl>
                                          <p:spTgt spid="146"/>
                                        </p:tgtEl>
                                        <p:attrNameLst>
                                          <p:attrName>fill.type</p:attrName>
                                        </p:attrNameLst>
                                      </p:cBhvr>
                                      <p:to>
                                        <p:strVal val="solid"/>
                                      </p:to>
                                    </p:set>
                                  </p:childTnLst>
                                </p:cTn>
                              </p:par>
                            </p:childTnLst>
                          </p:cTn>
                        </p:par>
                      </p:childTnLst>
                    </p:cTn>
                  </p:par>
                  <p:par>
                    <p:cTn id="617" nodeType="clickEffect" fill="hold">
                      <p:stCondLst>
                        <p:cond delay="indefinite"/>
                      </p:stCondLst>
                      <p:childTnLst>
                        <p:par>
                          <p:cTn id="618" nodeType="withEffect" fill="hold">
                            <p:stCondLst>
                              <p:cond delay="0"/>
                            </p:stCondLst>
                            <p:childTnLst>
                              <p:par>
                                <p:cTn id="619" nodeType="clickEffect" fill="hold" presetClass="entr" presetID="27">
                                  <p:stCondLst>
                                    <p:cond delay="0"/>
                                  </p:stCondLst>
                                  <p:iterate type="lt">
                                    <p:tmAbs val="40"/>
                                  </p:iterate>
                                  <p:childTnLst>
                                    <p:set>
                                      <p:cBhvr>
                                        <p:cTn id="620" dur="1" fill="hold">
                                          <p:stCondLst>
                                            <p:cond delay="0"/>
                                          </p:stCondLst>
                                        </p:cTn>
                                        <p:tgtEl>
                                          <p:spTgt spid="147">
                                            <p:txEl>
                                              <p:pRg st="0" end="0"/>
                                            </p:txEl>
                                          </p:spTgt>
                                        </p:tgtEl>
                                        <p:attrNameLst>
                                          <p:attrName>style.visibility</p:attrName>
                                        </p:attrNameLst>
                                      </p:cBhvr>
                                      <p:to>
                                        <p:strVal val="visible"/>
                                      </p:to>
                                    </p:set>
                                    <p:anim calcmode="discrete" valueType="clr">
                                      <p:cBhvr additive="repl">
                                        <p:cTn id="621" dur="80"/>
                                        <p:tgtEl>
                                          <p:spTgt spid="147">
                                            <p:txEl>
                                              <p:pRg st="0" end="0"/>
                                            </p:txEl>
                                          </p:spTgt>
                                        </p:tgtEl>
                                        <p:attrNameLst>
                                          <p:attrName>style.color</p:attrName>
                                        </p:attrNameLst>
                                      </p:cBhvr>
                                      <p:tavLst>
                                        <p:tav tm="0">
                                          <p:val>
                                            <p:strVal val="rgb(77,80,-64)"/>
                                          </p:val>
                                        </p:tav>
                                        <p:tav tm="50000">
                                          <p:val>
                                            <p:strVal val="rgb(-1,0,0)"/>
                                          </p:val>
                                        </p:tav>
                                      </p:tavLst>
                                    </p:anim>
                                    <p:anim calcmode="discrete" valueType="clr">
                                      <p:cBhvr additive="repl">
                                        <p:cTn id="622" dur="80"/>
                                        <p:tgtEl>
                                          <p:spTgt spid="147">
                                            <p:txEl>
                                              <p:pRg st="0" end="0"/>
                                            </p:txEl>
                                          </p:spTgt>
                                        </p:tgtEl>
                                        <p:attrNameLst>
                                          <p:attrName>fillcolor</p:attrName>
                                        </p:attrNameLst>
                                      </p:cBhvr>
                                      <p:tavLst>
                                        <p:tav tm="0">
                                          <p:val>
                                            <p:strVal val="rgb(77,80,-64)"/>
                                          </p:val>
                                        </p:tav>
                                        <p:tav tm="50000">
                                          <p:val>
                                            <p:strVal val="rgb(-1,0,0)"/>
                                          </p:val>
                                        </p:tav>
                                      </p:tavLst>
                                    </p:anim>
                                    <p:set>
                                      <p:cBhvr>
                                        <p:cTn id="623" dur="80"/>
                                        <p:tgtEl>
                                          <p:spTgt spid="147">
                                            <p:txEl>
                                              <p:pRg st="0" end="0"/>
                                            </p:txEl>
                                          </p:spTgt>
                                        </p:tgtEl>
                                        <p:attrNameLst>
                                          <p:attrName>fill.type</p:attrName>
                                        </p:attrNameLst>
                                      </p:cBhvr>
                                      <p:to>
                                        <p:strVal val="solid"/>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0" name="Rectangle 23"/>
          <p:cNvSpPr/>
          <p:nvPr/>
        </p:nvSpPr>
        <p:spPr>
          <a:xfrm>
            <a:off x="939960" y="1460520"/>
            <a:ext cx="6527520" cy="4927680"/>
          </a:xfrm>
          <a:prstGeom prst="rect">
            <a:avLst/>
          </a:prstGeom>
          <a:solidFill>
            <a:srgbClr val="4f81bd"/>
          </a:solidFill>
          <a:ln w="9360">
            <a:solidFill>
              <a:srgbClr val="000000"/>
            </a:solidFill>
            <a:miter/>
          </a:ln>
        </p:spPr>
        <p:style>
          <a:lnRef idx="0"/>
          <a:fillRef idx="0"/>
          <a:effectRef idx="0"/>
          <a:fontRef idx="minor"/>
        </p:style>
        <p:txBody>
          <a:bodyPr wrap="none" lIns="90000" rIns="90000" tIns="46800" bIns="46800" anchor="ctr">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trike="noStrike" u="none">
              <a:solidFill>
                <a:srgbClr val="000000"/>
              </a:solidFill>
              <a:effectLst/>
              <a:uFillTx/>
              <a:latin typeface="Arial"/>
            </a:endParaRPr>
          </a:p>
        </p:txBody>
      </p:sp>
      <p:sp>
        <p:nvSpPr>
          <p:cNvPr id="151" name="Rectangle 3"/>
          <p:cNvSpPr/>
          <p:nvPr/>
        </p:nvSpPr>
        <p:spPr>
          <a:xfrm>
            <a:off x="711720" y="556200"/>
            <a:ext cx="5536080" cy="703440"/>
          </a:xfrm>
          <a:prstGeom prst="rect">
            <a:avLst/>
          </a:prstGeom>
          <a:noFill/>
          <a:ln w="0">
            <a:noFill/>
          </a:ln>
        </p:spPr>
        <p:style>
          <a:lnRef idx="0"/>
          <a:fillRef idx="0"/>
          <a:effectRef idx="0"/>
          <a:fontRef idx="minor"/>
        </p:style>
        <p:txBody>
          <a:bodyPr wrap="none" lIns="90000" rIns="90000" tIns="46800" bIns="46800" anchor="ctr">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4000" strike="noStrike" u="none">
                <a:solidFill>
                  <a:srgbClr val="c00000"/>
                </a:solidFill>
                <a:effectLst/>
                <a:uFillTx/>
                <a:latin typeface="Times New Roman"/>
                <a:ea typeface="Times New Roman"/>
              </a:rPr>
              <a:t>Application : Calorimétrie</a:t>
            </a:r>
            <a:endParaRPr b="0" lang="en-US" sz="4000" strike="noStrike" u="none">
              <a:solidFill>
                <a:srgbClr val="000000"/>
              </a:solidFill>
              <a:effectLst/>
              <a:uFillTx/>
              <a:latin typeface="Arial"/>
            </a:endParaRPr>
          </a:p>
        </p:txBody>
      </p:sp>
      <p:sp>
        <p:nvSpPr>
          <p:cNvPr id="152" name="AutoShape 5"/>
          <p:cNvSpPr/>
          <p:nvPr/>
        </p:nvSpPr>
        <p:spPr>
          <a:xfrm>
            <a:off x="942840" y="1469880"/>
            <a:ext cx="6515280" cy="4946760"/>
          </a:xfrm>
          <a:prstGeom prst="rect">
            <a:avLst/>
          </a:prstGeom>
          <a:noFill/>
          <a:ln w="9360">
            <a:solidFill>
              <a:srgbClr val="000000"/>
            </a:solidFill>
            <a:miter/>
          </a:ln>
        </p:spPr>
        <p:style>
          <a:lnRef idx="0"/>
          <a:fillRef idx="0"/>
          <a:effectRef idx="0"/>
          <a:fontRef idx="minor"/>
        </p:style>
        <p:txBody>
          <a:bodyPr lIns="90000" rIns="90000" tIns="46800" bIns="46800" anchor="t">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trike="noStrike" u="none">
              <a:solidFill>
                <a:srgbClr val="000000"/>
              </a:solidFill>
              <a:effectLst/>
              <a:uFillTx/>
              <a:latin typeface="Arial"/>
            </a:endParaRPr>
          </a:p>
        </p:txBody>
      </p:sp>
      <p:sp>
        <p:nvSpPr>
          <p:cNvPr id="153" name="Rectangle 6"/>
          <p:cNvSpPr/>
          <p:nvPr/>
        </p:nvSpPr>
        <p:spPr>
          <a:xfrm>
            <a:off x="1446120" y="3917880"/>
            <a:ext cx="2629080" cy="1857600"/>
          </a:xfrm>
          <a:prstGeom prst="rect">
            <a:avLst/>
          </a:prstGeom>
          <a:gradFill rotWithShape="0">
            <a:gsLst>
              <a:gs pos="0">
                <a:srgbClr val="5e7676"/>
              </a:gs>
              <a:gs pos="50000">
                <a:srgbClr val="ccffff"/>
              </a:gs>
              <a:gs pos="100000">
                <a:srgbClr val="5e7676"/>
              </a:gs>
            </a:gsLst>
            <a:lin ang="0"/>
          </a:gradFill>
          <a:ln w="9360">
            <a:solidFill>
              <a:srgbClr val="000000"/>
            </a:solidFill>
            <a:miter/>
          </a:ln>
        </p:spPr>
        <p:style>
          <a:lnRef idx="0"/>
          <a:fillRef idx="0"/>
          <a:effectRef idx="0"/>
          <a:fontRef idx="minor"/>
        </p:style>
        <p:txBody>
          <a:bodyPr lIns="90000" rIns="90000" tIns="46800" bIns="46800" anchor="t">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trike="noStrike" u="none">
              <a:solidFill>
                <a:srgbClr val="000000"/>
              </a:solidFill>
              <a:effectLst/>
              <a:uFillTx/>
              <a:latin typeface="Arial"/>
            </a:endParaRPr>
          </a:p>
        </p:txBody>
      </p:sp>
      <p:sp>
        <p:nvSpPr>
          <p:cNvPr id="154" name="Rectangle 7"/>
          <p:cNvSpPr/>
          <p:nvPr/>
        </p:nvSpPr>
        <p:spPr>
          <a:xfrm>
            <a:off x="1446120" y="2817720"/>
            <a:ext cx="2629080" cy="2957760"/>
          </a:xfrm>
          <a:prstGeom prst="rect">
            <a:avLst/>
          </a:prstGeom>
          <a:noFill/>
          <a:ln w="9360">
            <a:solidFill>
              <a:srgbClr val="000000"/>
            </a:solidFill>
            <a:miter/>
          </a:ln>
        </p:spPr>
        <p:style>
          <a:lnRef idx="0"/>
          <a:fillRef idx="0"/>
          <a:effectRef idx="0"/>
          <a:fontRef idx="minor"/>
        </p:style>
        <p:txBody>
          <a:bodyPr lIns="90000" rIns="90000" tIns="46800" bIns="46800" anchor="t">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trike="noStrike" u="none">
              <a:solidFill>
                <a:srgbClr val="000000"/>
              </a:solidFill>
              <a:effectLst/>
              <a:uFillTx/>
              <a:latin typeface="Arial"/>
            </a:endParaRPr>
          </a:p>
        </p:txBody>
      </p:sp>
      <p:sp>
        <p:nvSpPr>
          <p:cNvPr id="155" name="Rectangle 8"/>
          <p:cNvSpPr/>
          <p:nvPr/>
        </p:nvSpPr>
        <p:spPr>
          <a:xfrm>
            <a:off x="1933560" y="5227560"/>
            <a:ext cx="928800" cy="465120"/>
          </a:xfrm>
          <a:prstGeom prst="rect">
            <a:avLst/>
          </a:prstGeom>
          <a:solidFill>
            <a:srgbClr val="333300"/>
          </a:solidFill>
          <a:ln w="9360">
            <a:solidFill>
              <a:srgbClr val="000000"/>
            </a:solidFill>
            <a:miter/>
          </a:ln>
        </p:spPr>
        <p:style>
          <a:lnRef idx="0"/>
          <a:fillRef idx="0"/>
          <a:effectRef idx="0"/>
          <a:fontRef idx="minor"/>
        </p:style>
        <p:txBody>
          <a:bodyPr lIns="90000" rIns="90000" tIns="46800" bIns="46800" anchor="t">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trike="noStrike" u="none">
              <a:solidFill>
                <a:srgbClr val="000000"/>
              </a:solidFill>
              <a:effectLst/>
              <a:uFillTx/>
              <a:latin typeface="Arial"/>
            </a:endParaRPr>
          </a:p>
        </p:txBody>
      </p:sp>
      <p:sp>
        <p:nvSpPr>
          <p:cNvPr id="156" name="Freeform 9"/>
          <p:cNvSpPr/>
          <p:nvPr/>
        </p:nvSpPr>
        <p:spPr>
          <a:xfrm>
            <a:off x="1674720" y="5775480"/>
            <a:ext cx="619200" cy="465120"/>
          </a:xfrm>
          <a:custGeom>
            <a:avLst/>
            <a:gdLst>
              <a:gd name="textAreaLeft" fmla="*/ 0 w 619200"/>
              <a:gd name="textAreaRight" fmla="*/ 619560 w 619200"/>
              <a:gd name="textAreaTop" fmla="*/ 0 h 465120"/>
              <a:gd name="textAreaBottom" fmla="*/ 465480 h 465120"/>
              <a:gd name="GluePoint1X" fmla="*/ 2147483647 w 480"/>
              <a:gd name="GluePoint1Y" fmla="*/ 0 h 360"/>
              <a:gd name="GluePoint2X" fmla="*/ 0 w 480"/>
              <a:gd name="GluePoint2Y" fmla="*/ 2147483647 h 360"/>
              <a:gd name="GluePoint3X" fmla="*/ 2147483647 w 480"/>
              <a:gd name="GluePoint3Y" fmla="*/ 2147483647 h 360"/>
              <a:gd name="GluePoint4X" fmla="*/ 2147483647 w 480"/>
              <a:gd name="GluePoint4Y" fmla="*/ 0 h 360"/>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480" h="360">
                <a:moveTo>
                  <a:pt x="240" y="0"/>
                </a:moveTo>
                <a:lnTo>
                  <a:pt x="0" y="360"/>
                </a:lnTo>
                <a:lnTo>
                  <a:pt x="480" y="360"/>
                </a:lnTo>
                <a:lnTo>
                  <a:pt x="240" y="0"/>
                </a:lnTo>
                <a:close/>
              </a:path>
            </a:pathLst>
          </a:custGeom>
          <a:solidFill>
            <a:srgbClr val="c0c0c0"/>
          </a:solidFill>
          <a:ln w="9360">
            <a:solidFill>
              <a:srgbClr val="000000"/>
            </a:solidFill>
            <a:round/>
          </a:ln>
        </p:spPr>
        <p:style>
          <a:lnRef idx="0"/>
          <a:fillRef idx="0"/>
          <a:effectRef idx="0"/>
          <a:fontRef idx="minor"/>
        </p:style>
        <p:txBody>
          <a:bodyPr lIns="90000" rIns="90000" tIns="46800" bIns="46800" anchor="t">
            <a:noAutofit/>
          </a:bodyPr>
          <a:p>
            <a:endParaRPr b="0" lang="en-US" sz="1800" strike="noStrike" u="none">
              <a:solidFill>
                <a:srgbClr val="000000"/>
              </a:solidFill>
              <a:effectLst/>
              <a:uFillTx/>
              <a:latin typeface="Arial"/>
            </a:endParaRPr>
          </a:p>
        </p:txBody>
      </p:sp>
      <p:sp>
        <p:nvSpPr>
          <p:cNvPr id="157" name="Freeform 10"/>
          <p:cNvSpPr/>
          <p:nvPr/>
        </p:nvSpPr>
        <p:spPr>
          <a:xfrm>
            <a:off x="3151080" y="5775480"/>
            <a:ext cx="619200" cy="465120"/>
          </a:xfrm>
          <a:custGeom>
            <a:avLst/>
            <a:gdLst>
              <a:gd name="textAreaLeft" fmla="*/ 0 w 619200"/>
              <a:gd name="textAreaRight" fmla="*/ 619560 w 619200"/>
              <a:gd name="textAreaTop" fmla="*/ 0 h 465120"/>
              <a:gd name="textAreaBottom" fmla="*/ 465480 h 465120"/>
              <a:gd name="GluePoint1X" fmla="*/ 2147483647 w 480"/>
              <a:gd name="GluePoint1Y" fmla="*/ 0 h 360"/>
              <a:gd name="GluePoint2X" fmla="*/ 0 w 480"/>
              <a:gd name="GluePoint2Y" fmla="*/ 2147483647 h 360"/>
              <a:gd name="GluePoint3X" fmla="*/ 2147483647 w 480"/>
              <a:gd name="GluePoint3Y" fmla="*/ 2147483647 h 360"/>
              <a:gd name="GluePoint4X" fmla="*/ 2147483647 w 480"/>
              <a:gd name="GluePoint4Y" fmla="*/ 0 h 360"/>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480" h="360">
                <a:moveTo>
                  <a:pt x="240" y="0"/>
                </a:moveTo>
                <a:lnTo>
                  <a:pt x="0" y="360"/>
                </a:lnTo>
                <a:lnTo>
                  <a:pt x="480" y="360"/>
                </a:lnTo>
                <a:lnTo>
                  <a:pt x="240" y="0"/>
                </a:lnTo>
                <a:close/>
              </a:path>
            </a:pathLst>
          </a:custGeom>
          <a:solidFill>
            <a:srgbClr val="c0c0c0"/>
          </a:solidFill>
          <a:ln w="9360">
            <a:solidFill>
              <a:srgbClr val="000000"/>
            </a:solidFill>
            <a:round/>
          </a:ln>
        </p:spPr>
        <p:style>
          <a:lnRef idx="0"/>
          <a:fillRef idx="0"/>
          <a:effectRef idx="0"/>
          <a:fontRef idx="minor"/>
        </p:style>
        <p:txBody>
          <a:bodyPr lIns="90000" rIns="90000" tIns="46800" bIns="46800" anchor="t">
            <a:noAutofit/>
          </a:bodyPr>
          <a:p>
            <a:endParaRPr b="0" lang="en-US" sz="1800" strike="noStrike" u="none">
              <a:solidFill>
                <a:srgbClr val="000000"/>
              </a:solidFill>
              <a:effectLst/>
              <a:uFillTx/>
              <a:latin typeface="Arial"/>
            </a:endParaRPr>
          </a:p>
        </p:txBody>
      </p:sp>
      <p:sp>
        <p:nvSpPr>
          <p:cNvPr id="158" name="Rectangle 11"/>
          <p:cNvSpPr/>
          <p:nvPr/>
        </p:nvSpPr>
        <p:spPr>
          <a:xfrm>
            <a:off x="1139760" y="2058840"/>
            <a:ext cx="3249720" cy="4181760"/>
          </a:xfrm>
          <a:prstGeom prst="rect">
            <a:avLst/>
          </a:prstGeom>
          <a:noFill/>
          <a:ln w="76320">
            <a:solidFill>
              <a:srgbClr val="000000"/>
            </a:solidFill>
            <a:miter/>
          </a:ln>
        </p:spPr>
        <p:style>
          <a:lnRef idx="0"/>
          <a:fillRef idx="0"/>
          <a:effectRef idx="0"/>
          <a:fontRef idx="minor"/>
        </p:style>
        <p:txBody>
          <a:bodyPr lIns="90000" rIns="90000" tIns="46800" bIns="46800" anchor="t">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trike="noStrike" u="none">
              <a:solidFill>
                <a:srgbClr val="000000"/>
              </a:solidFill>
              <a:effectLst/>
              <a:uFillTx/>
              <a:latin typeface="Arial"/>
            </a:endParaRPr>
          </a:p>
        </p:txBody>
      </p:sp>
      <p:sp>
        <p:nvSpPr>
          <p:cNvPr id="159" name="Line 12"/>
          <p:cNvSpPr/>
          <p:nvPr/>
        </p:nvSpPr>
        <p:spPr>
          <a:xfrm>
            <a:off x="1789200" y="1469880"/>
            <a:ext cx="0" cy="3716640"/>
          </a:xfrm>
          <a:prstGeom prst="line">
            <a:avLst/>
          </a:prstGeom>
          <a:ln w="9360">
            <a:solidFill>
              <a:srgbClr val="ff0000"/>
            </a:solidFill>
            <a:miter/>
          </a:ln>
        </p:spPr>
        <p:style>
          <a:lnRef idx="0"/>
          <a:fillRef idx="0"/>
          <a:effectRef idx="0"/>
          <a:fontRef idx="minor"/>
        </p:style>
        <p:txBody>
          <a:bodyPr lIns="90000" rIns="90000" tIns="46800" bIns="46800" anchor="t">
            <a:noAutofit/>
          </a:bodyPr>
          <a:p>
            <a:endParaRPr b="0" lang="en-US" sz="1800" strike="noStrike" u="none">
              <a:solidFill>
                <a:srgbClr val="000000"/>
              </a:solidFill>
              <a:effectLst/>
              <a:uFillTx/>
              <a:latin typeface="Arial"/>
            </a:endParaRPr>
          </a:p>
        </p:txBody>
      </p:sp>
      <p:sp>
        <p:nvSpPr>
          <p:cNvPr id="160" name="Oval 13"/>
          <p:cNvSpPr/>
          <p:nvPr/>
        </p:nvSpPr>
        <p:spPr>
          <a:xfrm>
            <a:off x="1727280" y="5076720"/>
            <a:ext cx="154080" cy="233640"/>
          </a:xfrm>
          <a:prstGeom prst="ellipse">
            <a:avLst/>
          </a:prstGeom>
          <a:solidFill>
            <a:srgbClr val="ff0000"/>
          </a:solidFill>
          <a:ln w="9360">
            <a:solidFill>
              <a:srgbClr val="ff0000"/>
            </a:solidFill>
            <a:miter/>
          </a:ln>
        </p:spPr>
        <p:style>
          <a:lnRef idx="0"/>
          <a:fillRef idx="0"/>
          <a:effectRef idx="0"/>
          <a:fontRef idx="minor"/>
        </p:style>
        <p:txBody>
          <a:bodyPr lIns="90000" rIns="90000" tIns="46800" bIns="46800" anchor="t">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trike="noStrike" u="none">
              <a:solidFill>
                <a:srgbClr val="000000"/>
              </a:solidFill>
              <a:effectLst/>
              <a:uFillTx/>
              <a:latin typeface="Arial"/>
            </a:endParaRPr>
          </a:p>
        </p:txBody>
      </p:sp>
      <p:sp>
        <p:nvSpPr>
          <p:cNvPr id="161" name="Line 14"/>
          <p:cNvSpPr/>
          <p:nvPr/>
        </p:nvSpPr>
        <p:spPr>
          <a:xfrm>
            <a:off x="3701880" y="1501920"/>
            <a:ext cx="1800" cy="3574800"/>
          </a:xfrm>
          <a:prstGeom prst="line">
            <a:avLst/>
          </a:prstGeom>
          <a:ln w="38160">
            <a:solidFill>
              <a:srgbClr val="000000"/>
            </a:solidFill>
            <a:miter/>
          </a:ln>
        </p:spPr>
        <p:style>
          <a:lnRef idx="0"/>
          <a:fillRef idx="0"/>
          <a:effectRef idx="0"/>
          <a:fontRef idx="minor"/>
        </p:style>
        <p:txBody>
          <a:bodyPr lIns="90000" rIns="90000" tIns="46800" bIns="46800" anchor="t">
            <a:noAutofit/>
          </a:bodyPr>
          <a:p>
            <a:endParaRPr b="0" lang="en-US" sz="1800" strike="noStrike" u="none">
              <a:solidFill>
                <a:srgbClr val="000000"/>
              </a:solidFill>
              <a:effectLst/>
              <a:uFillTx/>
              <a:latin typeface="Arial"/>
            </a:endParaRPr>
          </a:p>
        </p:txBody>
      </p:sp>
      <p:sp>
        <p:nvSpPr>
          <p:cNvPr id="162" name="Freeform 15"/>
          <p:cNvSpPr/>
          <p:nvPr/>
        </p:nvSpPr>
        <p:spPr>
          <a:xfrm>
            <a:off x="2909880" y="4753080"/>
            <a:ext cx="847800" cy="603000"/>
          </a:xfrm>
          <a:custGeom>
            <a:avLst/>
            <a:gdLst>
              <a:gd name="textAreaLeft" fmla="*/ 0 w 847800"/>
              <a:gd name="textAreaRight" fmla="*/ 848160 w 847800"/>
              <a:gd name="textAreaTop" fmla="*/ 0 h 603000"/>
              <a:gd name="textAreaBottom" fmla="*/ 603360 h 603000"/>
              <a:gd name="GluePoint1X" fmla="*/ 2147483647 w 658"/>
              <a:gd name="GluePoint1Y" fmla="*/ 0 h 467"/>
              <a:gd name="GluePoint2X" fmla="*/ 2147483647 w 658"/>
              <a:gd name="GluePoint2Y" fmla="*/ 2147483647 h 467"/>
              <a:gd name="GluePoint3X" fmla="*/ 2147483647 w 658"/>
              <a:gd name="GluePoint3Y" fmla="*/ 2147483647 h 467"/>
              <a:gd name="GluePoint4X" fmla="*/ 2147483647 w 658"/>
              <a:gd name="GluePoint4Y" fmla="*/ 2147483647 h 467"/>
              <a:gd name="GluePoint5X" fmla="*/ 0 w 658"/>
              <a:gd name="GluePoint5Y" fmla="*/ 2147483647 h 467"/>
            </a:gdLst>
            <a:ahLst/>
            <a:cxnLst>
              <a:cxn ang="0">
                <a:pos x="GluePoint1X" y="GluePoint1Y"/>
              </a:cxn>
              <a:cxn ang="0">
                <a:pos x="GluePoint2X" y="GluePoint2Y"/>
              </a:cxn>
              <a:cxn ang="0">
                <a:pos x="GluePoint3X" y="GluePoint3Y"/>
              </a:cxn>
              <a:cxn ang="0">
                <a:pos x="GluePoint4X" y="GluePoint4Y"/>
              </a:cxn>
              <a:cxn ang="0">
                <a:pos x="GluePoint5X" y="GluePoint5Y"/>
              </a:cxn>
            </a:cxnLst>
            <a:rect l="textAreaLeft" t="textAreaTop" r="textAreaRight" b="textAreaBottom"/>
            <a:pathLst>
              <a:path w="658" h="467">
                <a:moveTo>
                  <a:pt x="196" y="0"/>
                </a:moveTo>
                <a:cubicBezTo>
                  <a:pt x="315" y="16"/>
                  <a:pt x="434" y="33"/>
                  <a:pt x="504" y="84"/>
                </a:cubicBezTo>
                <a:cubicBezTo>
                  <a:pt x="574" y="135"/>
                  <a:pt x="658" y="247"/>
                  <a:pt x="616" y="308"/>
                </a:cubicBezTo>
                <a:cubicBezTo>
                  <a:pt x="574" y="369"/>
                  <a:pt x="355" y="429"/>
                  <a:pt x="252" y="448"/>
                </a:cubicBezTo>
                <a:cubicBezTo>
                  <a:pt x="149" y="467"/>
                  <a:pt x="74" y="443"/>
                  <a:pt x="0" y="420"/>
                </a:cubicBezTo>
              </a:path>
            </a:pathLst>
          </a:custGeom>
          <a:noFill/>
          <a:ln w="38160">
            <a:solidFill>
              <a:srgbClr val="000000"/>
            </a:solidFill>
            <a:round/>
          </a:ln>
        </p:spPr>
        <p:style>
          <a:lnRef idx="0"/>
          <a:fillRef idx="0"/>
          <a:effectRef idx="0"/>
          <a:fontRef idx="minor"/>
        </p:style>
        <p:txBody>
          <a:bodyPr lIns="90000" rIns="90000" tIns="46800" bIns="46800" anchor="t">
            <a:noAutofit/>
          </a:bodyPr>
          <a:p>
            <a:endParaRPr b="0" lang="en-US" sz="1800" strike="noStrike" u="none">
              <a:solidFill>
                <a:srgbClr val="000000"/>
              </a:solidFill>
              <a:effectLst/>
              <a:uFillTx/>
              <a:latin typeface="Arial"/>
            </a:endParaRPr>
          </a:p>
        </p:txBody>
      </p:sp>
      <p:sp>
        <p:nvSpPr>
          <p:cNvPr id="163" name="AutoShape 16"/>
          <p:cNvSpPr/>
          <p:nvPr/>
        </p:nvSpPr>
        <p:spPr>
          <a:xfrm>
            <a:off x="4867200" y="1771560"/>
            <a:ext cx="2166840" cy="520920"/>
          </a:xfrm>
          <a:prstGeom prst="borderCallout1">
            <a:avLst>
              <a:gd name="adj1" fmla="val 18750"/>
              <a:gd name="adj2" fmla="val -8333"/>
              <a:gd name="adj3" fmla="val 147259"/>
              <a:gd name="adj4" fmla="val -54555"/>
            </a:avLst>
          </a:prstGeom>
          <a:solidFill>
            <a:srgbClr val="ffffff"/>
          </a:solidFill>
          <a:ln w="9360">
            <a:solidFill>
              <a:srgbClr val="000000"/>
            </a:solidFill>
            <a:miter/>
            <a:headEnd len="med" type="stealth" w="med"/>
          </a:ln>
        </p:spPr>
        <p:style>
          <a:lnRef idx="0"/>
          <a:fillRef idx="0"/>
          <a:effectRef idx="0"/>
          <a:fontRef idx="minor"/>
        </p:style>
        <p:txBody>
          <a:bodyPr lIns="53640" rIns="53640" tIns="26640" bIns="26640" anchor="t">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400" strike="noStrike" u="none">
                <a:solidFill>
                  <a:srgbClr val="000000"/>
                </a:solidFill>
                <a:effectLst/>
                <a:uFillTx/>
                <a:latin typeface="Times New Roman"/>
                <a:ea typeface="Times New Roman"/>
              </a:rPr>
              <a:t>Agitateur</a:t>
            </a:r>
            <a:endParaRPr b="0" lang="en-US" sz="2400" strike="noStrike" u="none">
              <a:solidFill>
                <a:srgbClr val="000000"/>
              </a:solidFill>
              <a:effectLst/>
              <a:uFillTx/>
              <a:latin typeface="Arial"/>
            </a:endParaRPr>
          </a:p>
        </p:txBody>
      </p:sp>
      <p:sp>
        <p:nvSpPr>
          <p:cNvPr id="164" name="AutoShape 17"/>
          <p:cNvSpPr/>
          <p:nvPr/>
        </p:nvSpPr>
        <p:spPr>
          <a:xfrm>
            <a:off x="4892760" y="2619360"/>
            <a:ext cx="2170080" cy="523800"/>
          </a:xfrm>
          <a:prstGeom prst="borderCallout1">
            <a:avLst>
              <a:gd name="adj1" fmla="val 18750"/>
              <a:gd name="adj2" fmla="val -8333"/>
              <a:gd name="adj3" fmla="val 169750"/>
              <a:gd name="adj4" fmla="val -142365"/>
            </a:avLst>
          </a:prstGeom>
          <a:solidFill>
            <a:srgbClr val="ffffff"/>
          </a:solidFill>
          <a:ln w="9360">
            <a:solidFill>
              <a:srgbClr val="000000"/>
            </a:solidFill>
            <a:miter/>
            <a:headEnd len="med" type="stealth" w="med"/>
          </a:ln>
        </p:spPr>
        <p:style>
          <a:lnRef idx="0"/>
          <a:fillRef idx="0"/>
          <a:effectRef idx="0"/>
          <a:fontRef idx="minor"/>
        </p:style>
        <p:txBody>
          <a:bodyPr lIns="53640" rIns="53640" tIns="26640" bIns="26640" anchor="t">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400" strike="noStrike" u="none">
                <a:solidFill>
                  <a:srgbClr val="000000"/>
                </a:solidFill>
                <a:effectLst/>
                <a:uFillTx/>
                <a:latin typeface="Times New Roman"/>
                <a:ea typeface="Times New Roman"/>
              </a:rPr>
              <a:t>Thermomètre</a:t>
            </a:r>
            <a:endParaRPr b="0" lang="en-US" sz="2400" strike="noStrike" u="none">
              <a:solidFill>
                <a:srgbClr val="000000"/>
              </a:solidFill>
              <a:effectLst/>
              <a:uFillTx/>
              <a:latin typeface="Arial"/>
            </a:endParaRPr>
          </a:p>
        </p:txBody>
      </p:sp>
      <p:sp>
        <p:nvSpPr>
          <p:cNvPr id="165" name="AutoShape 18"/>
          <p:cNvSpPr/>
          <p:nvPr/>
        </p:nvSpPr>
        <p:spPr>
          <a:xfrm>
            <a:off x="4894200" y="3305160"/>
            <a:ext cx="2421000" cy="520560"/>
          </a:xfrm>
          <a:prstGeom prst="borderCallout1">
            <a:avLst>
              <a:gd name="adj1" fmla="val 18750"/>
              <a:gd name="adj2" fmla="val -8333"/>
              <a:gd name="adj3" fmla="val 74791"/>
              <a:gd name="adj4" fmla="val -33060"/>
            </a:avLst>
          </a:prstGeom>
          <a:solidFill>
            <a:srgbClr val="ffffff"/>
          </a:solidFill>
          <a:ln w="9360">
            <a:solidFill>
              <a:srgbClr val="000000"/>
            </a:solidFill>
            <a:miter/>
            <a:headEnd len="med" type="stealth" w="med"/>
          </a:ln>
        </p:spPr>
        <p:style>
          <a:lnRef idx="0"/>
          <a:fillRef idx="0"/>
          <a:effectRef idx="0"/>
          <a:fontRef idx="minor"/>
        </p:style>
        <p:txBody>
          <a:bodyPr lIns="53640" rIns="53640" tIns="26640" bIns="26640" anchor="t">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400" strike="noStrike" u="none">
                <a:solidFill>
                  <a:srgbClr val="000000"/>
                </a:solidFill>
                <a:effectLst/>
                <a:uFillTx/>
                <a:latin typeface="Times New Roman"/>
                <a:ea typeface="Times New Roman"/>
              </a:rPr>
              <a:t>Vase /Deaware / </a:t>
            </a:r>
            <a:endParaRPr b="0" lang="en-US" sz="2400" strike="noStrike" u="none">
              <a:solidFill>
                <a:srgbClr val="000000"/>
              </a:solidFill>
              <a:effectLst/>
              <a:uFillTx/>
              <a:latin typeface="Arial"/>
            </a:endParaRPr>
          </a:p>
        </p:txBody>
      </p:sp>
      <p:sp>
        <p:nvSpPr>
          <p:cNvPr id="166" name="AutoShape 19"/>
          <p:cNvSpPr/>
          <p:nvPr/>
        </p:nvSpPr>
        <p:spPr>
          <a:xfrm>
            <a:off x="4892760" y="4098960"/>
            <a:ext cx="941400" cy="522360"/>
          </a:xfrm>
          <a:prstGeom prst="borderCallout1">
            <a:avLst>
              <a:gd name="adj1" fmla="val 18750"/>
              <a:gd name="adj2" fmla="val -8333"/>
              <a:gd name="adj3" fmla="val 86976"/>
              <a:gd name="adj4" fmla="val -250115"/>
            </a:avLst>
          </a:prstGeom>
          <a:solidFill>
            <a:srgbClr val="ffffff"/>
          </a:solidFill>
          <a:ln w="9360">
            <a:solidFill>
              <a:srgbClr val="000000"/>
            </a:solidFill>
            <a:miter/>
            <a:headEnd len="med" type="stealth" w="med"/>
          </a:ln>
        </p:spPr>
        <p:style>
          <a:lnRef idx="0"/>
          <a:fillRef idx="0"/>
          <a:effectRef idx="0"/>
          <a:fontRef idx="minor"/>
        </p:style>
        <p:txBody>
          <a:bodyPr lIns="53640" rIns="53640" tIns="26640" bIns="26640" anchor="t">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400" strike="noStrike" u="none">
                <a:solidFill>
                  <a:srgbClr val="000000"/>
                </a:solidFill>
                <a:effectLst/>
                <a:uFillTx/>
                <a:latin typeface="Times New Roman"/>
                <a:ea typeface="Times New Roman"/>
              </a:rPr>
              <a:t>Eau</a:t>
            </a:r>
            <a:endParaRPr b="0" lang="en-US" sz="2400" strike="noStrike" u="none">
              <a:solidFill>
                <a:srgbClr val="000000"/>
              </a:solidFill>
              <a:effectLst/>
              <a:uFillTx/>
              <a:latin typeface="Arial"/>
            </a:endParaRPr>
          </a:p>
        </p:txBody>
      </p:sp>
      <p:sp>
        <p:nvSpPr>
          <p:cNvPr id="167" name="AutoShape 20"/>
          <p:cNvSpPr/>
          <p:nvPr/>
        </p:nvSpPr>
        <p:spPr>
          <a:xfrm>
            <a:off x="4892760" y="4749840"/>
            <a:ext cx="1987560" cy="520560"/>
          </a:xfrm>
          <a:prstGeom prst="borderCallout1">
            <a:avLst>
              <a:gd name="adj1" fmla="val 18750"/>
              <a:gd name="adj2" fmla="val -8333"/>
              <a:gd name="adj3" fmla="val 154009"/>
              <a:gd name="adj4" fmla="val -102537"/>
            </a:avLst>
          </a:prstGeom>
          <a:solidFill>
            <a:srgbClr val="ffffff"/>
          </a:solidFill>
          <a:ln w="9360">
            <a:solidFill>
              <a:srgbClr val="000000"/>
            </a:solidFill>
            <a:miter/>
            <a:headEnd len="med" type="stealth" w="med"/>
          </a:ln>
        </p:spPr>
        <p:style>
          <a:lnRef idx="0"/>
          <a:fillRef idx="0"/>
          <a:effectRef idx="0"/>
          <a:fontRef idx="minor"/>
        </p:style>
        <p:txBody>
          <a:bodyPr lIns="53640" rIns="53640" tIns="26640" bIns="26640" anchor="t">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400" strike="noStrike" u="none">
                <a:solidFill>
                  <a:srgbClr val="000000"/>
                </a:solidFill>
                <a:effectLst/>
                <a:uFillTx/>
                <a:latin typeface="Times New Roman"/>
                <a:ea typeface="Times New Roman"/>
              </a:rPr>
              <a:t>Corps solide</a:t>
            </a:r>
            <a:endParaRPr b="0" lang="en-US" sz="2400" strike="noStrike" u="none">
              <a:solidFill>
                <a:srgbClr val="000000"/>
              </a:solidFill>
              <a:effectLst/>
              <a:uFillTx/>
              <a:latin typeface="Arial"/>
            </a:endParaRPr>
          </a:p>
        </p:txBody>
      </p:sp>
      <p:sp>
        <p:nvSpPr>
          <p:cNvPr id="168" name="AutoShape 21"/>
          <p:cNvSpPr/>
          <p:nvPr/>
        </p:nvSpPr>
        <p:spPr>
          <a:xfrm>
            <a:off x="4894200" y="5435640"/>
            <a:ext cx="2563920" cy="652320"/>
          </a:xfrm>
          <a:prstGeom prst="borderCallout1">
            <a:avLst>
              <a:gd name="adj1" fmla="val 18750"/>
              <a:gd name="adj2" fmla="val -8333"/>
              <a:gd name="adj3" fmla="val 65995"/>
              <a:gd name="adj4" fmla="val -52268"/>
            </a:avLst>
          </a:prstGeom>
          <a:solidFill>
            <a:srgbClr val="ffffff"/>
          </a:solidFill>
          <a:ln w="9360">
            <a:solidFill>
              <a:srgbClr val="000000"/>
            </a:solidFill>
            <a:miter/>
            <a:headEnd len="med" type="stealth" w="med"/>
          </a:ln>
        </p:spPr>
        <p:style>
          <a:lnRef idx="0"/>
          <a:fillRef idx="0"/>
          <a:effectRef idx="0"/>
          <a:fontRef idx="minor"/>
        </p:style>
        <p:txBody>
          <a:bodyPr lIns="53640" rIns="53640" tIns="26640" bIns="26640" anchor="t">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400" strike="noStrike" u="none">
                <a:solidFill>
                  <a:srgbClr val="000000"/>
                </a:solidFill>
                <a:effectLst/>
                <a:uFillTx/>
                <a:latin typeface="Times New Roman"/>
                <a:ea typeface="Times New Roman"/>
              </a:rPr>
              <a:t>Support isolant</a:t>
            </a:r>
            <a:endParaRPr b="0" lang="en-US" sz="2400" strike="noStrike" u="none">
              <a:solidFill>
                <a:srgbClr val="000000"/>
              </a:solidFill>
              <a:effectLst/>
              <a:uFillTx/>
              <a:latin typeface="Arial"/>
            </a:endParaRPr>
          </a:p>
        </p:txBody>
      </p:sp>
      <p:sp>
        <p:nvSpPr>
          <p:cNvPr id="169" name="Line 22"/>
          <p:cNvSpPr/>
          <p:nvPr/>
        </p:nvSpPr>
        <p:spPr>
          <a:xfrm flipH="1">
            <a:off x="2259000" y="5816520"/>
            <a:ext cx="2346480" cy="289080"/>
          </a:xfrm>
          <a:prstGeom prst="line">
            <a:avLst/>
          </a:prstGeom>
          <a:ln w="9360">
            <a:solidFill>
              <a:srgbClr val="000000"/>
            </a:solidFill>
            <a:miter/>
            <a:tailEnd len="med" type="stealth" w="med"/>
          </a:ln>
        </p:spPr>
        <p:style>
          <a:lnRef idx="0"/>
          <a:fillRef idx="0"/>
          <a:effectRef idx="0"/>
          <a:fontRef idx="minor"/>
        </p:style>
        <p:txBody>
          <a:bodyPr lIns="90000" rIns="90000" tIns="46800" bIns="46800" anchor="t">
            <a:noAutofit/>
          </a:bodyPr>
          <a:p>
            <a:endParaRPr b="0" lang="en-US" sz="1800" strike="noStrike" u="none">
              <a:solidFill>
                <a:srgbClr val="000000"/>
              </a:solidFill>
              <a:effectLst/>
              <a:uFillTx/>
              <a:latin typeface="Arial"/>
            </a:endParaRPr>
          </a:p>
        </p:txBody>
      </p:sp>
      <p:sp>
        <p:nvSpPr>
          <p:cNvPr id="170" name="Rectangle 4"/>
          <p:cNvSpPr/>
          <p:nvPr/>
        </p:nvSpPr>
        <p:spPr>
          <a:xfrm>
            <a:off x="0" y="0"/>
            <a:ext cx="9144000" cy="571680"/>
          </a:xfrm>
          <a:prstGeom prst="rect">
            <a:avLst/>
          </a:prstGeom>
          <a:solidFill>
            <a:srgbClr val="4f81bd"/>
          </a:solidFill>
          <a:ln w="0">
            <a:noFill/>
          </a:ln>
        </p:spPr>
        <p:style>
          <a:lnRef idx="0"/>
          <a:fillRef idx="0"/>
          <a:effectRef idx="0"/>
          <a:fontRef idx="minor"/>
        </p:style>
        <p:txBody>
          <a:bodyPr lIns="90000" rIns="90000" tIns="46800" bIns="46800" anchor="b" anchorCtr="1">
            <a:noAutofit/>
          </a:bodyPr>
          <a:p>
            <a:pPr>
              <a:lnSpc>
                <a:spcPct val="15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800" strike="noStrike" u="none">
                <a:solidFill>
                  <a:srgbClr val="cc3300"/>
                </a:solidFill>
                <a:effectLst/>
                <a:uFillTx/>
                <a:latin typeface="Times New Roman"/>
                <a:ea typeface="Times New Roman"/>
              </a:rPr>
              <a:t>Séance 3 : </a:t>
            </a:r>
            <a:r>
              <a:rPr b="1" lang="fr-FR" sz="2800" strike="noStrike" u="none">
                <a:solidFill>
                  <a:srgbClr val="cc3300"/>
                </a:solidFill>
                <a:effectLst/>
                <a:uFillTx/>
                <a:latin typeface="Times New Roman"/>
                <a:ea typeface="Times New Roman"/>
              </a:rPr>
              <a:t>QUANTITE DE CHALEUR ET TRAVAIL</a:t>
            </a:r>
            <a:endParaRPr b="0" lang="en-US" sz="2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timing>
    <p:tnLst>
      <p:par>
        <p:cTn id="624" dur="indefinite" restart="never" nodeType="tmRoot">
          <p:childTnLst>
            <p:seq>
              <p:cTn id="625" dur="indefinite" nodeType="mainSeq">
                <p:childTnLst>
                  <p:par>
                    <p:cTn id="626" nodeType="clickEffect" fill="hold">
                      <p:stCondLst>
                        <p:cond delay="indefinite"/>
                      </p:stCondLst>
                      <p:childTnLst>
                        <p:par>
                          <p:cTn id="627" nodeType="withEffect" fill="hold">
                            <p:stCondLst>
                              <p:cond delay="0"/>
                            </p:stCondLst>
                            <p:childTnLst>
                              <p:par>
                                <p:cTn id="628" nodeType="clickEffect" fill="hold" presetClass="entr" presetID="5" presetSubtype="10">
                                  <p:stCondLst>
                                    <p:cond delay="0"/>
                                  </p:stCondLst>
                                  <p:childTnLst>
                                    <p:set>
                                      <p:cBhvr>
                                        <p:cTn id="629" dur="1" fill="hold">
                                          <p:stCondLst>
                                            <p:cond delay="0"/>
                                          </p:stCondLst>
                                        </p:cTn>
                                        <p:tgtEl>
                                          <p:spTgt spid="152"/>
                                        </p:tgtEl>
                                        <p:attrNameLst>
                                          <p:attrName>style.visibility</p:attrName>
                                        </p:attrNameLst>
                                      </p:cBhvr>
                                      <p:to>
                                        <p:strVal val="visible"/>
                                      </p:to>
                                    </p:set>
                                    <p:animEffect filter="checkerboard(across)" transition="in">
                                      <p:cBhvr additive="repl">
                                        <p:cTn id="630" dur="500"/>
                                        <p:tgtEl>
                                          <p:spTgt spid="152"/>
                                        </p:tgtEl>
                                      </p:cBhvr>
                                    </p:animEffect>
                                  </p:childTnLst>
                                </p:cTn>
                              </p:par>
                            </p:childTnLst>
                          </p:cTn>
                        </p:par>
                      </p:childTnLst>
                    </p:cTn>
                  </p:par>
                  <p:par>
                    <p:cTn id="631" nodeType="clickEffect" fill="hold">
                      <p:stCondLst>
                        <p:cond delay="indefinite"/>
                      </p:stCondLst>
                      <p:childTnLst>
                        <p:par>
                          <p:cTn id="632" nodeType="withEffect" fill="hold">
                            <p:stCondLst>
                              <p:cond delay="0"/>
                            </p:stCondLst>
                            <p:childTnLst>
                              <p:par>
                                <p:cTn id="633" nodeType="clickEffect" fill="hold" presetClass="entr" presetID="2" presetSubtype="4">
                                  <p:stCondLst>
                                    <p:cond delay="0"/>
                                  </p:stCondLst>
                                  <p:childTnLst>
                                    <p:set>
                                      <p:cBhvr>
                                        <p:cTn id="634" dur="1" fill="hold">
                                          <p:stCondLst>
                                            <p:cond delay="0"/>
                                          </p:stCondLst>
                                        </p:cTn>
                                        <p:tgtEl>
                                          <p:spTgt spid="158"/>
                                        </p:tgtEl>
                                        <p:attrNameLst>
                                          <p:attrName>style.visibility</p:attrName>
                                        </p:attrNameLst>
                                      </p:cBhvr>
                                      <p:to>
                                        <p:strVal val="visible"/>
                                      </p:to>
                                    </p:set>
                                    <p:anim calcmode="lin" valueType="num">
                                      <p:cBhvr additive="base">
                                        <p:cTn id="635" dur="500" fill="hold"/>
                                        <p:tgtEl>
                                          <p:spTgt spid="158"/>
                                        </p:tgtEl>
                                        <p:attrNameLst>
                                          <p:attrName>ppt_x</p:attrName>
                                        </p:attrNameLst>
                                      </p:cBhvr>
                                      <p:tavLst>
                                        <p:tav tm="0">
                                          <p:val>
                                            <p:strVal val="#ppt_x"/>
                                          </p:val>
                                        </p:tav>
                                        <p:tav tm="100000">
                                          <p:val>
                                            <p:strVal val="#ppt_x"/>
                                          </p:val>
                                        </p:tav>
                                      </p:tavLst>
                                    </p:anim>
                                    <p:anim calcmode="lin" valueType="num">
                                      <p:cBhvr additive="base">
                                        <p:cTn id="636" dur="500" fill="hold"/>
                                        <p:tgtEl>
                                          <p:spTgt spid="158"/>
                                        </p:tgtEl>
                                        <p:attrNameLst>
                                          <p:attrName>ppt_y</p:attrName>
                                        </p:attrNameLst>
                                      </p:cBhvr>
                                      <p:tavLst>
                                        <p:tav tm="0">
                                          <p:val>
                                            <p:strVal val="1+#ppt_h/2"/>
                                          </p:val>
                                        </p:tav>
                                        <p:tav tm="100000">
                                          <p:val>
                                            <p:strVal val="#ppt_y"/>
                                          </p:val>
                                        </p:tav>
                                      </p:tavLst>
                                    </p:anim>
                                  </p:childTnLst>
                                </p:cTn>
                              </p:par>
                            </p:childTnLst>
                          </p:cTn>
                        </p:par>
                      </p:childTnLst>
                    </p:cTn>
                  </p:par>
                  <p:par>
                    <p:cTn id="637" nodeType="clickEffect" fill="hold">
                      <p:stCondLst>
                        <p:cond delay="indefinite"/>
                      </p:stCondLst>
                      <p:childTnLst>
                        <p:par>
                          <p:cTn id="638" nodeType="withEffect" fill="hold">
                            <p:stCondLst>
                              <p:cond delay="0"/>
                            </p:stCondLst>
                            <p:childTnLst>
                              <p:par>
                                <p:cTn id="639" nodeType="clickEffect" fill="hold" presetClass="entr" presetID="2" presetSubtype="4">
                                  <p:stCondLst>
                                    <p:cond delay="0"/>
                                  </p:stCondLst>
                                  <p:childTnLst>
                                    <p:set>
                                      <p:cBhvr>
                                        <p:cTn id="640" dur="1" fill="hold">
                                          <p:stCondLst>
                                            <p:cond delay="0"/>
                                          </p:stCondLst>
                                        </p:cTn>
                                        <p:tgtEl>
                                          <p:spTgt spid="156"/>
                                        </p:tgtEl>
                                        <p:attrNameLst>
                                          <p:attrName>style.visibility</p:attrName>
                                        </p:attrNameLst>
                                      </p:cBhvr>
                                      <p:to>
                                        <p:strVal val="visible"/>
                                      </p:to>
                                    </p:set>
                                    <p:anim calcmode="lin" valueType="num">
                                      <p:cBhvr additive="base">
                                        <p:cTn id="641" dur="500" fill="hold"/>
                                        <p:tgtEl>
                                          <p:spTgt spid="156"/>
                                        </p:tgtEl>
                                        <p:attrNameLst>
                                          <p:attrName>ppt_x</p:attrName>
                                        </p:attrNameLst>
                                      </p:cBhvr>
                                      <p:tavLst>
                                        <p:tav tm="0">
                                          <p:val>
                                            <p:strVal val="#ppt_x"/>
                                          </p:val>
                                        </p:tav>
                                        <p:tav tm="100000">
                                          <p:val>
                                            <p:strVal val="#ppt_x"/>
                                          </p:val>
                                        </p:tav>
                                      </p:tavLst>
                                    </p:anim>
                                    <p:anim calcmode="lin" valueType="num">
                                      <p:cBhvr additive="base">
                                        <p:cTn id="642" dur="500" fill="hold"/>
                                        <p:tgtEl>
                                          <p:spTgt spid="156"/>
                                        </p:tgtEl>
                                        <p:attrNameLst>
                                          <p:attrName>ppt_y</p:attrName>
                                        </p:attrNameLst>
                                      </p:cBhvr>
                                      <p:tavLst>
                                        <p:tav tm="0">
                                          <p:val>
                                            <p:strVal val="1+#ppt_h/2"/>
                                          </p:val>
                                        </p:tav>
                                        <p:tav tm="100000">
                                          <p:val>
                                            <p:strVal val="#ppt_y"/>
                                          </p:val>
                                        </p:tav>
                                      </p:tavLst>
                                    </p:anim>
                                  </p:childTnLst>
                                </p:cTn>
                              </p:par>
                              <p:par>
                                <p:cTn id="643" nodeType="withEffect" fill="hold" presetClass="entr" presetID="2" presetSubtype="4">
                                  <p:stCondLst>
                                    <p:cond delay="0"/>
                                  </p:stCondLst>
                                  <p:childTnLst>
                                    <p:set>
                                      <p:cBhvr>
                                        <p:cTn id="644" dur="1" fill="hold">
                                          <p:stCondLst>
                                            <p:cond delay="0"/>
                                          </p:stCondLst>
                                        </p:cTn>
                                        <p:tgtEl>
                                          <p:spTgt spid="157"/>
                                        </p:tgtEl>
                                        <p:attrNameLst>
                                          <p:attrName>style.visibility</p:attrName>
                                        </p:attrNameLst>
                                      </p:cBhvr>
                                      <p:to>
                                        <p:strVal val="visible"/>
                                      </p:to>
                                    </p:set>
                                    <p:anim calcmode="lin" valueType="num">
                                      <p:cBhvr additive="base">
                                        <p:cTn id="645" dur="500" fill="hold"/>
                                        <p:tgtEl>
                                          <p:spTgt spid="157"/>
                                        </p:tgtEl>
                                        <p:attrNameLst>
                                          <p:attrName>ppt_x</p:attrName>
                                        </p:attrNameLst>
                                      </p:cBhvr>
                                      <p:tavLst>
                                        <p:tav tm="0">
                                          <p:val>
                                            <p:strVal val="#ppt_x"/>
                                          </p:val>
                                        </p:tav>
                                        <p:tav tm="100000">
                                          <p:val>
                                            <p:strVal val="#ppt_x"/>
                                          </p:val>
                                        </p:tav>
                                      </p:tavLst>
                                    </p:anim>
                                    <p:anim calcmode="lin" valueType="num">
                                      <p:cBhvr additive="base">
                                        <p:cTn id="646" dur="500" fill="hold"/>
                                        <p:tgtEl>
                                          <p:spTgt spid="157"/>
                                        </p:tgtEl>
                                        <p:attrNameLst>
                                          <p:attrName>ppt_y</p:attrName>
                                        </p:attrNameLst>
                                      </p:cBhvr>
                                      <p:tavLst>
                                        <p:tav tm="0">
                                          <p:val>
                                            <p:strVal val="1+#ppt_h/2"/>
                                          </p:val>
                                        </p:tav>
                                        <p:tav tm="100000">
                                          <p:val>
                                            <p:strVal val="#ppt_y"/>
                                          </p:val>
                                        </p:tav>
                                      </p:tavLst>
                                    </p:anim>
                                  </p:childTnLst>
                                </p:cTn>
                              </p:par>
                              <p:par>
                                <p:cTn id="647" nodeType="withEffect" fill="hold" presetClass="entr" presetID="2" presetSubtype="4">
                                  <p:stCondLst>
                                    <p:cond delay="0"/>
                                  </p:stCondLst>
                                  <p:childTnLst>
                                    <p:set>
                                      <p:cBhvr>
                                        <p:cTn id="648" dur="1" fill="hold">
                                          <p:stCondLst>
                                            <p:cond delay="0"/>
                                          </p:stCondLst>
                                        </p:cTn>
                                        <p:tgtEl>
                                          <p:spTgt spid="169"/>
                                        </p:tgtEl>
                                        <p:attrNameLst>
                                          <p:attrName>style.visibility</p:attrName>
                                        </p:attrNameLst>
                                      </p:cBhvr>
                                      <p:to>
                                        <p:strVal val="visible"/>
                                      </p:to>
                                    </p:set>
                                    <p:anim calcmode="lin" valueType="num">
                                      <p:cBhvr additive="base">
                                        <p:cTn id="649" dur="500" fill="hold"/>
                                        <p:tgtEl>
                                          <p:spTgt spid="169"/>
                                        </p:tgtEl>
                                        <p:attrNameLst>
                                          <p:attrName>ppt_x</p:attrName>
                                        </p:attrNameLst>
                                      </p:cBhvr>
                                      <p:tavLst>
                                        <p:tav tm="0">
                                          <p:val>
                                            <p:strVal val="#ppt_x"/>
                                          </p:val>
                                        </p:tav>
                                        <p:tav tm="100000">
                                          <p:val>
                                            <p:strVal val="#ppt_x"/>
                                          </p:val>
                                        </p:tav>
                                      </p:tavLst>
                                    </p:anim>
                                    <p:anim calcmode="lin" valueType="num">
                                      <p:cBhvr additive="base">
                                        <p:cTn id="650" dur="500" fill="hold"/>
                                        <p:tgtEl>
                                          <p:spTgt spid="169"/>
                                        </p:tgtEl>
                                        <p:attrNameLst>
                                          <p:attrName>ppt_y</p:attrName>
                                        </p:attrNameLst>
                                      </p:cBhvr>
                                      <p:tavLst>
                                        <p:tav tm="0">
                                          <p:val>
                                            <p:strVal val="1+#ppt_h/2"/>
                                          </p:val>
                                        </p:tav>
                                        <p:tav tm="100000">
                                          <p:val>
                                            <p:strVal val="#ppt_y"/>
                                          </p:val>
                                        </p:tav>
                                      </p:tavLst>
                                    </p:anim>
                                  </p:childTnLst>
                                </p:cTn>
                              </p:par>
                            </p:childTnLst>
                          </p:cTn>
                        </p:par>
                      </p:childTnLst>
                    </p:cTn>
                  </p:par>
                  <p:par>
                    <p:cTn id="651" nodeType="clickEffect" fill="hold">
                      <p:stCondLst>
                        <p:cond delay="indefinite"/>
                      </p:stCondLst>
                      <p:childTnLst>
                        <p:par>
                          <p:cTn id="652" nodeType="withEffect" fill="hold">
                            <p:stCondLst>
                              <p:cond delay="0"/>
                            </p:stCondLst>
                            <p:childTnLst>
                              <p:par>
                                <p:cTn id="653" nodeType="clickEffect" fill="hold" presetClass="entr" presetID="30">
                                  <p:stCondLst>
                                    <p:cond delay="0"/>
                                  </p:stCondLst>
                                  <p:childTnLst>
                                    <p:set>
                                      <p:cBhvr>
                                        <p:cTn id="654" dur="1" fill="hold">
                                          <p:stCondLst>
                                            <p:cond delay="0"/>
                                          </p:stCondLst>
                                        </p:cTn>
                                        <p:tgtEl>
                                          <p:spTgt spid="168"/>
                                        </p:tgtEl>
                                        <p:attrNameLst>
                                          <p:attrName>style.visibility</p:attrName>
                                        </p:attrNameLst>
                                      </p:cBhvr>
                                      <p:to>
                                        <p:strVal val="visible"/>
                                      </p:to>
                                    </p:set>
                                    <p:animEffect filter="fade" transition="in">
                                      <p:cBhvr additive="repl">
                                        <p:cTn id="655" dur="800"/>
                                        <p:tgtEl>
                                          <p:spTgt spid="168"/>
                                        </p:tgtEl>
                                      </p:cBhvr>
                                    </p:animEffect>
                                    <p:anim calcmode="lin" valueType="num">
                                      <p:cBhvr additive="repl">
                                        <p:cTn id="656" dur="800" fill="hold"/>
                                        <p:tgtEl>
                                          <p:spTgt spid="168"/>
                                        </p:tgtEl>
                                        <p:attrNameLst>
                                          <p:attrName>r</p:attrName>
                                        </p:attrNameLst>
                                      </p:cBhvr>
                                      <p:tavLst>
                                        <p:tav tm="0">
                                          <p:val>
                                            <p:strVal val="-90"/>
                                          </p:val>
                                        </p:tav>
                                        <p:tav tm="100000">
                                          <p:val>
                                            <p:strVal val="0"/>
                                          </p:val>
                                        </p:tav>
                                      </p:tavLst>
                                    </p:anim>
                                    <p:anim calcmode="lin" valueType="num">
                                      <p:cBhvr additive="repl">
                                        <p:cTn id="657" dur="800" fill="hold"/>
                                        <p:tgtEl>
                                          <p:spTgt spid="168"/>
                                        </p:tgtEl>
                                        <p:attrNameLst>
                                          <p:attrName>ppt_x</p:attrName>
                                        </p:attrNameLst>
                                      </p:cBhvr>
                                      <p:tavLst>
                                        <p:tav tm="0">
                                          <p:val>
                                            <p:strVal val="#ppt_x+0.4"/>
                                          </p:val>
                                        </p:tav>
                                        <p:tav tm="100000">
                                          <p:val>
                                            <p:strVal val="#ppt_x-0.05"/>
                                          </p:val>
                                        </p:tav>
                                      </p:tavLst>
                                    </p:anim>
                                    <p:anim calcmode="lin" valueType="num">
                                      <p:cBhvr additive="repl">
                                        <p:cTn id="658" dur="800" fill="hold"/>
                                        <p:tgtEl>
                                          <p:spTgt spid="168"/>
                                        </p:tgtEl>
                                        <p:attrNameLst>
                                          <p:attrName>ppt_y</p:attrName>
                                        </p:attrNameLst>
                                      </p:cBhvr>
                                      <p:tavLst>
                                        <p:tav tm="0">
                                          <p:val>
                                            <p:strVal val="#ppt_y-0.4"/>
                                          </p:val>
                                        </p:tav>
                                        <p:tav tm="100000">
                                          <p:val>
                                            <p:strVal val="#ppt_y+0.1"/>
                                          </p:val>
                                        </p:tav>
                                      </p:tavLst>
                                    </p:anim>
                                    <p:anim calcmode="lin" valueType="num">
                                      <p:cBhvr additive="repl">
                                        <p:cTn id="659" dur="200" fill="hold">
                                          <p:stCondLst>
                                            <p:cond delay="800"/>
                                          </p:stCondLst>
                                        </p:cTn>
                                        <p:tgtEl>
                                          <p:spTgt spid="168"/>
                                        </p:tgtEl>
                                        <p:attrNameLst>
                                          <p:attrName>ppt_x</p:attrName>
                                        </p:attrNameLst>
                                      </p:cBhvr>
                                      <p:tavLst>
                                        <p:tav tm="0">
                                          <p:val>
                                            <p:strVal val="#ppt_x-0.05"/>
                                          </p:val>
                                        </p:tav>
                                        <p:tav tm="100000">
                                          <p:val>
                                            <p:strVal val="#ppt_x"/>
                                          </p:val>
                                        </p:tav>
                                      </p:tavLst>
                                    </p:anim>
                                    <p:anim calcmode="lin" valueType="num">
                                      <p:cBhvr additive="repl">
                                        <p:cTn id="660" dur="200" fill="hold">
                                          <p:stCondLst>
                                            <p:cond delay="800"/>
                                          </p:stCondLst>
                                        </p:cTn>
                                        <p:tgtEl>
                                          <p:spTgt spid="168"/>
                                        </p:tgtEl>
                                        <p:attrNameLst>
                                          <p:attrName>ppt_y</p:attrName>
                                        </p:attrNameLst>
                                      </p:cBhvr>
                                      <p:tavLst>
                                        <p:tav tm="0">
                                          <p:val>
                                            <p:strVal val="#ppt_y+0.1"/>
                                          </p:val>
                                        </p:tav>
                                        <p:tav tm="100000">
                                          <p:val>
                                            <p:strVal val="#ppt_y"/>
                                          </p:val>
                                        </p:tav>
                                      </p:tavLst>
                                    </p:anim>
                                  </p:childTnLst>
                                </p:cTn>
                              </p:par>
                            </p:childTnLst>
                          </p:cTn>
                        </p:par>
                      </p:childTnLst>
                    </p:cTn>
                  </p:par>
                  <p:par>
                    <p:cTn id="661" nodeType="clickEffect" fill="hold">
                      <p:stCondLst>
                        <p:cond delay="indefinite"/>
                      </p:stCondLst>
                      <p:childTnLst>
                        <p:par>
                          <p:cTn id="662" nodeType="withEffect" fill="hold">
                            <p:stCondLst>
                              <p:cond delay="0"/>
                            </p:stCondLst>
                            <p:childTnLst>
                              <p:par>
                                <p:cTn id="663" nodeType="clickEffect" fill="hold" presetClass="entr" presetID="4" presetSubtype="16">
                                  <p:stCondLst>
                                    <p:cond delay="0"/>
                                  </p:stCondLst>
                                  <p:childTnLst>
                                    <p:set>
                                      <p:cBhvr>
                                        <p:cTn id="664" dur="1" fill="hold">
                                          <p:stCondLst>
                                            <p:cond delay="0"/>
                                          </p:stCondLst>
                                        </p:cTn>
                                        <p:tgtEl>
                                          <p:spTgt spid="165"/>
                                        </p:tgtEl>
                                        <p:attrNameLst>
                                          <p:attrName>style.visibility</p:attrName>
                                        </p:attrNameLst>
                                      </p:cBhvr>
                                      <p:to>
                                        <p:strVal val="visible"/>
                                      </p:to>
                                    </p:set>
                                    <p:animEffect filter="box(in)" transition="in">
                                      <p:cBhvr additive="repl">
                                        <p:cTn id="665" dur="500"/>
                                        <p:tgtEl>
                                          <p:spTgt spid="165"/>
                                        </p:tgtEl>
                                      </p:cBhvr>
                                    </p:animEffect>
                                  </p:childTnLst>
                                </p:cTn>
                              </p:par>
                              <p:par>
                                <p:cTn id="666" nodeType="withEffect" fill="hold" presetClass="entr" presetID="4" presetSubtype="16">
                                  <p:stCondLst>
                                    <p:cond delay="0"/>
                                  </p:stCondLst>
                                  <p:childTnLst>
                                    <p:set>
                                      <p:cBhvr>
                                        <p:cTn id="667" dur="1" fill="hold">
                                          <p:stCondLst>
                                            <p:cond delay="0"/>
                                          </p:stCondLst>
                                        </p:cTn>
                                        <p:tgtEl>
                                          <p:spTgt spid="154"/>
                                        </p:tgtEl>
                                        <p:attrNameLst>
                                          <p:attrName>style.visibility</p:attrName>
                                        </p:attrNameLst>
                                      </p:cBhvr>
                                      <p:to>
                                        <p:strVal val="visible"/>
                                      </p:to>
                                    </p:set>
                                    <p:animEffect filter="box(in)" transition="in">
                                      <p:cBhvr additive="repl">
                                        <p:cTn id="668" dur="500"/>
                                        <p:tgtEl>
                                          <p:spTgt spid="154"/>
                                        </p:tgtEl>
                                      </p:cBhvr>
                                    </p:animEffect>
                                  </p:childTnLst>
                                </p:cTn>
                              </p:par>
                            </p:childTnLst>
                          </p:cTn>
                        </p:par>
                      </p:childTnLst>
                    </p:cTn>
                  </p:par>
                  <p:par>
                    <p:cTn id="669" nodeType="clickEffect" fill="hold">
                      <p:stCondLst>
                        <p:cond delay="indefinite"/>
                      </p:stCondLst>
                      <p:childTnLst>
                        <p:par>
                          <p:cTn id="670" nodeType="withEffect" fill="hold">
                            <p:stCondLst>
                              <p:cond delay="0"/>
                            </p:stCondLst>
                            <p:childTnLst>
                              <p:par>
                                <p:cTn id="671" nodeType="clickEffect" fill="hold" presetClass="entr" presetID="3" presetSubtype="10">
                                  <p:stCondLst>
                                    <p:cond delay="0"/>
                                  </p:stCondLst>
                                  <p:childTnLst>
                                    <p:set>
                                      <p:cBhvr>
                                        <p:cTn id="672" dur="1" fill="hold">
                                          <p:stCondLst>
                                            <p:cond delay="0"/>
                                          </p:stCondLst>
                                        </p:cTn>
                                        <p:tgtEl>
                                          <p:spTgt spid="153"/>
                                        </p:tgtEl>
                                        <p:attrNameLst>
                                          <p:attrName>style.visibility</p:attrName>
                                        </p:attrNameLst>
                                      </p:cBhvr>
                                      <p:to>
                                        <p:strVal val="visible"/>
                                      </p:to>
                                    </p:set>
                                    <p:animEffect filter="blinds(horizontal)" transition="in">
                                      <p:cBhvr additive="repl">
                                        <p:cTn id="673" dur="500"/>
                                        <p:tgtEl>
                                          <p:spTgt spid="153"/>
                                        </p:tgtEl>
                                      </p:cBhvr>
                                    </p:animEffect>
                                  </p:childTnLst>
                                </p:cTn>
                              </p:par>
                              <p:par>
                                <p:cTn id="674" nodeType="withEffect" fill="hold" presetClass="entr" presetID="3" presetSubtype="10">
                                  <p:stCondLst>
                                    <p:cond delay="0"/>
                                  </p:stCondLst>
                                  <p:childTnLst>
                                    <p:set>
                                      <p:cBhvr>
                                        <p:cTn id="675" dur="1" fill="hold">
                                          <p:stCondLst>
                                            <p:cond delay="0"/>
                                          </p:stCondLst>
                                        </p:cTn>
                                        <p:tgtEl>
                                          <p:spTgt spid="166"/>
                                        </p:tgtEl>
                                        <p:attrNameLst>
                                          <p:attrName>style.visibility</p:attrName>
                                        </p:attrNameLst>
                                      </p:cBhvr>
                                      <p:to>
                                        <p:strVal val="visible"/>
                                      </p:to>
                                    </p:set>
                                    <p:animEffect filter="blinds(horizontal)" transition="in">
                                      <p:cBhvr additive="repl">
                                        <p:cTn id="676" dur="500"/>
                                        <p:tgtEl>
                                          <p:spTgt spid="166"/>
                                        </p:tgtEl>
                                      </p:cBhvr>
                                    </p:animEffect>
                                  </p:childTnLst>
                                </p:cTn>
                              </p:par>
                            </p:childTnLst>
                          </p:cTn>
                        </p:par>
                      </p:childTnLst>
                    </p:cTn>
                  </p:par>
                  <p:par>
                    <p:cTn id="677" nodeType="clickEffect" fill="hold">
                      <p:stCondLst>
                        <p:cond delay="indefinite"/>
                      </p:stCondLst>
                      <p:childTnLst>
                        <p:par>
                          <p:cTn id="678" nodeType="withEffect" fill="hold">
                            <p:stCondLst>
                              <p:cond delay="0"/>
                            </p:stCondLst>
                            <p:childTnLst>
                              <p:par>
                                <p:cTn id="679" nodeType="clickEffect" fill="hold" presetClass="entr" presetID="48">
                                  <p:stCondLst>
                                    <p:cond delay="0"/>
                                  </p:stCondLst>
                                  <p:childTnLst>
                                    <p:set>
                                      <p:cBhvr>
                                        <p:cTn id="680" dur="1" fill="hold">
                                          <p:stCondLst>
                                            <p:cond delay="0"/>
                                          </p:stCondLst>
                                        </p:cTn>
                                        <p:tgtEl>
                                          <p:spTgt spid="155"/>
                                        </p:tgtEl>
                                        <p:attrNameLst>
                                          <p:attrName>style.visibility</p:attrName>
                                        </p:attrNameLst>
                                      </p:cBhvr>
                                      <p:to>
                                        <p:strVal val="visible"/>
                                      </p:to>
                                    </p:set>
                                    <p:anim calcmode="lin" valueType="num">
                                      <p:cBhvr additive="repl">
                                        <p:cTn id="681" dur="1000" fill="hold"/>
                                        <p:tgtEl>
                                          <p:spTgt spid="155"/>
                                        </p:tgtEl>
                                        <p:attrNameLst>
                                          <p:attrName>r</p:attrName>
                                        </p:attrNameLst>
                                      </p:cBhvr>
                                      <p:tavLst>
                                        <p:tav tm="0">
                                          <p:val>
                                            <p:strVal val="90"/>
                                          </p:val>
                                        </p:tav>
                                        <p:tav tm="80000">
                                          <p:val>
                                            <p:strVal val="90"/>
                                          </p:val>
                                        </p:tav>
                                        <p:tav tm="80000">
                                          <p:val>
                                            <p:strVal val="90"/>
                                          </p:val>
                                        </p:tav>
                                        <p:tav tm="100000">
                                          <p:val>
                                            <p:strVal val="0"/>
                                          </p:val>
                                        </p:tav>
                                      </p:tavLst>
                                    </p:anim>
                                    <p:anim calcmode="lin" valueType="num">
                                      <p:cBhvr additive="repl">
                                        <p:cTn id="682" dur="1000" fill="hold"/>
                                        <p:tgtEl>
                                          <p:spTgt spid="155"/>
                                        </p:tgtEl>
                                        <p:attrNameLst>
                                          <p:attrName>ppt_x</p:attrName>
                                        </p:attrNameLst>
                                      </p:cBhvr>
                                      <p:tavLst>
                                        <p:tav tm="0">
                                          <p:val>
                                            <p:fltVal val="-1"/>
                                          </p:val>
                                        </p:tav>
                                        <p:tav tm="50000">
                                          <p:val>
                                            <p:fltVal val="0.949999988079071"/>
                                          </p:val>
                                        </p:tav>
                                        <p:tav tm="100000">
                                          <p:val>
                                            <p:strVal val="#ppt_x"/>
                                          </p:val>
                                        </p:tav>
                                      </p:tavLst>
                                    </p:anim>
                                    <p:anim calcmode="lin" valueType="num">
                                      <p:cBhvr additive="repl">
                                        <p:cTn id="683" dur="1000" fill="hold"/>
                                        <p:tgtEl>
                                          <p:spTgt spid="155"/>
                                        </p:tgtEl>
                                        <p:attrNameLst>
                                          <p:attrName>ppt_y</p:attrName>
                                        </p:attrNameLst>
                                      </p:cBhvr>
                                      <p:tavLst>
                                        <p:tav tm="0">
                                          <p:val>
                                            <p:strVal val="#ppt_y"/>
                                          </p:val>
                                        </p:tav>
                                        <p:tav tm="100000">
                                          <p:val>
                                            <p:strVal val="#ppt_y"/>
                                          </p:val>
                                        </p:tav>
                                      </p:tavLst>
                                    </p:anim>
                                    <p:animEffect filter="fade" transition="in">
                                      <p:cBhvr additive="repl">
                                        <p:cTn id="684" dur="1000"/>
                                        <p:tgtEl>
                                          <p:spTgt spid="155"/>
                                        </p:tgtEl>
                                      </p:cBhvr>
                                    </p:animEffect>
                                  </p:childTnLst>
                                </p:cTn>
                              </p:par>
                              <p:par>
                                <p:cTn id="685" nodeType="withEffect" fill="hold" presetClass="entr" presetID="48">
                                  <p:stCondLst>
                                    <p:cond delay="0"/>
                                  </p:stCondLst>
                                  <p:childTnLst>
                                    <p:set>
                                      <p:cBhvr>
                                        <p:cTn id="686" dur="1" fill="hold">
                                          <p:stCondLst>
                                            <p:cond delay="0"/>
                                          </p:stCondLst>
                                        </p:cTn>
                                        <p:tgtEl>
                                          <p:spTgt spid="167"/>
                                        </p:tgtEl>
                                        <p:attrNameLst>
                                          <p:attrName>style.visibility</p:attrName>
                                        </p:attrNameLst>
                                      </p:cBhvr>
                                      <p:to>
                                        <p:strVal val="visible"/>
                                      </p:to>
                                    </p:set>
                                    <p:anim calcmode="lin" valueType="num">
                                      <p:cBhvr additive="repl">
                                        <p:cTn id="687" dur="1000" fill="hold"/>
                                        <p:tgtEl>
                                          <p:spTgt spid="167"/>
                                        </p:tgtEl>
                                        <p:attrNameLst>
                                          <p:attrName>r</p:attrName>
                                        </p:attrNameLst>
                                      </p:cBhvr>
                                      <p:tavLst>
                                        <p:tav tm="0">
                                          <p:val>
                                            <p:strVal val="90"/>
                                          </p:val>
                                        </p:tav>
                                        <p:tav tm="80000">
                                          <p:val>
                                            <p:strVal val="90"/>
                                          </p:val>
                                        </p:tav>
                                        <p:tav tm="80000">
                                          <p:val>
                                            <p:strVal val="90"/>
                                          </p:val>
                                        </p:tav>
                                        <p:tav tm="100000">
                                          <p:val>
                                            <p:strVal val="0"/>
                                          </p:val>
                                        </p:tav>
                                      </p:tavLst>
                                    </p:anim>
                                    <p:anim calcmode="lin" valueType="num">
                                      <p:cBhvr additive="repl">
                                        <p:cTn id="688" dur="1000" fill="hold"/>
                                        <p:tgtEl>
                                          <p:spTgt spid="167"/>
                                        </p:tgtEl>
                                        <p:attrNameLst>
                                          <p:attrName>ppt_x</p:attrName>
                                        </p:attrNameLst>
                                      </p:cBhvr>
                                      <p:tavLst>
                                        <p:tav tm="0">
                                          <p:val>
                                            <p:fltVal val="-1"/>
                                          </p:val>
                                        </p:tav>
                                        <p:tav tm="50000">
                                          <p:val>
                                            <p:fltVal val="0.949999988079071"/>
                                          </p:val>
                                        </p:tav>
                                        <p:tav tm="100000">
                                          <p:val>
                                            <p:strVal val="#ppt_x"/>
                                          </p:val>
                                        </p:tav>
                                      </p:tavLst>
                                    </p:anim>
                                    <p:anim calcmode="lin" valueType="num">
                                      <p:cBhvr additive="repl">
                                        <p:cTn id="689" dur="1000" fill="hold"/>
                                        <p:tgtEl>
                                          <p:spTgt spid="167"/>
                                        </p:tgtEl>
                                        <p:attrNameLst>
                                          <p:attrName>ppt_y</p:attrName>
                                        </p:attrNameLst>
                                      </p:cBhvr>
                                      <p:tavLst>
                                        <p:tav tm="0">
                                          <p:val>
                                            <p:strVal val="#ppt_y"/>
                                          </p:val>
                                        </p:tav>
                                        <p:tav tm="100000">
                                          <p:val>
                                            <p:strVal val="#ppt_y"/>
                                          </p:val>
                                        </p:tav>
                                      </p:tavLst>
                                    </p:anim>
                                    <p:animEffect filter="fade" transition="in">
                                      <p:cBhvr additive="repl">
                                        <p:cTn id="690" dur="1000"/>
                                        <p:tgtEl>
                                          <p:spTgt spid="167"/>
                                        </p:tgtEl>
                                      </p:cBhvr>
                                    </p:animEffect>
                                  </p:childTnLst>
                                </p:cTn>
                              </p:par>
                            </p:childTnLst>
                          </p:cTn>
                        </p:par>
                      </p:childTnLst>
                    </p:cTn>
                  </p:par>
                  <p:par>
                    <p:cTn id="691" nodeType="clickEffect" fill="hold">
                      <p:stCondLst>
                        <p:cond delay="indefinite"/>
                      </p:stCondLst>
                      <p:childTnLst>
                        <p:par>
                          <p:cTn id="692" nodeType="withEffect" fill="hold">
                            <p:stCondLst>
                              <p:cond delay="0"/>
                            </p:stCondLst>
                            <p:childTnLst>
                              <p:par>
                                <p:cTn id="693" nodeType="clickEffect" fill="hold" presetClass="entr" presetID="3" presetSubtype="10">
                                  <p:stCondLst>
                                    <p:cond delay="0"/>
                                  </p:stCondLst>
                                  <p:childTnLst>
                                    <p:set>
                                      <p:cBhvr>
                                        <p:cTn id="694" dur="1" fill="hold">
                                          <p:stCondLst>
                                            <p:cond delay="0"/>
                                          </p:stCondLst>
                                        </p:cTn>
                                        <p:tgtEl>
                                          <p:spTgt spid="164"/>
                                        </p:tgtEl>
                                        <p:attrNameLst>
                                          <p:attrName>style.visibility</p:attrName>
                                        </p:attrNameLst>
                                      </p:cBhvr>
                                      <p:to>
                                        <p:strVal val="visible"/>
                                      </p:to>
                                    </p:set>
                                    <p:animEffect filter="blinds(horizontal)" transition="in">
                                      <p:cBhvr additive="repl">
                                        <p:cTn id="695" dur="500"/>
                                        <p:tgtEl>
                                          <p:spTgt spid="164"/>
                                        </p:tgtEl>
                                      </p:cBhvr>
                                    </p:animEffect>
                                  </p:childTnLst>
                                </p:cTn>
                              </p:par>
                              <p:par>
                                <p:cTn id="696" nodeType="withEffect" fill="hold" presetClass="entr" presetID="3" presetSubtype="10">
                                  <p:stCondLst>
                                    <p:cond delay="0"/>
                                  </p:stCondLst>
                                  <p:childTnLst>
                                    <p:set>
                                      <p:cBhvr>
                                        <p:cTn id="697" dur="1" fill="hold">
                                          <p:stCondLst>
                                            <p:cond delay="0"/>
                                          </p:stCondLst>
                                        </p:cTn>
                                        <p:tgtEl>
                                          <p:spTgt spid="159"/>
                                        </p:tgtEl>
                                        <p:attrNameLst>
                                          <p:attrName>style.visibility</p:attrName>
                                        </p:attrNameLst>
                                      </p:cBhvr>
                                      <p:to>
                                        <p:strVal val="visible"/>
                                      </p:to>
                                    </p:set>
                                    <p:animEffect filter="blinds(horizontal)" transition="in">
                                      <p:cBhvr additive="repl">
                                        <p:cTn id="698" dur="500"/>
                                        <p:tgtEl>
                                          <p:spTgt spid="159"/>
                                        </p:tgtEl>
                                      </p:cBhvr>
                                    </p:animEffect>
                                  </p:childTnLst>
                                </p:cTn>
                              </p:par>
                              <p:par>
                                <p:cTn id="699" nodeType="withEffect" fill="hold" presetClass="entr" presetID="3" presetSubtype="10">
                                  <p:stCondLst>
                                    <p:cond delay="0"/>
                                  </p:stCondLst>
                                  <p:childTnLst>
                                    <p:set>
                                      <p:cBhvr>
                                        <p:cTn id="700" dur="1" fill="hold">
                                          <p:stCondLst>
                                            <p:cond delay="0"/>
                                          </p:stCondLst>
                                        </p:cTn>
                                        <p:tgtEl>
                                          <p:spTgt spid="160"/>
                                        </p:tgtEl>
                                        <p:attrNameLst>
                                          <p:attrName>style.visibility</p:attrName>
                                        </p:attrNameLst>
                                      </p:cBhvr>
                                      <p:to>
                                        <p:strVal val="visible"/>
                                      </p:to>
                                    </p:set>
                                    <p:animEffect filter="blinds(horizontal)" transition="in">
                                      <p:cBhvr additive="repl">
                                        <p:cTn id="701" dur="500"/>
                                        <p:tgtEl>
                                          <p:spTgt spid="160"/>
                                        </p:tgtEl>
                                      </p:cBhvr>
                                    </p:animEffect>
                                  </p:childTnLst>
                                </p:cTn>
                              </p:par>
                            </p:childTnLst>
                          </p:cTn>
                        </p:par>
                      </p:childTnLst>
                    </p:cTn>
                  </p:par>
                  <p:par>
                    <p:cTn id="702" nodeType="clickEffect" fill="hold">
                      <p:stCondLst>
                        <p:cond delay="indefinite"/>
                      </p:stCondLst>
                      <p:childTnLst>
                        <p:par>
                          <p:cTn id="703" nodeType="withEffect" fill="hold">
                            <p:stCondLst>
                              <p:cond delay="0"/>
                            </p:stCondLst>
                            <p:childTnLst>
                              <p:par>
                                <p:cTn id="704" nodeType="clickEffect" fill="hold" presetClass="entr" presetID="48">
                                  <p:stCondLst>
                                    <p:cond delay="0"/>
                                  </p:stCondLst>
                                  <p:childTnLst>
                                    <p:set>
                                      <p:cBhvr>
                                        <p:cTn id="705" dur="1" fill="hold">
                                          <p:stCondLst>
                                            <p:cond delay="0"/>
                                          </p:stCondLst>
                                        </p:cTn>
                                        <p:tgtEl>
                                          <p:spTgt spid="163"/>
                                        </p:tgtEl>
                                        <p:attrNameLst>
                                          <p:attrName>style.visibility</p:attrName>
                                        </p:attrNameLst>
                                      </p:cBhvr>
                                      <p:to>
                                        <p:strVal val="visible"/>
                                      </p:to>
                                    </p:set>
                                    <p:anim calcmode="lin" valueType="num">
                                      <p:cBhvr additive="repl">
                                        <p:cTn id="706" dur="1000" fill="hold"/>
                                        <p:tgtEl>
                                          <p:spTgt spid="163"/>
                                        </p:tgtEl>
                                        <p:attrNameLst>
                                          <p:attrName>r</p:attrName>
                                        </p:attrNameLst>
                                      </p:cBhvr>
                                      <p:tavLst>
                                        <p:tav tm="0">
                                          <p:val>
                                            <p:strVal val="90"/>
                                          </p:val>
                                        </p:tav>
                                        <p:tav tm="80000">
                                          <p:val>
                                            <p:strVal val="90"/>
                                          </p:val>
                                        </p:tav>
                                        <p:tav tm="80000">
                                          <p:val>
                                            <p:strVal val="90"/>
                                          </p:val>
                                        </p:tav>
                                        <p:tav tm="100000">
                                          <p:val>
                                            <p:strVal val="0"/>
                                          </p:val>
                                        </p:tav>
                                      </p:tavLst>
                                    </p:anim>
                                    <p:anim calcmode="lin" valueType="num">
                                      <p:cBhvr additive="repl">
                                        <p:cTn id="707" dur="1000" fill="hold"/>
                                        <p:tgtEl>
                                          <p:spTgt spid="163"/>
                                        </p:tgtEl>
                                        <p:attrNameLst>
                                          <p:attrName>ppt_x</p:attrName>
                                        </p:attrNameLst>
                                      </p:cBhvr>
                                      <p:tavLst>
                                        <p:tav tm="0">
                                          <p:val>
                                            <p:fltVal val="-1"/>
                                          </p:val>
                                        </p:tav>
                                        <p:tav tm="50000">
                                          <p:val>
                                            <p:fltVal val="0.949999988079071"/>
                                          </p:val>
                                        </p:tav>
                                        <p:tav tm="100000">
                                          <p:val>
                                            <p:strVal val="#ppt_x"/>
                                          </p:val>
                                        </p:tav>
                                      </p:tavLst>
                                    </p:anim>
                                    <p:anim calcmode="lin" valueType="num">
                                      <p:cBhvr additive="repl">
                                        <p:cTn id="708" dur="1000" fill="hold"/>
                                        <p:tgtEl>
                                          <p:spTgt spid="163"/>
                                        </p:tgtEl>
                                        <p:attrNameLst>
                                          <p:attrName>ppt_y</p:attrName>
                                        </p:attrNameLst>
                                      </p:cBhvr>
                                      <p:tavLst>
                                        <p:tav tm="0">
                                          <p:val>
                                            <p:strVal val="#ppt_y"/>
                                          </p:val>
                                        </p:tav>
                                        <p:tav tm="100000">
                                          <p:val>
                                            <p:strVal val="#ppt_y"/>
                                          </p:val>
                                        </p:tav>
                                      </p:tavLst>
                                    </p:anim>
                                    <p:animEffect filter="fade" transition="in">
                                      <p:cBhvr additive="repl">
                                        <p:cTn id="709" dur="1000"/>
                                        <p:tgtEl>
                                          <p:spTgt spid="163"/>
                                        </p:tgtEl>
                                      </p:cBhvr>
                                    </p:animEffect>
                                  </p:childTnLst>
                                </p:cTn>
                              </p:par>
                              <p:par>
                                <p:cTn id="710" nodeType="withEffect" fill="hold" presetClass="entr" presetID="48">
                                  <p:stCondLst>
                                    <p:cond delay="0"/>
                                  </p:stCondLst>
                                  <p:childTnLst>
                                    <p:set>
                                      <p:cBhvr>
                                        <p:cTn id="711" dur="1" fill="hold">
                                          <p:stCondLst>
                                            <p:cond delay="0"/>
                                          </p:stCondLst>
                                        </p:cTn>
                                        <p:tgtEl>
                                          <p:spTgt spid="161"/>
                                        </p:tgtEl>
                                        <p:attrNameLst>
                                          <p:attrName>style.visibility</p:attrName>
                                        </p:attrNameLst>
                                      </p:cBhvr>
                                      <p:to>
                                        <p:strVal val="visible"/>
                                      </p:to>
                                    </p:set>
                                    <p:anim calcmode="lin" valueType="num">
                                      <p:cBhvr additive="repl">
                                        <p:cTn id="712" dur="1000" fill="hold"/>
                                        <p:tgtEl>
                                          <p:spTgt spid="161"/>
                                        </p:tgtEl>
                                        <p:attrNameLst>
                                          <p:attrName>r</p:attrName>
                                        </p:attrNameLst>
                                      </p:cBhvr>
                                      <p:tavLst>
                                        <p:tav tm="0">
                                          <p:val>
                                            <p:strVal val="90"/>
                                          </p:val>
                                        </p:tav>
                                        <p:tav tm="80000">
                                          <p:val>
                                            <p:strVal val="90"/>
                                          </p:val>
                                        </p:tav>
                                        <p:tav tm="80000">
                                          <p:val>
                                            <p:strVal val="90"/>
                                          </p:val>
                                        </p:tav>
                                        <p:tav tm="100000">
                                          <p:val>
                                            <p:strVal val="0"/>
                                          </p:val>
                                        </p:tav>
                                      </p:tavLst>
                                    </p:anim>
                                    <p:anim calcmode="lin" valueType="num">
                                      <p:cBhvr additive="repl">
                                        <p:cTn id="713" dur="1000" fill="hold"/>
                                        <p:tgtEl>
                                          <p:spTgt spid="161"/>
                                        </p:tgtEl>
                                        <p:attrNameLst>
                                          <p:attrName>ppt_x</p:attrName>
                                        </p:attrNameLst>
                                      </p:cBhvr>
                                      <p:tavLst>
                                        <p:tav tm="0">
                                          <p:val>
                                            <p:fltVal val="-1"/>
                                          </p:val>
                                        </p:tav>
                                        <p:tav tm="50000">
                                          <p:val>
                                            <p:fltVal val="0.949999988079071"/>
                                          </p:val>
                                        </p:tav>
                                        <p:tav tm="100000">
                                          <p:val>
                                            <p:strVal val="#ppt_x"/>
                                          </p:val>
                                        </p:tav>
                                      </p:tavLst>
                                    </p:anim>
                                    <p:anim calcmode="lin" valueType="num">
                                      <p:cBhvr additive="repl">
                                        <p:cTn id="714" dur="1000" fill="hold"/>
                                        <p:tgtEl>
                                          <p:spTgt spid="161"/>
                                        </p:tgtEl>
                                        <p:attrNameLst>
                                          <p:attrName>ppt_y</p:attrName>
                                        </p:attrNameLst>
                                      </p:cBhvr>
                                      <p:tavLst>
                                        <p:tav tm="0">
                                          <p:val>
                                            <p:strVal val="#ppt_y"/>
                                          </p:val>
                                        </p:tav>
                                        <p:tav tm="100000">
                                          <p:val>
                                            <p:strVal val="#ppt_y"/>
                                          </p:val>
                                        </p:tav>
                                      </p:tavLst>
                                    </p:anim>
                                    <p:animEffect filter="fade" transition="in">
                                      <p:cBhvr additive="repl">
                                        <p:cTn id="715" dur="1000"/>
                                        <p:tgtEl>
                                          <p:spTgt spid="161"/>
                                        </p:tgtEl>
                                      </p:cBhvr>
                                    </p:animEffect>
                                  </p:childTnLst>
                                </p:cTn>
                              </p:par>
                              <p:par>
                                <p:cTn id="716" nodeType="withEffect" fill="hold" presetClass="entr" presetID="48">
                                  <p:stCondLst>
                                    <p:cond delay="0"/>
                                  </p:stCondLst>
                                  <p:childTnLst>
                                    <p:set>
                                      <p:cBhvr>
                                        <p:cTn id="717" dur="1" fill="hold">
                                          <p:stCondLst>
                                            <p:cond delay="0"/>
                                          </p:stCondLst>
                                        </p:cTn>
                                        <p:tgtEl>
                                          <p:spTgt spid="162"/>
                                        </p:tgtEl>
                                        <p:attrNameLst>
                                          <p:attrName>style.visibility</p:attrName>
                                        </p:attrNameLst>
                                      </p:cBhvr>
                                      <p:to>
                                        <p:strVal val="visible"/>
                                      </p:to>
                                    </p:set>
                                    <p:anim calcmode="lin" valueType="num">
                                      <p:cBhvr additive="repl">
                                        <p:cTn id="718" dur="1000" fill="hold"/>
                                        <p:tgtEl>
                                          <p:spTgt spid="162"/>
                                        </p:tgtEl>
                                        <p:attrNameLst>
                                          <p:attrName>r</p:attrName>
                                        </p:attrNameLst>
                                      </p:cBhvr>
                                      <p:tavLst>
                                        <p:tav tm="0">
                                          <p:val>
                                            <p:strVal val="90"/>
                                          </p:val>
                                        </p:tav>
                                        <p:tav tm="80000">
                                          <p:val>
                                            <p:strVal val="90"/>
                                          </p:val>
                                        </p:tav>
                                        <p:tav tm="80000">
                                          <p:val>
                                            <p:strVal val="90"/>
                                          </p:val>
                                        </p:tav>
                                        <p:tav tm="100000">
                                          <p:val>
                                            <p:strVal val="0"/>
                                          </p:val>
                                        </p:tav>
                                      </p:tavLst>
                                    </p:anim>
                                    <p:anim calcmode="lin" valueType="num">
                                      <p:cBhvr additive="repl">
                                        <p:cTn id="719" dur="1000" fill="hold"/>
                                        <p:tgtEl>
                                          <p:spTgt spid="162"/>
                                        </p:tgtEl>
                                        <p:attrNameLst>
                                          <p:attrName>ppt_x</p:attrName>
                                        </p:attrNameLst>
                                      </p:cBhvr>
                                      <p:tavLst>
                                        <p:tav tm="0">
                                          <p:val>
                                            <p:fltVal val="-1"/>
                                          </p:val>
                                        </p:tav>
                                        <p:tav tm="50000">
                                          <p:val>
                                            <p:fltVal val="0.949999988079071"/>
                                          </p:val>
                                        </p:tav>
                                        <p:tav tm="100000">
                                          <p:val>
                                            <p:strVal val="#ppt_x"/>
                                          </p:val>
                                        </p:tav>
                                      </p:tavLst>
                                    </p:anim>
                                    <p:anim calcmode="lin" valueType="num">
                                      <p:cBhvr additive="repl">
                                        <p:cTn id="720" dur="1000" fill="hold"/>
                                        <p:tgtEl>
                                          <p:spTgt spid="162"/>
                                        </p:tgtEl>
                                        <p:attrNameLst>
                                          <p:attrName>ppt_y</p:attrName>
                                        </p:attrNameLst>
                                      </p:cBhvr>
                                      <p:tavLst>
                                        <p:tav tm="0">
                                          <p:val>
                                            <p:strVal val="#ppt_y"/>
                                          </p:val>
                                        </p:tav>
                                        <p:tav tm="100000">
                                          <p:val>
                                            <p:strVal val="#ppt_y"/>
                                          </p:val>
                                        </p:tav>
                                      </p:tavLst>
                                    </p:anim>
                                    <p:animEffect filter="fade" transition="in">
                                      <p:cBhvr additive="repl">
                                        <p:cTn id="721" dur="1000"/>
                                        <p:tgtEl>
                                          <p:spTgt spid="16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1" name="Rectangle 3"/>
          <p:cNvSpPr/>
          <p:nvPr/>
        </p:nvSpPr>
        <p:spPr>
          <a:xfrm>
            <a:off x="515160" y="556200"/>
            <a:ext cx="6356160" cy="703440"/>
          </a:xfrm>
          <a:prstGeom prst="rect">
            <a:avLst/>
          </a:prstGeom>
          <a:noFill/>
          <a:ln w="0">
            <a:noFill/>
          </a:ln>
        </p:spPr>
        <p:style>
          <a:lnRef idx="0"/>
          <a:fillRef idx="0"/>
          <a:effectRef idx="0"/>
          <a:fontRef idx="minor"/>
        </p:style>
        <p:txBody>
          <a:bodyPr wrap="none" lIns="90000" rIns="90000" tIns="46800" bIns="46800" anchor="ctr">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4000" strike="noStrike" u="none">
                <a:solidFill>
                  <a:srgbClr val="c00000"/>
                </a:solidFill>
                <a:effectLst/>
                <a:uFillTx/>
                <a:latin typeface="Arial"/>
              </a:rPr>
              <a:t>Application : Calorimétrie</a:t>
            </a:r>
            <a:endParaRPr b="0" lang="en-US" sz="4000" strike="noStrike" u="none">
              <a:solidFill>
                <a:srgbClr val="000000"/>
              </a:solidFill>
              <a:effectLst/>
              <a:uFillTx/>
              <a:latin typeface="Arial"/>
            </a:endParaRPr>
          </a:p>
        </p:txBody>
      </p:sp>
      <p:sp>
        <p:nvSpPr>
          <p:cNvPr id="172" name="Text Box 5"/>
          <p:cNvSpPr/>
          <p:nvPr/>
        </p:nvSpPr>
        <p:spPr>
          <a:xfrm>
            <a:off x="304920" y="1333440"/>
            <a:ext cx="8686800" cy="1374840"/>
          </a:xfrm>
          <a:prstGeom prst="rect">
            <a:avLst/>
          </a:prstGeom>
          <a:noFill/>
          <a:ln w="0">
            <a:noFill/>
          </a:ln>
        </p:spPr>
        <p:style>
          <a:lnRef idx="0"/>
          <a:fillRef idx="0"/>
          <a:effectRef idx="0"/>
          <a:fontRef idx="minor"/>
        </p:style>
        <p:txBody>
          <a:bodyPr lIns="90000" rIns="90000" tIns="46800" bIns="46800" anchor="t">
            <a:spAutoFit/>
          </a:bodyPr>
          <a:p>
            <a:pPr algn="just">
              <a:spcBef>
                <a:spcPts val="174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800" strike="noStrike" u="none">
                <a:solidFill>
                  <a:srgbClr val="000000"/>
                </a:solidFill>
                <a:effectLst/>
                <a:uFillTx/>
                <a:latin typeface="Arial"/>
              </a:rPr>
              <a:t>	</a:t>
            </a:r>
            <a:r>
              <a:rPr b="0" lang="fr-FR" sz="2800" strike="noStrike" u="none">
                <a:solidFill>
                  <a:srgbClr val="000000"/>
                </a:solidFill>
                <a:effectLst/>
                <a:uFillTx/>
                <a:latin typeface="Arial"/>
              </a:rPr>
              <a:t>Un récipient contenant de l’eau est placé dans une </a:t>
            </a:r>
            <a:r>
              <a:rPr b="0" i="1" lang="fr-FR" sz="2800" strike="noStrike" u="none">
                <a:solidFill>
                  <a:srgbClr val="000000"/>
                </a:solidFill>
                <a:effectLst/>
                <a:uFillTx/>
                <a:latin typeface="Arial"/>
              </a:rPr>
              <a:t>enceinte adiabatique</a:t>
            </a:r>
            <a:r>
              <a:rPr b="0" lang="fr-FR" sz="2800" strike="noStrike" u="none">
                <a:solidFill>
                  <a:srgbClr val="000000"/>
                </a:solidFill>
                <a:effectLst/>
                <a:uFillTx/>
                <a:latin typeface="Arial"/>
              </a:rPr>
              <a:t>. Soit </a:t>
            </a:r>
            <a:r>
              <a:rPr b="0" i="1" lang="fr-FR" sz="2800" strike="noStrike" u="none">
                <a:solidFill>
                  <a:srgbClr val="c00000"/>
                </a:solidFill>
                <a:effectLst/>
                <a:uFillTx/>
                <a:latin typeface="Arial"/>
              </a:rPr>
              <a:t>M</a:t>
            </a:r>
            <a:r>
              <a:rPr b="0" lang="fr-FR" sz="2800" strike="noStrike" u="none">
                <a:solidFill>
                  <a:srgbClr val="000000"/>
                </a:solidFill>
                <a:effectLst/>
                <a:uFillTx/>
                <a:latin typeface="Arial"/>
              </a:rPr>
              <a:t> la masse de l’eau. La température initiale est </a:t>
            </a:r>
            <a:r>
              <a:rPr b="0" i="1" lang="fr-FR" sz="2800" strike="noStrike" u="none">
                <a:solidFill>
                  <a:srgbClr val="c00000"/>
                </a:solidFill>
                <a:effectLst/>
                <a:uFillTx/>
                <a:latin typeface="Arial"/>
              </a:rPr>
              <a:t>T</a:t>
            </a:r>
            <a:r>
              <a:rPr b="0" i="1" lang="fr-FR" sz="1800" strike="noStrike" u="none">
                <a:solidFill>
                  <a:srgbClr val="c00000"/>
                </a:solidFill>
                <a:effectLst/>
                <a:uFillTx/>
                <a:latin typeface="Arial"/>
              </a:rPr>
              <a:t>0</a:t>
            </a:r>
            <a:r>
              <a:rPr b="0" lang="fr-FR" sz="2800" strike="noStrike" u="none">
                <a:solidFill>
                  <a:srgbClr val="000000"/>
                </a:solidFill>
                <a:effectLst/>
                <a:uFillTx/>
                <a:latin typeface="Arial"/>
              </a:rPr>
              <a:t>. </a:t>
            </a:r>
            <a:endParaRPr b="0" lang="en-US" sz="2800" strike="noStrike" u="none">
              <a:solidFill>
                <a:srgbClr val="000000"/>
              </a:solidFill>
              <a:effectLst/>
              <a:uFillTx/>
              <a:latin typeface="Arial"/>
            </a:endParaRPr>
          </a:p>
        </p:txBody>
      </p:sp>
      <p:sp>
        <p:nvSpPr>
          <p:cNvPr id="173" name="Text Box 6"/>
          <p:cNvSpPr/>
          <p:nvPr/>
        </p:nvSpPr>
        <p:spPr>
          <a:xfrm>
            <a:off x="279360" y="5232240"/>
            <a:ext cx="8521920" cy="1377720"/>
          </a:xfrm>
          <a:prstGeom prst="rect">
            <a:avLst/>
          </a:prstGeom>
          <a:noFill/>
          <a:ln w="0">
            <a:noFill/>
          </a:ln>
        </p:spPr>
        <p:style>
          <a:lnRef idx="0"/>
          <a:fillRef idx="0"/>
          <a:effectRef idx="0"/>
          <a:fontRef idx="minor"/>
        </p:style>
        <p:txBody>
          <a:bodyPr lIns="90000" rIns="90000" tIns="46800" bIns="46800" anchor="t">
            <a:spAutoFit/>
          </a:bodyPr>
          <a:p>
            <a:pPr algn="just">
              <a:spcBef>
                <a:spcPts val="174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800" strike="noStrike" u="none">
                <a:solidFill>
                  <a:srgbClr val="000000"/>
                </a:solidFill>
                <a:effectLst/>
                <a:uFillTx/>
                <a:latin typeface="Arial"/>
              </a:rPr>
              <a:t>	</a:t>
            </a:r>
            <a:r>
              <a:rPr b="0" lang="fr-FR" sz="2800" strike="noStrike" u="none">
                <a:solidFill>
                  <a:srgbClr val="000000"/>
                </a:solidFill>
                <a:effectLst/>
                <a:uFillTx/>
                <a:latin typeface="Arial"/>
              </a:rPr>
              <a:t>On note </a:t>
            </a:r>
            <a:r>
              <a:rPr b="0" i="1" lang="fr-FR" sz="2800" strike="noStrike" u="none">
                <a:solidFill>
                  <a:srgbClr val="000000"/>
                </a:solidFill>
                <a:effectLst/>
                <a:uFillTx/>
                <a:latin typeface="Arial"/>
              </a:rPr>
              <a:t>c</a:t>
            </a:r>
            <a:r>
              <a:rPr b="0" i="1" lang="fr-FR" sz="1600" strike="noStrike" u="none" baseline="-25000">
                <a:solidFill>
                  <a:srgbClr val="000000"/>
                </a:solidFill>
                <a:effectLst/>
                <a:uFillTx/>
                <a:latin typeface="Arial"/>
              </a:rPr>
              <a:t>0</a:t>
            </a:r>
            <a:r>
              <a:rPr b="0" lang="fr-FR" sz="2800" strike="noStrike" u="none">
                <a:solidFill>
                  <a:srgbClr val="000000"/>
                </a:solidFill>
                <a:effectLst/>
                <a:uFillTx/>
                <a:latin typeface="Arial"/>
              </a:rPr>
              <a:t> la chaleur massique de l’eau et </a:t>
            </a:r>
            <a:r>
              <a:rPr b="1" i="1" lang="fr-FR" sz="2800" strike="noStrike" u="none">
                <a:solidFill>
                  <a:srgbClr val="66ff33"/>
                </a:solidFill>
                <a:effectLst/>
                <a:uFillTx/>
                <a:latin typeface="Symbol"/>
                <a:ea typeface="Symbol"/>
              </a:rPr>
              <a:t></a:t>
            </a:r>
            <a:r>
              <a:rPr b="0" lang="fr-FR" sz="2800" strike="noStrike" u="none">
                <a:solidFill>
                  <a:srgbClr val="000000"/>
                </a:solidFill>
                <a:effectLst/>
                <a:uFillTx/>
                <a:latin typeface="Arial"/>
              </a:rPr>
              <a:t> la masse d’eau équivalente au calorimètre et ses accessoires (</a:t>
            </a:r>
            <a:r>
              <a:rPr b="0" lang="fr-FR" sz="2800" strike="noStrike" u="none">
                <a:solidFill>
                  <a:srgbClr val="66ff33"/>
                </a:solidFill>
                <a:effectLst/>
                <a:uFillTx/>
                <a:latin typeface="Arial"/>
              </a:rPr>
              <a:t>thermomètre, agitateur,</a:t>
            </a:r>
            <a:r>
              <a:rPr b="0" lang="fr-FR" sz="2800" strike="noStrike" u="none">
                <a:solidFill>
                  <a:srgbClr val="000000"/>
                </a:solidFill>
                <a:effectLst/>
                <a:uFillTx/>
                <a:latin typeface="Arial"/>
              </a:rPr>
              <a:t> …)</a:t>
            </a:r>
            <a:endParaRPr b="0" lang="en-US" sz="2800" strike="noStrike" u="none">
              <a:solidFill>
                <a:srgbClr val="000000"/>
              </a:solidFill>
              <a:effectLst/>
              <a:uFillTx/>
              <a:latin typeface="Arial"/>
            </a:endParaRPr>
          </a:p>
        </p:txBody>
      </p:sp>
      <p:sp>
        <p:nvSpPr>
          <p:cNvPr id="174" name="Rectangle 7"/>
          <p:cNvSpPr/>
          <p:nvPr/>
        </p:nvSpPr>
        <p:spPr>
          <a:xfrm>
            <a:off x="627840" y="3914640"/>
            <a:ext cx="6684840" cy="579600"/>
          </a:xfrm>
          <a:prstGeom prst="rect">
            <a:avLst/>
          </a:prstGeom>
          <a:noFill/>
          <a:ln w="0">
            <a:noFill/>
          </a:ln>
        </p:spPr>
        <p:style>
          <a:lnRef idx="0"/>
          <a:fillRef idx="0"/>
          <a:effectRef idx="0"/>
          <a:fontRef idx="minor"/>
        </p:style>
        <p:txBody>
          <a:bodyPr wrap="none"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800" strike="noStrike" u="none">
                <a:solidFill>
                  <a:srgbClr val="c00000"/>
                </a:solidFill>
                <a:effectLst/>
                <a:uFillTx/>
                <a:latin typeface="Arial"/>
              </a:rPr>
              <a:t>Soit </a:t>
            </a:r>
            <a:r>
              <a:rPr b="0" i="1" lang="fr-FR" sz="2800" strike="noStrike" u="none">
                <a:solidFill>
                  <a:srgbClr val="c00000"/>
                </a:solidFill>
                <a:effectLst/>
                <a:uFillTx/>
                <a:latin typeface="Arial"/>
              </a:rPr>
              <a:t>T</a:t>
            </a:r>
            <a:r>
              <a:rPr b="0" i="1" lang="fr-FR" sz="2800" strike="noStrike" u="none" baseline="-25000">
                <a:solidFill>
                  <a:srgbClr val="c00000"/>
                </a:solidFill>
                <a:effectLst/>
                <a:uFillTx/>
                <a:latin typeface="Arial"/>
              </a:rPr>
              <a:t>1</a:t>
            </a:r>
            <a:r>
              <a:rPr b="0" lang="fr-FR" sz="2800" strike="noStrike" u="none">
                <a:solidFill>
                  <a:srgbClr val="c00000"/>
                </a:solidFill>
                <a:effectLst/>
                <a:uFillTx/>
                <a:latin typeface="Arial"/>
              </a:rPr>
              <a:t> la température du corps ( </a:t>
            </a:r>
            <a:r>
              <a:rPr b="0" i="1" lang="fr-FR" sz="2800" strike="noStrike" u="none">
                <a:solidFill>
                  <a:srgbClr val="c00000"/>
                </a:solidFill>
                <a:effectLst/>
                <a:uFillTx/>
                <a:latin typeface="Arial"/>
              </a:rPr>
              <a:t>T</a:t>
            </a:r>
            <a:r>
              <a:rPr b="0" i="1" lang="fr-FR" sz="1800" strike="noStrike" u="none">
                <a:solidFill>
                  <a:srgbClr val="c00000"/>
                </a:solidFill>
                <a:effectLst/>
                <a:uFillTx/>
                <a:latin typeface="Arial"/>
              </a:rPr>
              <a:t>1</a:t>
            </a:r>
            <a:r>
              <a:rPr b="0" lang="fr-FR" sz="2800" strike="noStrike" u="none">
                <a:solidFill>
                  <a:srgbClr val="c00000"/>
                </a:solidFill>
                <a:effectLst/>
                <a:uFillTx/>
                <a:latin typeface="Arial"/>
              </a:rPr>
              <a:t> ≠ </a:t>
            </a:r>
            <a:r>
              <a:rPr b="0" i="1" lang="fr-FR" sz="2800" strike="noStrike" u="none">
                <a:solidFill>
                  <a:srgbClr val="c00000"/>
                </a:solidFill>
                <a:effectLst/>
                <a:uFillTx/>
                <a:latin typeface="Arial"/>
              </a:rPr>
              <a:t>T</a:t>
            </a:r>
            <a:r>
              <a:rPr b="0" i="1" lang="fr-FR" sz="1800" strike="noStrike" u="none">
                <a:solidFill>
                  <a:srgbClr val="c00000"/>
                </a:solidFill>
                <a:effectLst/>
                <a:uFillTx/>
                <a:latin typeface="Arial"/>
              </a:rPr>
              <a:t>0</a:t>
            </a:r>
            <a:r>
              <a:rPr b="0" lang="fr-FR" sz="2800" strike="noStrike" u="none">
                <a:solidFill>
                  <a:srgbClr val="c00000"/>
                </a:solidFill>
                <a:effectLst/>
                <a:uFillTx/>
                <a:latin typeface="Arial"/>
              </a:rPr>
              <a:t>).</a:t>
            </a:r>
            <a:endParaRPr b="0" lang="en-US" sz="2800" strike="noStrike" u="none">
              <a:solidFill>
                <a:srgbClr val="000000"/>
              </a:solidFill>
              <a:effectLst/>
              <a:uFillTx/>
              <a:latin typeface="Arial"/>
            </a:endParaRPr>
          </a:p>
        </p:txBody>
      </p:sp>
      <p:sp>
        <p:nvSpPr>
          <p:cNvPr id="175" name="Rectangle 8"/>
          <p:cNvSpPr/>
          <p:nvPr/>
        </p:nvSpPr>
        <p:spPr>
          <a:xfrm>
            <a:off x="330120" y="2819520"/>
            <a:ext cx="8553600" cy="947880"/>
          </a:xfrm>
          <a:prstGeom prst="rect">
            <a:avLst/>
          </a:prstGeom>
          <a:noFill/>
          <a:ln w="0">
            <a:noFill/>
          </a:ln>
        </p:spPr>
        <p:style>
          <a:lnRef idx="0"/>
          <a:fillRef idx="0"/>
          <a:effectRef idx="0"/>
          <a:fontRef idx="minor"/>
        </p:style>
        <p:txBody>
          <a:bodyPr lIns="90000" rIns="90000" tIns="46800" bIns="46800" anchor="t">
            <a:spAutoFit/>
          </a:bodyPr>
          <a:p>
            <a:pPr algn="just">
              <a:spcBef>
                <a:spcPts val="174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800" strike="noStrike" u="none">
                <a:solidFill>
                  <a:srgbClr val="000000"/>
                </a:solidFill>
                <a:effectLst/>
                <a:uFillTx/>
                <a:latin typeface="Arial"/>
              </a:rPr>
              <a:t>On introduit dans l’eau une masse </a:t>
            </a:r>
            <a:r>
              <a:rPr b="0" i="1" lang="fr-FR" sz="2800" strike="noStrike" u="none">
                <a:solidFill>
                  <a:srgbClr val="c00000"/>
                </a:solidFill>
                <a:effectLst/>
                <a:uFillTx/>
                <a:latin typeface="Arial"/>
              </a:rPr>
              <a:t>m</a:t>
            </a:r>
            <a:r>
              <a:rPr b="0" lang="fr-FR" sz="2800" strike="noStrike" u="none">
                <a:solidFill>
                  <a:srgbClr val="000000"/>
                </a:solidFill>
                <a:effectLst/>
                <a:uFillTx/>
                <a:latin typeface="Arial"/>
              </a:rPr>
              <a:t> d’un corps dont on veut mesurer la chaleur massique </a:t>
            </a:r>
            <a:r>
              <a:rPr b="0" i="1" lang="fr-FR" sz="2800" strike="noStrike" u="none">
                <a:solidFill>
                  <a:srgbClr val="c00000"/>
                </a:solidFill>
                <a:effectLst/>
                <a:uFillTx/>
                <a:latin typeface="Arial"/>
              </a:rPr>
              <a:t>c</a:t>
            </a:r>
            <a:r>
              <a:rPr b="0" i="1" lang="fr-FR" sz="1800" strike="noStrike" u="none">
                <a:solidFill>
                  <a:srgbClr val="c00000"/>
                </a:solidFill>
                <a:effectLst/>
                <a:uFillTx/>
                <a:latin typeface="Arial"/>
              </a:rPr>
              <a:t>p</a:t>
            </a:r>
            <a:r>
              <a:rPr b="0" lang="fr-FR" sz="2800" strike="noStrike" u="none">
                <a:solidFill>
                  <a:srgbClr val="c00000"/>
                </a:solidFill>
                <a:effectLst/>
                <a:uFillTx/>
                <a:latin typeface="Arial"/>
              </a:rPr>
              <a:t>.</a:t>
            </a:r>
            <a:endParaRPr b="0" lang="en-US" sz="2800" strike="noStrike" u="none">
              <a:solidFill>
                <a:srgbClr val="000000"/>
              </a:solidFill>
              <a:effectLst/>
              <a:uFillTx/>
              <a:latin typeface="Arial"/>
            </a:endParaRPr>
          </a:p>
        </p:txBody>
      </p:sp>
      <p:sp>
        <p:nvSpPr>
          <p:cNvPr id="176" name="Rectangle 9"/>
          <p:cNvSpPr/>
          <p:nvPr/>
        </p:nvSpPr>
        <p:spPr>
          <a:xfrm>
            <a:off x="769680" y="4549680"/>
            <a:ext cx="6683400" cy="520920"/>
          </a:xfrm>
          <a:prstGeom prst="rect">
            <a:avLst/>
          </a:prstGeom>
          <a:noFill/>
          <a:ln w="0">
            <a:noFill/>
          </a:ln>
        </p:spPr>
        <p:style>
          <a:lnRef idx="0"/>
          <a:fillRef idx="0"/>
          <a:effectRef idx="0"/>
          <a:fontRef idx="minor"/>
        </p:style>
        <p:txBody>
          <a:bodyPr wrap="none"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800" strike="noStrike" u="none">
                <a:solidFill>
                  <a:srgbClr val="c00000"/>
                </a:solidFill>
                <a:effectLst/>
                <a:uFillTx/>
                <a:latin typeface="Arial"/>
              </a:rPr>
              <a:t>La température du mélange s’établit à </a:t>
            </a:r>
            <a:r>
              <a:rPr b="0" i="1" lang="fr-FR" sz="2800" strike="noStrike" u="none">
                <a:solidFill>
                  <a:srgbClr val="c00000"/>
                </a:solidFill>
                <a:effectLst/>
                <a:uFillTx/>
                <a:latin typeface="Arial"/>
              </a:rPr>
              <a:t>T</a:t>
            </a:r>
            <a:r>
              <a:rPr b="0" i="1" lang="fr-FR" sz="1800" strike="noStrike" u="none">
                <a:solidFill>
                  <a:srgbClr val="c00000"/>
                </a:solidFill>
                <a:effectLst/>
                <a:uFillTx/>
                <a:latin typeface="Arial"/>
              </a:rPr>
              <a:t>2</a:t>
            </a:r>
            <a:r>
              <a:rPr b="0" lang="fr-FR" sz="2800" strike="noStrike" u="none">
                <a:solidFill>
                  <a:srgbClr val="c00000"/>
                </a:solidFill>
                <a:effectLst/>
                <a:uFillTx/>
                <a:latin typeface="Arial"/>
              </a:rPr>
              <a:t>.</a:t>
            </a:r>
            <a:endParaRPr b="0" lang="en-US" sz="2800" strike="noStrike" u="none">
              <a:solidFill>
                <a:srgbClr val="000000"/>
              </a:solidFill>
              <a:effectLst/>
              <a:uFillTx/>
              <a:latin typeface="Arial"/>
            </a:endParaRPr>
          </a:p>
        </p:txBody>
      </p:sp>
      <p:sp>
        <p:nvSpPr>
          <p:cNvPr id="177" name="Rectangle 4"/>
          <p:cNvSpPr/>
          <p:nvPr/>
        </p:nvSpPr>
        <p:spPr>
          <a:xfrm>
            <a:off x="0" y="0"/>
            <a:ext cx="9144000" cy="571680"/>
          </a:xfrm>
          <a:prstGeom prst="rect">
            <a:avLst/>
          </a:prstGeom>
          <a:solidFill>
            <a:srgbClr val="4f81bd"/>
          </a:solidFill>
          <a:ln w="0">
            <a:noFill/>
          </a:ln>
        </p:spPr>
        <p:style>
          <a:lnRef idx="0"/>
          <a:fillRef idx="0"/>
          <a:effectRef idx="0"/>
          <a:fontRef idx="minor"/>
        </p:style>
        <p:txBody>
          <a:bodyPr lIns="90000" rIns="90000" tIns="46800" bIns="46800" anchor="b" anchorCtr="1">
            <a:noAutofit/>
          </a:bodyPr>
          <a:p>
            <a:pPr>
              <a:lnSpc>
                <a:spcPct val="15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800" strike="noStrike" u="none">
                <a:solidFill>
                  <a:srgbClr val="cc3300"/>
                </a:solidFill>
                <a:effectLst/>
                <a:uFillTx/>
                <a:latin typeface="Times New Roman"/>
                <a:ea typeface="Times New Roman"/>
              </a:rPr>
              <a:t>Séance 3 : </a:t>
            </a:r>
            <a:r>
              <a:rPr b="1" lang="fr-FR" sz="2800" strike="noStrike" u="none">
                <a:solidFill>
                  <a:srgbClr val="cc3300"/>
                </a:solidFill>
                <a:effectLst/>
                <a:uFillTx/>
                <a:latin typeface="Times New Roman"/>
                <a:ea typeface="Times New Roman"/>
              </a:rPr>
              <a:t>QUANTITE DE CHALEUR ET TRAVAIL</a:t>
            </a:r>
            <a:endParaRPr b="0" lang="en-US" sz="2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timing>
    <p:tnLst>
      <p:par>
        <p:cTn id="722" dur="indefinite" restart="never" nodeType="tmRoot">
          <p:childTnLst>
            <p:seq>
              <p:cTn id="723" dur="indefinite" nodeType="mainSeq">
                <p:childTnLst>
                  <p:par>
                    <p:cTn id="724" nodeType="clickEffect" fill="hold">
                      <p:stCondLst>
                        <p:cond delay="indefinite"/>
                      </p:stCondLst>
                      <p:childTnLst>
                        <p:par>
                          <p:cTn id="725" nodeType="withEffect" fill="hold">
                            <p:stCondLst>
                              <p:cond delay="0"/>
                            </p:stCondLst>
                            <p:childTnLst>
                              <p:par>
                                <p:cTn id="726" nodeType="clickEffect" fill="hold" presetClass="entr" presetID="27">
                                  <p:stCondLst>
                                    <p:cond delay="0"/>
                                  </p:stCondLst>
                                  <p:iterate type="lt">
                                    <p:tmAbs val="40"/>
                                  </p:iterate>
                                  <p:childTnLst>
                                    <p:set>
                                      <p:cBhvr>
                                        <p:cTn id="727" dur="1" fill="hold">
                                          <p:stCondLst>
                                            <p:cond delay="0"/>
                                          </p:stCondLst>
                                        </p:cTn>
                                        <p:tgtEl>
                                          <p:spTgt spid="172"/>
                                        </p:tgtEl>
                                        <p:attrNameLst>
                                          <p:attrName>style.visibility</p:attrName>
                                        </p:attrNameLst>
                                      </p:cBhvr>
                                      <p:to>
                                        <p:strVal val="visible"/>
                                      </p:to>
                                    </p:set>
                                    <p:anim calcmode="discrete" valueType="clr">
                                      <p:cBhvr additive="repl">
                                        <p:cTn id="728" dur="80"/>
                                        <p:tgtEl>
                                          <p:spTgt spid="172"/>
                                        </p:tgtEl>
                                        <p:attrNameLst>
                                          <p:attrName>style.color</p:attrName>
                                        </p:attrNameLst>
                                      </p:cBhvr>
                                      <p:tavLst>
                                        <p:tav tm="0">
                                          <p:val>
                                            <p:strVal val="rgb(77,80,-64)"/>
                                          </p:val>
                                        </p:tav>
                                        <p:tav tm="50000">
                                          <p:val>
                                            <p:strVal val="rgb(-1,0,0)"/>
                                          </p:val>
                                        </p:tav>
                                      </p:tavLst>
                                    </p:anim>
                                    <p:anim calcmode="discrete" valueType="clr">
                                      <p:cBhvr additive="repl">
                                        <p:cTn id="729" dur="80"/>
                                        <p:tgtEl>
                                          <p:spTgt spid="172"/>
                                        </p:tgtEl>
                                        <p:attrNameLst>
                                          <p:attrName>fillcolor</p:attrName>
                                        </p:attrNameLst>
                                      </p:cBhvr>
                                      <p:tavLst>
                                        <p:tav tm="0">
                                          <p:val>
                                            <p:strVal val="rgb(77,80,-64)"/>
                                          </p:val>
                                        </p:tav>
                                        <p:tav tm="50000">
                                          <p:val>
                                            <p:strVal val="rgb(-1,0,0)"/>
                                          </p:val>
                                        </p:tav>
                                      </p:tavLst>
                                    </p:anim>
                                    <p:set>
                                      <p:cBhvr>
                                        <p:cTn id="730" dur="80"/>
                                        <p:tgtEl>
                                          <p:spTgt spid="172"/>
                                        </p:tgtEl>
                                        <p:attrNameLst>
                                          <p:attrName>fill.type</p:attrName>
                                        </p:attrNameLst>
                                      </p:cBhvr>
                                      <p:to>
                                        <p:strVal val="solid"/>
                                      </p:to>
                                    </p:set>
                                  </p:childTnLst>
                                </p:cTn>
                              </p:par>
                            </p:childTnLst>
                          </p:cTn>
                        </p:par>
                      </p:childTnLst>
                    </p:cTn>
                  </p:par>
                  <p:par>
                    <p:cTn id="731" nodeType="clickEffect" fill="hold">
                      <p:stCondLst>
                        <p:cond delay="indefinite"/>
                      </p:stCondLst>
                      <p:childTnLst>
                        <p:par>
                          <p:cTn id="732" nodeType="withEffect" fill="hold">
                            <p:stCondLst>
                              <p:cond delay="0"/>
                            </p:stCondLst>
                            <p:childTnLst>
                              <p:par>
                                <p:cTn id="733" nodeType="clickEffect" fill="hold" presetClass="entr" presetID="27">
                                  <p:stCondLst>
                                    <p:cond delay="0"/>
                                  </p:stCondLst>
                                  <p:iterate type="lt">
                                    <p:tmAbs val="40"/>
                                  </p:iterate>
                                  <p:childTnLst>
                                    <p:set>
                                      <p:cBhvr>
                                        <p:cTn id="734" dur="1" fill="hold">
                                          <p:stCondLst>
                                            <p:cond delay="0"/>
                                          </p:stCondLst>
                                        </p:cTn>
                                        <p:tgtEl>
                                          <p:spTgt spid="175"/>
                                        </p:tgtEl>
                                        <p:attrNameLst>
                                          <p:attrName>style.visibility</p:attrName>
                                        </p:attrNameLst>
                                      </p:cBhvr>
                                      <p:to>
                                        <p:strVal val="visible"/>
                                      </p:to>
                                    </p:set>
                                    <p:anim calcmode="discrete" valueType="clr">
                                      <p:cBhvr additive="repl">
                                        <p:cTn id="735" dur="80"/>
                                        <p:tgtEl>
                                          <p:spTgt spid="175"/>
                                        </p:tgtEl>
                                        <p:attrNameLst>
                                          <p:attrName>style.color</p:attrName>
                                        </p:attrNameLst>
                                      </p:cBhvr>
                                      <p:tavLst>
                                        <p:tav tm="0">
                                          <p:val>
                                            <p:strVal val="rgb(77,80,-64)"/>
                                          </p:val>
                                        </p:tav>
                                        <p:tav tm="50000">
                                          <p:val>
                                            <p:strVal val="rgb(-1,0,0)"/>
                                          </p:val>
                                        </p:tav>
                                      </p:tavLst>
                                    </p:anim>
                                    <p:anim calcmode="discrete" valueType="clr">
                                      <p:cBhvr additive="repl">
                                        <p:cTn id="736" dur="80"/>
                                        <p:tgtEl>
                                          <p:spTgt spid="175"/>
                                        </p:tgtEl>
                                        <p:attrNameLst>
                                          <p:attrName>fillcolor</p:attrName>
                                        </p:attrNameLst>
                                      </p:cBhvr>
                                      <p:tavLst>
                                        <p:tav tm="0">
                                          <p:val>
                                            <p:strVal val="rgb(77,80,-64)"/>
                                          </p:val>
                                        </p:tav>
                                        <p:tav tm="50000">
                                          <p:val>
                                            <p:strVal val="rgb(-1,0,0)"/>
                                          </p:val>
                                        </p:tav>
                                      </p:tavLst>
                                    </p:anim>
                                    <p:set>
                                      <p:cBhvr>
                                        <p:cTn id="737" dur="80"/>
                                        <p:tgtEl>
                                          <p:spTgt spid="175"/>
                                        </p:tgtEl>
                                        <p:attrNameLst>
                                          <p:attrName>fill.type</p:attrName>
                                        </p:attrNameLst>
                                      </p:cBhvr>
                                      <p:to>
                                        <p:strVal val="solid"/>
                                      </p:to>
                                    </p:set>
                                  </p:childTnLst>
                                </p:cTn>
                              </p:par>
                            </p:childTnLst>
                          </p:cTn>
                        </p:par>
                      </p:childTnLst>
                    </p:cTn>
                  </p:par>
                  <p:par>
                    <p:cTn id="738" nodeType="clickEffect" fill="hold">
                      <p:stCondLst>
                        <p:cond delay="indefinite"/>
                      </p:stCondLst>
                      <p:childTnLst>
                        <p:par>
                          <p:cTn id="739" nodeType="withEffect" fill="hold">
                            <p:stCondLst>
                              <p:cond delay="0"/>
                            </p:stCondLst>
                            <p:childTnLst>
                              <p:par>
                                <p:cTn id="740" nodeType="clickEffect" fill="hold" presetClass="entr" presetID="27">
                                  <p:stCondLst>
                                    <p:cond delay="0"/>
                                  </p:stCondLst>
                                  <p:iterate type="lt">
                                    <p:tmAbs val="40"/>
                                  </p:iterate>
                                  <p:childTnLst>
                                    <p:set>
                                      <p:cBhvr>
                                        <p:cTn id="741" dur="1" fill="hold">
                                          <p:stCondLst>
                                            <p:cond delay="0"/>
                                          </p:stCondLst>
                                        </p:cTn>
                                        <p:tgtEl>
                                          <p:spTgt spid="174"/>
                                        </p:tgtEl>
                                        <p:attrNameLst>
                                          <p:attrName>style.visibility</p:attrName>
                                        </p:attrNameLst>
                                      </p:cBhvr>
                                      <p:to>
                                        <p:strVal val="visible"/>
                                      </p:to>
                                    </p:set>
                                    <p:anim calcmode="discrete" valueType="clr">
                                      <p:cBhvr additive="repl">
                                        <p:cTn id="742" dur="80"/>
                                        <p:tgtEl>
                                          <p:spTgt spid="174"/>
                                        </p:tgtEl>
                                        <p:attrNameLst>
                                          <p:attrName>style.color</p:attrName>
                                        </p:attrNameLst>
                                      </p:cBhvr>
                                      <p:tavLst>
                                        <p:tav tm="0">
                                          <p:val>
                                            <p:strVal val="rgb(77,80,-64)"/>
                                          </p:val>
                                        </p:tav>
                                        <p:tav tm="50000">
                                          <p:val>
                                            <p:strVal val="rgb(-1,0,0)"/>
                                          </p:val>
                                        </p:tav>
                                      </p:tavLst>
                                    </p:anim>
                                    <p:anim calcmode="discrete" valueType="clr">
                                      <p:cBhvr additive="repl">
                                        <p:cTn id="743" dur="80"/>
                                        <p:tgtEl>
                                          <p:spTgt spid="174"/>
                                        </p:tgtEl>
                                        <p:attrNameLst>
                                          <p:attrName>fillcolor</p:attrName>
                                        </p:attrNameLst>
                                      </p:cBhvr>
                                      <p:tavLst>
                                        <p:tav tm="0">
                                          <p:val>
                                            <p:strVal val="rgb(77,80,-64)"/>
                                          </p:val>
                                        </p:tav>
                                        <p:tav tm="50000">
                                          <p:val>
                                            <p:strVal val="rgb(-1,0,0)"/>
                                          </p:val>
                                        </p:tav>
                                      </p:tavLst>
                                    </p:anim>
                                    <p:set>
                                      <p:cBhvr>
                                        <p:cTn id="744" dur="80"/>
                                        <p:tgtEl>
                                          <p:spTgt spid="174"/>
                                        </p:tgtEl>
                                        <p:attrNameLst>
                                          <p:attrName>fill.type</p:attrName>
                                        </p:attrNameLst>
                                      </p:cBhvr>
                                      <p:to>
                                        <p:strVal val="solid"/>
                                      </p:to>
                                    </p:set>
                                  </p:childTnLst>
                                </p:cTn>
                              </p:par>
                            </p:childTnLst>
                          </p:cTn>
                        </p:par>
                      </p:childTnLst>
                    </p:cTn>
                  </p:par>
                  <p:par>
                    <p:cTn id="745" nodeType="clickEffect" fill="hold">
                      <p:stCondLst>
                        <p:cond delay="indefinite"/>
                      </p:stCondLst>
                      <p:childTnLst>
                        <p:par>
                          <p:cTn id="746" nodeType="withEffect" fill="hold">
                            <p:stCondLst>
                              <p:cond delay="0"/>
                            </p:stCondLst>
                            <p:childTnLst>
                              <p:par>
                                <p:cTn id="747" nodeType="clickEffect" fill="hold" presetClass="entr" presetID="27">
                                  <p:stCondLst>
                                    <p:cond delay="0"/>
                                  </p:stCondLst>
                                  <p:iterate type="lt">
                                    <p:tmAbs val="40"/>
                                  </p:iterate>
                                  <p:childTnLst>
                                    <p:set>
                                      <p:cBhvr>
                                        <p:cTn id="748" dur="1" fill="hold">
                                          <p:stCondLst>
                                            <p:cond delay="0"/>
                                          </p:stCondLst>
                                        </p:cTn>
                                        <p:tgtEl>
                                          <p:spTgt spid="176">
                                            <p:txEl>
                                              <p:pRg st="0" end="0"/>
                                            </p:txEl>
                                          </p:spTgt>
                                        </p:tgtEl>
                                        <p:attrNameLst>
                                          <p:attrName>style.visibility</p:attrName>
                                        </p:attrNameLst>
                                      </p:cBhvr>
                                      <p:to>
                                        <p:strVal val="visible"/>
                                      </p:to>
                                    </p:set>
                                    <p:anim calcmode="discrete" valueType="clr">
                                      <p:cBhvr additive="repl">
                                        <p:cTn id="749" dur="80"/>
                                        <p:tgtEl>
                                          <p:spTgt spid="176">
                                            <p:txEl>
                                              <p:pRg st="0" end="0"/>
                                            </p:txEl>
                                          </p:spTgt>
                                        </p:tgtEl>
                                        <p:attrNameLst>
                                          <p:attrName>style.color</p:attrName>
                                        </p:attrNameLst>
                                      </p:cBhvr>
                                      <p:tavLst>
                                        <p:tav tm="0">
                                          <p:val>
                                            <p:strVal val="rgb(77,80,-64)"/>
                                          </p:val>
                                        </p:tav>
                                        <p:tav tm="50000">
                                          <p:val>
                                            <p:strVal val="rgb(-1,0,0)"/>
                                          </p:val>
                                        </p:tav>
                                      </p:tavLst>
                                    </p:anim>
                                    <p:anim calcmode="discrete" valueType="clr">
                                      <p:cBhvr additive="repl">
                                        <p:cTn id="750" dur="80"/>
                                        <p:tgtEl>
                                          <p:spTgt spid="176">
                                            <p:txEl>
                                              <p:pRg st="0" end="0"/>
                                            </p:txEl>
                                          </p:spTgt>
                                        </p:tgtEl>
                                        <p:attrNameLst>
                                          <p:attrName>fillcolor</p:attrName>
                                        </p:attrNameLst>
                                      </p:cBhvr>
                                      <p:tavLst>
                                        <p:tav tm="0">
                                          <p:val>
                                            <p:strVal val="rgb(77,80,-64)"/>
                                          </p:val>
                                        </p:tav>
                                        <p:tav tm="50000">
                                          <p:val>
                                            <p:strVal val="rgb(-1,0,0)"/>
                                          </p:val>
                                        </p:tav>
                                      </p:tavLst>
                                    </p:anim>
                                    <p:set>
                                      <p:cBhvr>
                                        <p:cTn id="751" dur="80"/>
                                        <p:tgtEl>
                                          <p:spTgt spid="176">
                                            <p:txEl>
                                              <p:pRg st="0" end="0"/>
                                            </p:txEl>
                                          </p:spTgt>
                                        </p:tgtEl>
                                        <p:attrNameLst>
                                          <p:attrName>fill.type</p:attrName>
                                        </p:attrNameLst>
                                      </p:cBhvr>
                                      <p:to>
                                        <p:strVal val="solid"/>
                                      </p:to>
                                    </p:set>
                                  </p:childTnLst>
                                </p:cTn>
                              </p:par>
                            </p:childTnLst>
                          </p:cTn>
                        </p:par>
                      </p:childTnLst>
                    </p:cTn>
                  </p:par>
                  <p:par>
                    <p:cTn id="752" nodeType="clickEffect" fill="hold">
                      <p:stCondLst>
                        <p:cond delay="indefinite"/>
                      </p:stCondLst>
                      <p:childTnLst>
                        <p:par>
                          <p:cTn id="753" nodeType="withEffect" fill="hold">
                            <p:stCondLst>
                              <p:cond delay="0"/>
                            </p:stCondLst>
                            <p:childTnLst>
                              <p:par>
                                <p:cTn id="754" nodeType="clickEffect" fill="hold" presetClass="entr" presetID="27">
                                  <p:stCondLst>
                                    <p:cond delay="0"/>
                                  </p:stCondLst>
                                  <p:iterate type="lt">
                                    <p:tmAbs val="40"/>
                                  </p:iterate>
                                  <p:childTnLst>
                                    <p:set>
                                      <p:cBhvr>
                                        <p:cTn id="755" dur="1" fill="hold">
                                          <p:stCondLst>
                                            <p:cond delay="0"/>
                                          </p:stCondLst>
                                        </p:cTn>
                                        <p:tgtEl>
                                          <p:spTgt spid="173"/>
                                        </p:tgtEl>
                                        <p:attrNameLst>
                                          <p:attrName>style.visibility</p:attrName>
                                        </p:attrNameLst>
                                      </p:cBhvr>
                                      <p:to>
                                        <p:strVal val="visible"/>
                                      </p:to>
                                    </p:set>
                                    <p:anim calcmode="discrete" valueType="clr">
                                      <p:cBhvr additive="repl">
                                        <p:cTn id="756" dur="80"/>
                                        <p:tgtEl>
                                          <p:spTgt spid="173"/>
                                        </p:tgtEl>
                                        <p:attrNameLst>
                                          <p:attrName>style.color</p:attrName>
                                        </p:attrNameLst>
                                      </p:cBhvr>
                                      <p:tavLst>
                                        <p:tav tm="0">
                                          <p:val>
                                            <p:strVal val="rgb(77,80,-64)"/>
                                          </p:val>
                                        </p:tav>
                                        <p:tav tm="50000">
                                          <p:val>
                                            <p:strVal val="rgb(-1,0,0)"/>
                                          </p:val>
                                        </p:tav>
                                      </p:tavLst>
                                    </p:anim>
                                    <p:anim calcmode="discrete" valueType="clr">
                                      <p:cBhvr additive="repl">
                                        <p:cTn id="757" dur="80"/>
                                        <p:tgtEl>
                                          <p:spTgt spid="173"/>
                                        </p:tgtEl>
                                        <p:attrNameLst>
                                          <p:attrName>fillcolor</p:attrName>
                                        </p:attrNameLst>
                                      </p:cBhvr>
                                      <p:tavLst>
                                        <p:tav tm="0">
                                          <p:val>
                                            <p:strVal val="rgb(77,80,-64)"/>
                                          </p:val>
                                        </p:tav>
                                        <p:tav tm="50000">
                                          <p:val>
                                            <p:strVal val="rgb(-1,0,0)"/>
                                          </p:val>
                                        </p:tav>
                                      </p:tavLst>
                                    </p:anim>
                                    <p:set>
                                      <p:cBhvr>
                                        <p:cTn id="758" dur="80"/>
                                        <p:tgtEl>
                                          <p:spTgt spid="173"/>
                                        </p:tgtEl>
                                        <p:attrNameLst>
                                          <p:attrName>fill.type</p:attrName>
                                        </p:attrNameLst>
                                      </p:cBhvr>
                                      <p:to>
                                        <p:strVal val="solid"/>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8" name="Rectangle 3"/>
          <p:cNvSpPr/>
          <p:nvPr/>
        </p:nvSpPr>
        <p:spPr>
          <a:xfrm>
            <a:off x="515160" y="556200"/>
            <a:ext cx="6356160" cy="703440"/>
          </a:xfrm>
          <a:prstGeom prst="rect">
            <a:avLst/>
          </a:prstGeom>
          <a:noFill/>
          <a:ln w="0">
            <a:noFill/>
          </a:ln>
        </p:spPr>
        <p:style>
          <a:lnRef idx="0"/>
          <a:fillRef idx="0"/>
          <a:effectRef idx="0"/>
          <a:fontRef idx="minor"/>
        </p:style>
        <p:txBody>
          <a:bodyPr wrap="none" lIns="90000" rIns="90000" tIns="46800" bIns="46800" anchor="ctr">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4000" strike="noStrike" u="none">
                <a:solidFill>
                  <a:srgbClr val="c00000"/>
                </a:solidFill>
                <a:effectLst/>
                <a:uFillTx/>
                <a:latin typeface="Arial"/>
              </a:rPr>
              <a:t>Application : Calorimétrie</a:t>
            </a:r>
            <a:endParaRPr b="0" lang="en-US" sz="4000" strike="noStrike" u="none">
              <a:solidFill>
                <a:srgbClr val="000000"/>
              </a:solidFill>
              <a:effectLst/>
              <a:uFillTx/>
              <a:latin typeface="Arial"/>
            </a:endParaRPr>
          </a:p>
        </p:txBody>
      </p:sp>
      <p:graphicFrame>
        <p:nvGraphicFramePr>
          <p:cNvPr id="179" name="Object 2"/>
          <p:cNvGraphicFramePr/>
          <p:nvPr/>
        </p:nvGraphicFramePr>
        <p:xfrm>
          <a:off x="388800" y="2097000"/>
          <a:ext cx="8755200" cy="749520"/>
        </p:xfrm>
        <a:graphic>
          <a:graphicData uri="http://schemas.openxmlformats.org/presentationml/2006/ole">
            <p:oleObj r:id="rId1" spid="">
              <p:embed/>
              <p:pic>
                <p:nvPicPr>
                  <p:cNvPr id="180" name="Object 2" descr=""/>
                  <p:cNvPicPr/>
                  <p:nvPr/>
                </p:nvPicPr>
                <p:blipFill>
                  <a:blip r:embed="rId2"/>
                  <a:stretch/>
                </p:blipFill>
                <p:spPr>
                  <a:xfrm>
                    <a:off x="388800" y="2097000"/>
                    <a:ext cx="8755200" cy="749520"/>
                  </a:xfrm>
                  <a:prstGeom prst="rect">
                    <a:avLst/>
                  </a:prstGeom>
                  <a:solidFill>
                    <a:srgbClr val="66ffff"/>
                  </a:solidFill>
                  <a:ln w="0">
                    <a:noFill/>
                  </a:ln>
                </p:spPr>
              </p:pic>
            </p:oleObj>
          </a:graphicData>
        </a:graphic>
      </p:graphicFrame>
      <p:graphicFrame>
        <p:nvGraphicFramePr>
          <p:cNvPr id="181" name="Object 3"/>
          <p:cNvGraphicFramePr/>
          <p:nvPr/>
        </p:nvGraphicFramePr>
        <p:xfrm>
          <a:off x="196920" y="3138480"/>
          <a:ext cx="915840" cy="679320"/>
        </p:xfrm>
        <a:graphic>
          <a:graphicData uri="http://schemas.openxmlformats.org/presentationml/2006/ole">
            <p:oleObj r:id="rId3" spid="">
              <p:embed/>
              <p:pic>
                <p:nvPicPr>
                  <p:cNvPr id="182" name="Object 3" descr=""/>
                  <p:cNvPicPr/>
                  <p:nvPr/>
                </p:nvPicPr>
                <p:blipFill>
                  <a:blip r:embed="rId4"/>
                  <a:stretch/>
                </p:blipFill>
                <p:spPr>
                  <a:xfrm>
                    <a:off x="196920" y="3138480"/>
                    <a:ext cx="915840" cy="679320"/>
                  </a:xfrm>
                  <a:prstGeom prst="rect">
                    <a:avLst/>
                  </a:prstGeom>
                  <a:solidFill>
                    <a:srgbClr val="66ffff"/>
                  </a:solidFill>
                  <a:ln w="0">
                    <a:noFill/>
                  </a:ln>
                </p:spPr>
              </p:pic>
            </p:oleObj>
          </a:graphicData>
        </a:graphic>
      </p:graphicFrame>
      <p:graphicFrame>
        <p:nvGraphicFramePr>
          <p:cNvPr id="183" name="Object 4"/>
          <p:cNvGraphicFramePr/>
          <p:nvPr/>
        </p:nvGraphicFramePr>
        <p:xfrm>
          <a:off x="1592280" y="3144960"/>
          <a:ext cx="808200" cy="688680"/>
        </p:xfrm>
        <a:graphic>
          <a:graphicData uri="http://schemas.openxmlformats.org/presentationml/2006/ole">
            <p:oleObj r:id="rId5" spid="">
              <p:embed/>
              <p:pic>
                <p:nvPicPr>
                  <p:cNvPr id="184" name="Object 4" descr=""/>
                  <p:cNvPicPr/>
                  <p:nvPr/>
                </p:nvPicPr>
                <p:blipFill>
                  <a:blip r:embed="rId6"/>
                  <a:stretch/>
                </p:blipFill>
                <p:spPr>
                  <a:xfrm>
                    <a:off x="1592280" y="3144960"/>
                    <a:ext cx="808200" cy="688680"/>
                  </a:xfrm>
                  <a:prstGeom prst="rect">
                    <a:avLst/>
                  </a:prstGeom>
                  <a:solidFill>
                    <a:srgbClr val="66ffff"/>
                  </a:solidFill>
                  <a:ln w="0">
                    <a:noFill/>
                  </a:ln>
                </p:spPr>
              </p:pic>
            </p:oleObj>
          </a:graphicData>
        </a:graphic>
      </p:graphicFrame>
      <p:sp>
        <p:nvSpPr>
          <p:cNvPr id="185" name="Rectangle 7"/>
          <p:cNvSpPr/>
          <p:nvPr/>
        </p:nvSpPr>
        <p:spPr>
          <a:xfrm>
            <a:off x="662040" y="1280520"/>
            <a:ext cx="7522920" cy="642600"/>
          </a:xfrm>
          <a:prstGeom prst="rect">
            <a:avLst/>
          </a:prstGeom>
          <a:noFill/>
          <a:ln w="0">
            <a:noFill/>
          </a:ln>
        </p:spPr>
        <p:style>
          <a:lnRef idx="0"/>
          <a:fillRef idx="0"/>
          <a:effectRef idx="0"/>
          <a:fontRef idx="minor"/>
        </p:style>
        <p:txBody>
          <a:bodyPr wrap="none" lIns="90000" rIns="90000" tIns="46800" bIns="46800" anchor="ctr">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fr-FR" sz="3600" strike="noStrike" u="none">
                <a:solidFill>
                  <a:srgbClr val="66ff33"/>
                </a:solidFill>
                <a:effectLst/>
                <a:uFillTx/>
                <a:latin typeface="Symbol"/>
                <a:ea typeface="Symbol"/>
              </a:rPr>
              <a:t></a:t>
            </a:r>
            <a:r>
              <a:rPr b="0" lang="fr-FR" sz="3600" strike="noStrike" u="none">
                <a:solidFill>
                  <a:srgbClr val="000000"/>
                </a:solidFill>
                <a:effectLst/>
                <a:uFillTx/>
                <a:latin typeface="Arial"/>
              </a:rPr>
              <a:t>  </a:t>
            </a:r>
            <a:r>
              <a:rPr b="0" lang="fr-FR" sz="3200" strike="noStrike" u="none">
                <a:solidFill>
                  <a:srgbClr val="000000"/>
                </a:solidFill>
                <a:effectLst/>
                <a:uFillTx/>
                <a:latin typeface="Times New Roman"/>
                <a:ea typeface="Times New Roman"/>
              </a:rPr>
              <a:t>est dite </a:t>
            </a:r>
            <a:r>
              <a:rPr b="0" i="1" lang="fr-FR" sz="3200" strike="noStrike" u="none">
                <a:solidFill>
                  <a:srgbClr val="000000"/>
                </a:solidFill>
                <a:effectLst/>
                <a:uFillTx/>
                <a:latin typeface="Times New Roman"/>
                <a:ea typeface="Times New Roman"/>
              </a:rPr>
              <a:t>« valeur en eau »</a:t>
            </a:r>
            <a:r>
              <a:rPr b="0" lang="fr-FR" sz="3200" strike="noStrike" u="none">
                <a:solidFill>
                  <a:srgbClr val="000000"/>
                </a:solidFill>
                <a:effectLst/>
                <a:uFillTx/>
                <a:latin typeface="Times New Roman"/>
                <a:ea typeface="Times New Roman"/>
              </a:rPr>
              <a:t> du calorimètre : </a:t>
            </a:r>
            <a:endParaRPr b="0" lang="en-US" sz="3200" strike="noStrike" u="none">
              <a:solidFill>
                <a:srgbClr val="000000"/>
              </a:solidFill>
              <a:effectLst/>
              <a:uFillTx/>
              <a:latin typeface="Arial"/>
            </a:endParaRPr>
          </a:p>
        </p:txBody>
      </p:sp>
      <p:sp>
        <p:nvSpPr>
          <p:cNvPr id="186" name="Rectangle 8"/>
          <p:cNvSpPr/>
          <p:nvPr/>
        </p:nvSpPr>
        <p:spPr>
          <a:xfrm>
            <a:off x="3537000" y="5009040"/>
            <a:ext cx="212400" cy="399240"/>
          </a:xfrm>
          <a:prstGeom prst="rect">
            <a:avLst/>
          </a:prstGeom>
          <a:noFill/>
          <a:ln w="0">
            <a:noFill/>
          </a:ln>
        </p:spPr>
        <p:style>
          <a:lnRef idx="0"/>
          <a:fillRef idx="0"/>
          <a:effectRef idx="0"/>
          <a:fontRef idx="minor"/>
        </p:style>
        <p:txBody>
          <a:bodyPr wrap="none" lIns="90000" rIns="90000" tIns="46800" bIns="46800" anchor="ctr">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000" strike="noStrike" u="none">
                <a:solidFill>
                  <a:srgbClr val="000000"/>
                </a:solidFill>
                <a:effectLst/>
                <a:uFillTx/>
                <a:latin typeface="Times New Roman"/>
                <a:ea typeface="Times New Roman"/>
              </a:rPr>
              <a:t> </a:t>
            </a:r>
            <a:endParaRPr b="0" lang="en-US" sz="1000" strike="noStrike" u="none">
              <a:solidFill>
                <a:srgbClr val="000000"/>
              </a:solidFill>
              <a:effectLst/>
              <a:uFillTx/>
              <a:latin typeface="Arial"/>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000" strike="noStrike" u="none">
              <a:solidFill>
                <a:srgbClr val="000000"/>
              </a:solidFill>
              <a:effectLst/>
              <a:uFillTx/>
              <a:latin typeface="Arial"/>
            </a:endParaRPr>
          </a:p>
        </p:txBody>
      </p:sp>
      <p:sp>
        <p:nvSpPr>
          <p:cNvPr id="187" name="Rectangle 9"/>
          <p:cNvSpPr/>
          <p:nvPr/>
        </p:nvSpPr>
        <p:spPr>
          <a:xfrm>
            <a:off x="1009440" y="3142080"/>
            <a:ext cx="677880" cy="581760"/>
          </a:xfrm>
          <a:prstGeom prst="rect">
            <a:avLst/>
          </a:prstGeom>
          <a:noFill/>
          <a:ln w="0">
            <a:noFill/>
          </a:ln>
        </p:spPr>
        <p:style>
          <a:lnRef idx="0"/>
          <a:fillRef idx="0"/>
          <a:effectRef idx="0"/>
          <a:fontRef idx="minor"/>
        </p:style>
        <p:txBody>
          <a:bodyPr wrap="none" lIns="90000" rIns="90000" tIns="46800" bIns="46800" anchor="ctr">
            <a:sp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3200" strike="noStrike" u="none">
                <a:solidFill>
                  <a:srgbClr val="000000"/>
                </a:solidFill>
                <a:effectLst/>
                <a:uFillTx/>
                <a:latin typeface="Times New Roman"/>
                <a:ea typeface="Times New Roman"/>
              </a:rPr>
              <a:t> et </a:t>
            </a:r>
            <a:endParaRPr b="0" lang="en-US" sz="3200" strike="noStrike" u="none">
              <a:solidFill>
                <a:srgbClr val="000000"/>
              </a:solidFill>
              <a:effectLst/>
              <a:uFillTx/>
              <a:latin typeface="Arial"/>
            </a:endParaRPr>
          </a:p>
        </p:txBody>
      </p:sp>
      <p:sp>
        <p:nvSpPr>
          <p:cNvPr id="188" name="Rectangle 11"/>
          <p:cNvSpPr/>
          <p:nvPr/>
        </p:nvSpPr>
        <p:spPr>
          <a:xfrm>
            <a:off x="2687760" y="3241800"/>
            <a:ext cx="5873400" cy="459720"/>
          </a:xfrm>
          <a:prstGeom prst="rect">
            <a:avLst/>
          </a:prstGeom>
          <a:noFill/>
          <a:ln w="0">
            <a:noFill/>
          </a:ln>
        </p:spPr>
        <p:style>
          <a:lnRef idx="0"/>
          <a:fillRef idx="0"/>
          <a:effectRef idx="0"/>
          <a:fontRef idx="minor"/>
        </p:style>
        <p:txBody>
          <a:bodyPr wrap="none"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400" strike="noStrike" u="none">
                <a:solidFill>
                  <a:srgbClr val="000000"/>
                </a:solidFill>
                <a:effectLst/>
                <a:uFillTx/>
                <a:latin typeface="Arial"/>
              </a:rPr>
              <a:t>masse et chaleur spécifique de l’agitateur,</a:t>
            </a:r>
            <a:endParaRPr b="0" lang="en-US" sz="2400" strike="noStrike" u="none">
              <a:solidFill>
                <a:srgbClr val="000000"/>
              </a:solidFill>
              <a:effectLst/>
              <a:uFillTx/>
              <a:latin typeface="Arial"/>
            </a:endParaRPr>
          </a:p>
        </p:txBody>
      </p:sp>
      <p:graphicFrame>
        <p:nvGraphicFramePr>
          <p:cNvPr id="189" name="Object 5"/>
          <p:cNvGraphicFramePr/>
          <p:nvPr/>
        </p:nvGraphicFramePr>
        <p:xfrm>
          <a:off x="203040" y="4091040"/>
          <a:ext cx="1119240" cy="546120"/>
        </p:xfrm>
        <a:graphic>
          <a:graphicData uri="http://schemas.openxmlformats.org/presentationml/2006/ole">
            <p:oleObj r:id="rId7" spid="">
              <p:embed/>
              <p:pic>
                <p:nvPicPr>
                  <p:cNvPr id="190" name="Object 5" descr=""/>
                  <p:cNvPicPr/>
                  <p:nvPr/>
                </p:nvPicPr>
                <p:blipFill>
                  <a:blip r:embed="rId8"/>
                  <a:stretch/>
                </p:blipFill>
                <p:spPr>
                  <a:xfrm>
                    <a:off x="203040" y="4091040"/>
                    <a:ext cx="1119240" cy="546120"/>
                  </a:xfrm>
                  <a:prstGeom prst="rect">
                    <a:avLst/>
                  </a:prstGeom>
                  <a:solidFill>
                    <a:srgbClr val="66ffff"/>
                  </a:solidFill>
                  <a:ln w="0">
                    <a:noFill/>
                  </a:ln>
                </p:spPr>
              </p:pic>
            </p:oleObj>
          </a:graphicData>
        </a:graphic>
      </p:graphicFrame>
      <p:graphicFrame>
        <p:nvGraphicFramePr>
          <p:cNvPr id="191" name="Object 6"/>
          <p:cNvGraphicFramePr/>
          <p:nvPr/>
        </p:nvGraphicFramePr>
        <p:xfrm>
          <a:off x="1727280" y="4119480"/>
          <a:ext cx="1009440" cy="546120"/>
        </p:xfrm>
        <a:graphic>
          <a:graphicData uri="http://schemas.openxmlformats.org/presentationml/2006/ole">
            <p:oleObj r:id="rId9" spid="">
              <p:embed/>
              <p:pic>
                <p:nvPicPr>
                  <p:cNvPr id="192" name="Object 6" descr=""/>
                  <p:cNvPicPr/>
                  <p:nvPr/>
                </p:nvPicPr>
                <p:blipFill>
                  <a:blip r:embed="rId10"/>
                  <a:stretch/>
                </p:blipFill>
                <p:spPr>
                  <a:xfrm>
                    <a:off x="1727280" y="4119480"/>
                    <a:ext cx="1009440" cy="546120"/>
                  </a:xfrm>
                  <a:prstGeom prst="rect">
                    <a:avLst/>
                  </a:prstGeom>
                  <a:solidFill>
                    <a:srgbClr val="66ffff"/>
                  </a:solidFill>
                  <a:ln w="0">
                    <a:noFill/>
                  </a:ln>
                </p:spPr>
              </p:pic>
            </p:oleObj>
          </a:graphicData>
        </a:graphic>
      </p:graphicFrame>
      <p:graphicFrame>
        <p:nvGraphicFramePr>
          <p:cNvPr id="193" name="Object 7"/>
          <p:cNvGraphicFramePr/>
          <p:nvPr/>
        </p:nvGraphicFramePr>
        <p:xfrm>
          <a:off x="216000" y="4970520"/>
          <a:ext cx="1041480" cy="650880"/>
        </p:xfrm>
        <a:graphic>
          <a:graphicData uri="http://schemas.openxmlformats.org/presentationml/2006/ole">
            <p:oleObj r:id="rId11" spid="">
              <p:embed/>
              <p:pic>
                <p:nvPicPr>
                  <p:cNvPr id="194" name="Object 7" descr=""/>
                  <p:cNvPicPr/>
                  <p:nvPr/>
                </p:nvPicPr>
                <p:blipFill>
                  <a:blip r:embed="rId12"/>
                  <a:stretch/>
                </p:blipFill>
                <p:spPr>
                  <a:xfrm>
                    <a:off x="216000" y="4970520"/>
                    <a:ext cx="1041480" cy="650880"/>
                  </a:xfrm>
                  <a:prstGeom prst="rect">
                    <a:avLst/>
                  </a:prstGeom>
                  <a:solidFill>
                    <a:srgbClr val="66ffff"/>
                  </a:solidFill>
                  <a:ln w="0">
                    <a:noFill/>
                  </a:ln>
                </p:spPr>
              </p:pic>
            </p:oleObj>
          </a:graphicData>
        </a:graphic>
      </p:graphicFrame>
      <p:graphicFrame>
        <p:nvGraphicFramePr>
          <p:cNvPr id="195" name="Object 8"/>
          <p:cNvGraphicFramePr/>
          <p:nvPr/>
        </p:nvGraphicFramePr>
        <p:xfrm>
          <a:off x="1701720" y="4960800"/>
          <a:ext cx="889200" cy="635040"/>
        </p:xfrm>
        <a:graphic>
          <a:graphicData uri="http://schemas.openxmlformats.org/presentationml/2006/ole">
            <p:oleObj r:id="rId13" spid="">
              <p:embed/>
              <p:pic>
                <p:nvPicPr>
                  <p:cNvPr id="196" name="Object 8" descr=""/>
                  <p:cNvPicPr/>
                  <p:nvPr/>
                </p:nvPicPr>
                <p:blipFill>
                  <a:blip r:embed="rId14"/>
                  <a:stretch/>
                </p:blipFill>
                <p:spPr>
                  <a:xfrm>
                    <a:off x="1701720" y="4960800"/>
                    <a:ext cx="889200" cy="635040"/>
                  </a:xfrm>
                  <a:prstGeom prst="rect">
                    <a:avLst/>
                  </a:prstGeom>
                  <a:solidFill>
                    <a:srgbClr val="66ffff"/>
                  </a:solidFill>
                  <a:ln w="0">
                    <a:noFill/>
                  </a:ln>
                </p:spPr>
              </p:pic>
            </p:oleObj>
          </a:graphicData>
        </a:graphic>
      </p:graphicFrame>
      <p:sp>
        <p:nvSpPr>
          <p:cNvPr id="197" name="Rectangle 17"/>
          <p:cNvSpPr/>
          <p:nvPr/>
        </p:nvSpPr>
        <p:spPr>
          <a:xfrm>
            <a:off x="1258920" y="4109400"/>
            <a:ext cx="614520" cy="520920"/>
          </a:xfrm>
          <a:prstGeom prst="rect">
            <a:avLst/>
          </a:prstGeom>
          <a:noFill/>
          <a:ln w="0">
            <a:noFill/>
          </a:ln>
        </p:spPr>
        <p:style>
          <a:lnRef idx="0"/>
          <a:fillRef idx="0"/>
          <a:effectRef idx="0"/>
          <a:fontRef idx="minor"/>
        </p:style>
        <p:txBody>
          <a:bodyPr wrap="none" lIns="90000" rIns="90000" tIns="46800" bIns="46800" anchor="ctr">
            <a:sp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800" strike="noStrike" u="none">
                <a:solidFill>
                  <a:srgbClr val="000000"/>
                </a:solidFill>
                <a:effectLst/>
                <a:uFillTx/>
                <a:latin typeface="Times New Roman"/>
                <a:ea typeface="Times New Roman"/>
              </a:rPr>
              <a:t> et </a:t>
            </a:r>
            <a:endParaRPr b="0" lang="en-US" sz="2800" strike="noStrike" u="none">
              <a:solidFill>
                <a:srgbClr val="000000"/>
              </a:solidFill>
              <a:effectLst/>
              <a:uFillTx/>
              <a:latin typeface="Arial"/>
            </a:endParaRPr>
          </a:p>
        </p:txBody>
      </p:sp>
      <p:sp>
        <p:nvSpPr>
          <p:cNvPr id="198" name="Rectangle 22"/>
          <p:cNvSpPr/>
          <p:nvPr/>
        </p:nvSpPr>
        <p:spPr>
          <a:xfrm>
            <a:off x="2919240" y="4156200"/>
            <a:ext cx="6194880" cy="459720"/>
          </a:xfrm>
          <a:prstGeom prst="rect">
            <a:avLst/>
          </a:prstGeom>
          <a:noFill/>
          <a:ln w="0">
            <a:noFill/>
          </a:ln>
        </p:spPr>
        <p:style>
          <a:lnRef idx="0"/>
          <a:fillRef idx="0"/>
          <a:effectRef idx="0"/>
          <a:fontRef idx="minor"/>
        </p:style>
        <p:txBody>
          <a:bodyPr wrap="none"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400" strike="noStrike" u="none">
                <a:solidFill>
                  <a:srgbClr val="000000"/>
                </a:solidFill>
                <a:effectLst/>
                <a:uFillTx/>
                <a:latin typeface="Arial"/>
              </a:rPr>
              <a:t>masse et chaleur spécifique du thermomètre</a:t>
            </a:r>
            <a:endParaRPr b="0" lang="en-US" sz="2400" strike="noStrike" u="none">
              <a:solidFill>
                <a:srgbClr val="000000"/>
              </a:solidFill>
              <a:effectLst/>
              <a:uFillTx/>
              <a:latin typeface="Arial"/>
            </a:endParaRPr>
          </a:p>
        </p:txBody>
      </p:sp>
      <p:sp>
        <p:nvSpPr>
          <p:cNvPr id="199" name="Rectangle 23"/>
          <p:cNvSpPr/>
          <p:nvPr/>
        </p:nvSpPr>
        <p:spPr>
          <a:xfrm>
            <a:off x="1170000" y="4985640"/>
            <a:ext cx="614520" cy="520920"/>
          </a:xfrm>
          <a:prstGeom prst="rect">
            <a:avLst/>
          </a:prstGeom>
          <a:noFill/>
          <a:ln w="0">
            <a:noFill/>
          </a:ln>
        </p:spPr>
        <p:style>
          <a:lnRef idx="0"/>
          <a:fillRef idx="0"/>
          <a:effectRef idx="0"/>
          <a:fontRef idx="minor"/>
        </p:style>
        <p:txBody>
          <a:bodyPr wrap="none" lIns="90000" rIns="90000" tIns="46800" bIns="46800" anchor="ctr">
            <a:sp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800" strike="noStrike" u="none">
                <a:solidFill>
                  <a:srgbClr val="000000"/>
                </a:solidFill>
                <a:effectLst/>
                <a:uFillTx/>
                <a:latin typeface="Times New Roman"/>
                <a:ea typeface="Times New Roman"/>
              </a:rPr>
              <a:t> et </a:t>
            </a:r>
            <a:endParaRPr b="0" lang="en-US" sz="2800" strike="noStrike" u="none">
              <a:solidFill>
                <a:srgbClr val="000000"/>
              </a:solidFill>
              <a:effectLst/>
              <a:uFillTx/>
              <a:latin typeface="Arial"/>
            </a:endParaRPr>
          </a:p>
        </p:txBody>
      </p:sp>
      <p:sp>
        <p:nvSpPr>
          <p:cNvPr id="200" name="Rectangle 24"/>
          <p:cNvSpPr/>
          <p:nvPr/>
        </p:nvSpPr>
        <p:spPr>
          <a:xfrm>
            <a:off x="2684880" y="5019840"/>
            <a:ext cx="6449040" cy="459720"/>
          </a:xfrm>
          <a:prstGeom prst="rect">
            <a:avLst/>
          </a:prstGeom>
          <a:noFill/>
          <a:ln w="0">
            <a:noFill/>
          </a:ln>
        </p:spPr>
        <p:style>
          <a:lnRef idx="0"/>
          <a:fillRef idx="0"/>
          <a:effectRef idx="0"/>
          <a:fontRef idx="minor"/>
        </p:style>
        <p:txBody>
          <a:bodyPr wrap="none"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400" strike="noStrike" u="none">
                <a:solidFill>
                  <a:srgbClr val="000000"/>
                </a:solidFill>
                <a:effectLst/>
                <a:uFillTx/>
                <a:latin typeface="Arial"/>
              </a:rPr>
              <a:t>masse et chaleur spécifique du vase (Deawar)</a:t>
            </a:r>
            <a:endParaRPr b="0" lang="en-US" sz="2400" strike="noStrike" u="none">
              <a:solidFill>
                <a:srgbClr val="000000"/>
              </a:solidFill>
              <a:effectLst/>
              <a:uFillTx/>
              <a:latin typeface="Arial"/>
            </a:endParaRPr>
          </a:p>
        </p:txBody>
      </p:sp>
      <p:sp>
        <p:nvSpPr>
          <p:cNvPr id="201" name="Rectangle 4"/>
          <p:cNvSpPr/>
          <p:nvPr/>
        </p:nvSpPr>
        <p:spPr>
          <a:xfrm>
            <a:off x="0" y="0"/>
            <a:ext cx="9144000" cy="571680"/>
          </a:xfrm>
          <a:prstGeom prst="rect">
            <a:avLst/>
          </a:prstGeom>
          <a:solidFill>
            <a:srgbClr val="4f81bd"/>
          </a:solidFill>
          <a:ln w="0">
            <a:noFill/>
          </a:ln>
        </p:spPr>
        <p:style>
          <a:lnRef idx="0"/>
          <a:fillRef idx="0"/>
          <a:effectRef idx="0"/>
          <a:fontRef idx="minor"/>
        </p:style>
        <p:txBody>
          <a:bodyPr lIns="90000" rIns="90000" tIns="46800" bIns="46800" anchor="b" anchorCtr="1">
            <a:noAutofit/>
          </a:bodyPr>
          <a:p>
            <a:pPr>
              <a:lnSpc>
                <a:spcPct val="15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800" strike="noStrike" u="none">
                <a:solidFill>
                  <a:srgbClr val="cc3300"/>
                </a:solidFill>
                <a:effectLst/>
                <a:uFillTx/>
                <a:latin typeface="Times New Roman"/>
                <a:ea typeface="Times New Roman"/>
              </a:rPr>
              <a:t>Séance 3 : </a:t>
            </a:r>
            <a:r>
              <a:rPr b="1" lang="fr-FR" sz="2800" strike="noStrike" u="none">
                <a:solidFill>
                  <a:srgbClr val="cc3300"/>
                </a:solidFill>
                <a:effectLst/>
                <a:uFillTx/>
                <a:latin typeface="Times New Roman"/>
                <a:ea typeface="Times New Roman"/>
              </a:rPr>
              <a:t>QUANTITE DE CHALEUR ET TRAVAIL</a:t>
            </a:r>
            <a:endParaRPr b="0" lang="en-US" sz="2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timing>
    <p:tnLst>
      <p:par>
        <p:cTn id="759" dur="indefinite" restart="never" nodeType="tmRoot">
          <p:childTnLst>
            <p:seq>
              <p:cTn id="760" dur="indefinite" nodeType="mainSeq">
                <p:childTnLst>
                  <p:par>
                    <p:cTn id="761" nodeType="clickEffect" fill="hold">
                      <p:stCondLst>
                        <p:cond delay="indefinite"/>
                      </p:stCondLst>
                      <p:childTnLst>
                        <p:par>
                          <p:cTn id="762" nodeType="withEffect" fill="hold">
                            <p:stCondLst>
                              <p:cond delay="0"/>
                            </p:stCondLst>
                            <p:childTnLst>
                              <p:par>
                                <p:cTn id="763" nodeType="clickEffect" fill="hold" presetClass="entr" presetID="27">
                                  <p:stCondLst>
                                    <p:cond delay="0"/>
                                  </p:stCondLst>
                                  <p:iterate type="lt">
                                    <p:tmAbs val="40"/>
                                  </p:iterate>
                                  <p:childTnLst>
                                    <p:set>
                                      <p:cBhvr>
                                        <p:cTn id="764" dur="1" fill="hold">
                                          <p:stCondLst>
                                            <p:cond delay="0"/>
                                          </p:stCondLst>
                                        </p:cTn>
                                        <p:tgtEl>
                                          <p:spTgt spid="185"/>
                                        </p:tgtEl>
                                        <p:attrNameLst>
                                          <p:attrName>style.visibility</p:attrName>
                                        </p:attrNameLst>
                                      </p:cBhvr>
                                      <p:to>
                                        <p:strVal val="visible"/>
                                      </p:to>
                                    </p:set>
                                    <p:anim calcmode="discrete" valueType="clr">
                                      <p:cBhvr additive="repl">
                                        <p:cTn id="765" dur="80"/>
                                        <p:tgtEl>
                                          <p:spTgt spid="185"/>
                                        </p:tgtEl>
                                        <p:attrNameLst>
                                          <p:attrName>style.color</p:attrName>
                                        </p:attrNameLst>
                                      </p:cBhvr>
                                      <p:tavLst>
                                        <p:tav tm="0">
                                          <p:val>
                                            <p:strVal val="rgb(77,80,-64)"/>
                                          </p:val>
                                        </p:tav>
                                        <p:tav tm="50000">
                                          <p:val>
                                            <p:strVal val="rgb(-1,0,0)"/>
                                          </p:val>
                                        </p:tav>
                                      </p:tavLst>
                                    </p:anim>
                                    <p:anim calcmode="discrete" valueType="clr">
                                      <p:cBhvr additive="repl">
                                        <p:cTn id="766" dur="80"/>
                                        <p:tgtEl>
                                          <p:spTgt spid="185"/>
                                        </p:tgtEl>
                                        <p:attrNameLst>
                                          <p:attrName>fillcolor</p:attrName>
                                        </p:attrNameLst>
                                      </p:cBhvr>
                                      <p:tavLst>
                                        <p:tav tm="0">
                                          <p:val>
                                            <p:strVal val="rgb(77,80,-64)"/>
                                          </p:val>
                                        </p:tav>
                                        <p:tav tm="50000">
                                          <p:val>
                                            <p:strVal val="rgb(-1,0,0)"/>
                                          </p:val>
                                        </p:tav>
                                      </p:tavLst>
                                    </p:anim>
                                    <p:set>
                                      <p:cBhvr>
                                        <p:cTn id="767" dur="80"/>
                                        <p:tgtEl>
                                          <p:spTgt spid="185"/>
                                        </p:tgtEl>
                                        <p:attrNameLst>
                                          <p:attrName>fill.type</p:attrName>
                                        </p:attrNameLst>
                                      </p:cBhvr>
                                      <p:to>
                                        <p:strVal val="solid"/>
                                      </p:to>
                                    </p:set>
                                  </p:childTnLst>
                                </p:cTn>
                              </p:par>
                            </p:childTnLst>
                          </p:cTn>
                        </p:par>
                      </p:childTnLst>
                    </p:cTn>
                  </p:par>
                  <p:par>
                    <p:cTn id="768" nodeType="clickEffect" fill="hold">
                      <p:stCondLst>
                        <p:cond delay="indefinite"/>
                      </p:stCondLst>
                      <p:childTnLst>
                        <p:par>
                          <p:cTn id="769" nodeType="withEffect" fill="hold">
                            <p:stCondLst>
                              <p:cond delay="0"/>
                            </p:stCondLst>
                            <p:childTnLst>
                              <p:par>
                                <p:cTn id="770" nodeType="clickEffect" fill="hold" presetClass="entr" presetID="3" presetSubtype="10">
                                  <p:stCondLst>
                                    <p:cond delay="0"/>
                                  </p:stCondLst>
                                  <p:childTnLst>
                                    <p:set>
                                      <p:cBhvr>
                                        <p:cTn id="771" dur="1" fill="hold">
                                          <p:stCondLst>
                                            <p:cond delay="0"/>
                                          </p:stCondLst>
                                        </p:cTn>
                                        <p:tgtEl>
                                          <p:spTgt spid="180"/>
                                        </p:tgtEl>
                                        <p:attrNameLst>
                                          <p:attrName>style.visibility</p:attrName>
                                        </p:attrNameLst>
                                      </p:cBhvr>
                                      <p:to>
                                        <p:strVal val="visible"/>
                                      </p:to>
                                    </p:set>
                                    <p:animEffect filter="blinds(horizontal)" transition="in">
                                      <p:cBhvr additive="repl">
                                        <p:cTn id="772" dur="500"/>
                                        <p:tgtEl>
                                          <p:spTgt spid="180"/>
                                        </p:tgtEl>
                                      </p:cBhvr>
                                    </p:animEffect>
                                  </p:childTnLst>
                                </p:cTn>
                              </p:par>
                            </p:childTnLst>
                          </p:cTn>
                        </p:par>
                      </p:childTnLst>
                    </p:cTn>
                  </p:par>
                  <p:par>
                    <p:cTn id="773" nodeType="clickEffect" fill="hold">
                      <p:stCondLst>
                        <p:cond delay="indefinite"/>
                      </p:stCondLst>
                      <p:childTnLst>
                        <p:par>
                          <p:cTn id="774" nodeType="withEffect" fill="hold">
                            <p:stCondLst>
                              <p:cond delay="0"/>
                            </p:stCondLst>
                            <p:childTnLst>
                              <p:par>
                                <p:cTn id="775" nodeType="clickEffect" fill="hold" presetClass="entr" presetID="25">
                                  <p:stCondLst>
                                    <p:cond delay="0"/>
                                  </p:stCondLst>
                                  <p:childTnLst>
                                    <p:set>
                                      <p:cBhvr>
                                        <p:cTn id="776" dur="1" fill="hold">
                                          <p:stCondLst>
                                            <p:cond delay="0"/>
                                          </p:stCondLst>
                                        </p:cTn>
                                        <p:tgtEl>
                                          <p:spTgt spid="182"/>
                                        </p:tgtEl>
                                        <p:attrNameLst>
                                          <p:attrName>style.visibility</p:attrName>
                                        </p:attrNameLst>
                                      </p:cBhvr>
                                      <p:to>
                                        <p:strVal val="visible"/>
                                      </p:to>
                                    </p:set>
                                    <p:anim calcmode="lin" valueType="num">
                                      <p:cBhvr additive="repl">
                                        <p:cTn id="777" dur="500" fill="hold">
                                          <p:stCondLst>
                                            <p:cond delay="0"/>
                                          </p:stCondLst>
                                        </p:cTn>
                                        <p:tgtEl>
                                          <p:spTgt spid="182"/>
                                        </p:tgtEl>
                                        <p:attrNameLst>
                                          <p:attrName>r</p:attrName>
                                        </p:attrNameLst>
                                      </p:cBhvr>
                                      <p:tavLst>
                                        <p:tav tm="0">
                                          <p:val>
                                            <p:strVal val="-90"/>
                                          </p:val>
                                        </p:tav>
                                        <p:tav tm="100000">
                                          <p:val>
                                            <p:strVal val="0"/>
                                          </p:val>
                                        </p:tav>
                                      </p:tavLst>
                                    </p:anim>
                                    <p:anim calcmode="lin" valueType="num">
                                      <p:cBhvr additive="repl">
                                        <p:cTn id="778" dur="500" fill="hold">
                                          <p:stCondLst>
                                            <p:cond delay="0"/>
                                          </p:stCondLst>
                                        </p:cTn>
                                        <p:tgtEl>
                                          <p:spTgt spid="182"/>
                                        </p:tgtEl>
                                        <p:attrNameLst>
                                          <p:attrName>ppt_w</p:attrName>
                                        </p:attrNameLst>
                                      </p:cBhvr>
                                      <p:tavLst>
                                        <p:tav tm="0">
                                          <p:val>
                                            <p:strVal val="#ppt_w"/>
                                          </p:val>
                                        </p:tav>
                                        <p:tav tm="100000">
                                          <p:val>
                                            <p:strVal val="#ppt_w*.05"/>
                                          </p:val>
                                        </p:tav>
                                      </p:tavLst>
                                    </p:anim>
                                    <p:anim calcmode="lin" valueType="num">
                                      <p:cBhvr additive="repl">
                                        <p:cTn id="779" dur="500" fill="hold">
                                          <p:stCondLst>
                                            <p:cond delay="500"/>
                                          </p:stCondLst>
                                        </p:cTn>
                                        <p:tgtEl>
                                          <p:spTgt spid="182"/>
                                        </p:tgtEl>
                                        <p:attrNameLst>
                                          <p:attrName>ppt_w</p:attrName>
                                        </p:attrNameLst>
                                      </p:cBhvr>
                                      <p:tavLst>
                                        <p:tav tm="0">
                                          <p:val>
                                            <p:strVal val="#ppt_w*.05"/>
                                          </p:val>
                                        </p:tav>
                                        <p:tav tm="100000">
                                          <p:val>
                                            <p:strVal val="#ppt_w"/>
                                          </p:val>
                                        </p:tav>
                                      </p:tavLst>
                                    </p:anim>
                                    <p:anim calcmode="lin" valueType="num">
                                      <p:cBhvr additive="repl">
                                        <p:cTn id="780" dur="1000" fill="hold"/>
                                        <p:tgtEl>
                                          <p:spTgt spid="182"/>
                                        </p:tgtEl>
                                        <p:attrNameLst>
                                          <p:attrName>ppt_h</p:attrName>
                                        </p:attrNameLst>
                                      </p:cBhvr>
                                      <p:tavLst>
                                        <p:tav tm="0">
                                          <p:val>
                                            <p:strVal val="#ppt_h"/>
                                          </p:val>
                                        </p:tav>
                                        <p:tav tm="100000">
                                          <p:val>
                                            <p:strVal val="#ppt_h"/>
                                          </p:val>
                                        </p:tav>
                                      </p:tavLst>
                                    </p:anim>
                                    <p:anim calcmode="lin" valueType="num">
                                      <p:cBhvr additive="repl">
                                        <p:cTn id="781" dur="500" fill="hold">
                                          <p:stCondLst>
                                            <p:cond delay="0"/>
                                          </p:stCondLst>
                                        </p:cTn>
                                        <p:tgtEl>
                                          <p:spTgt spid="182"/>
                                        </p:tgtEl>
                                        <p:attrNameLst>
                                          <p:attrName>ppt_x</p:attrName>
                                        </p:attrNameLst>
                                      </p:cBhvr>
                                      <p:tavLst>
                                        <p:tav tm="0">
                                          <p:val>
                                            <p:strVal val="#ppt_x+.4"/>
                                          </p:val>
                                        </p:tav>
                                        <p:tav tm="100000">
                                          <p:val>
                                            <p:strVal val="#ppt_x"/>
                                          </p:val>
                                        </p:tav>
                                      </p:tavLst>
                                    </p:anim>
                                    <p:anim calcmode="lin" valueType="num">
                                      <p:cBhvr additive="repl">
                                        <p:cTn id="782" dur="500" fill="hold">
                                          <p:stCondLst>
                                            <p:cond delay="0"/>
                                          </p:stCondLst>
                                        </p:cTn>
                                        <p:tgtEl>
                                          <p:spTgt spid="182"/>
                                        </p:tgtEl>
                                        <p:attrNameLst>
                                          <p:attrName>ppt_y</p:attrName>
                                        </p:attrNameLst>
                                      </p:cBhvr>
                                      <p:tavLst>
                                        <p:tav tm="0">
                                          <p:val>
                                            <p:strVal val="#ppt_y-.2"/>
                                          </p:val>
                                        </p:tav>
                                        <p:tav tm="100000">
                                          <p:val>
                                            <p:strVal val="#ppt_y+.1"/>
                                          </p:val>
                                        </p:tav>
                                      </p:tavLst>
                                    </p:anim>
                                    <p:anim calcmode="lin" valueType="num">
                                      <p:cBhvr additive="repl">
                                        <p:cTn id="783" dur="500" fill="hold">
                                          <p:stCondLst>
                                            <p:cond delay="500"/>
                                          </p:stCondLst>
                                        </p:cTn>
                                        <p:tgtEl>
                                          <p:spTgt spid="182"/>
                                        </p:tgtEl>
                                        <p:attrNameLst>
                                          <p:attrName>ppt_y</p:attrName>
                                        </p:attrNameLst>
                                      </p:cBhvr>
                                      <p:tavLst>
                                        <p:tav tm="0">
                                          <p:val>
                                            <p:strVal val="#ppt_y+.1"/>
                                          </p:val>
                                        </p:tav>
                                        <p:tav tm="100000">
                                          <p:val>
                                            <p:strVal val="#ppt_y"/>
                                          </p:val>
                                        </p:tav>
                                      </p:tavLst>
                                    </p:anim>
                                    <p:animEffect filter="fade" transition="in">
                                      <p:cBhvr additive="repl">
                                        <p:cTn id="784" dur="1000">
                                          <p:stCondLst>
                                            <p:cond delay="0"/>
                                          </p:stCondLst>
                                        </p:cTn>
                                        <p:tgtEl>
                                          <p:spTgt spid="182"/>
                                        </p:tgtEl>
                                      </p:cBhvr>
                                    </p:animEffect>
                                  </p:childTnLst>
                                </p:cTn>
                              </p:par>
                              <p:par>
                                <p:cTn id="785" nodeType="withEffect" fill="hold" presetClass="entr" presetID="25">
                                  <p:stCondLst>
                                    <p:cond delay="0"/>
                                  </p:stCondLst>
                                  <p:childTnLst>
                                    <p:set>
                                      <p:cBhvr>
                                        <p:cTn id="786" dur="1" fill="hold">
                                          <p:stCondLst>
                                            <p:cond delay="0"/>
                                          </p:stCondLst>
                                        </p:cTn>
                                        <p:tgtEl>
                                          <p:spTgt spid="184"/>
                                        </p:tgtEl>
                                        <p:attrNameLst>
                                          <p:attrName>style.visibility</p:attrName>
                                        </p:attrNameLst>
                                      </p:cBhvr>
                                      <p:to>
                                        <p:strVal val="visible"/>
                                      </p:to>
                                    </p:set>
                                    <p:anim calcmode="lin" valueType="num">
                                      <p:cBhvr additive="repl">
                                        <p:cTn id="787" dur="500" fill="hold">
                                          <p:stCondLst>
                                            <p:cond delay="0"/>
                                          </p:stCondLst>
                                        </p:cTn>
                                        <p:tgtEl>
                                          <p:spTgt spid="184"/>
                                        </p:tgtEl>
                                        <p:attrNameLst>
                                          <p:attrName>r</p:attrName>
                                        </p:attrNameLst>
                                      </p:cBhvr>
                                      <p:tavLst>
                                        <p:tav tm="0">
                                          <p:val>
                                            <p:strVal val="-90"/>
                                          </p:val>
                                        </p:tav>
                                        <p:tav tm="100000">
                                          <p:val>
                                            <p:strVal val="0"/>
                                          </p:val>
                                        </p:tav>
                                      </p:tavLst>
                                    </p:anim>
                                    <p:anim calcmode="lin" valueType="num">
                                      <p:cBhvr additive="repl">
                                        <p:cTn id="788" dur="500" fill="hold">
                                          <p:stCondLst>
                                            <p:cond delay="0"/>
                                          </p:stCondLst>
                                        </p:cTn>
                                        <p:tgtEl>
                                          <p:spTgt spid="184"/>
                                        </p:tgtEl>
                                        <p:attrNameLst>
                                          <p:attrName>ppt_w</p:attrName>
                                        </p:attrNameLst>
                                      </p:cBhvr>
                                      <p:tavLst>
                                        <p:tav tm="0">
                                          <p:val>
                                            <p:strVal val="#ppt_w"/>
                                          </p:val>
                                        </p:tav>
                                        <p:tav tm="100000">
                                          <p:val>
                                            <p:strVal val="#ppt_w*.05"/>
                                          </p:val>
                                        </p:tav>
                                      </p:tavLst>
                                    </p:anim>
                                    <p:anim calcmode="lin" valueType="num">
                                      <p:cBhvr additive="repl">
                                        <p:cTn id="789" dur="500" fill="hold">
                                          <p:stCondLst>
                                            <p:cond delay="500"/>
                                          </p:stCondLst>
                                        </p:cTn>
                                        <p:tgtEl>
                                          <p:spTgt spid="184"/>
                                        </p:tgtEl>
                                        <p:attrNameLst>
                                          <p:attrName>ppt_w</p:attrName>
                                        </p:attrNameLst>
                                      </p:cBhvr>
                                      <p:tavLst>
                                        <p:tav tm="0">
                                          <p:val>
                                            <p:strVal val="#ppt_w*.05"/>
                                          </p:val>
                                        </p:tav>
                                        <p:tav tm="100000">
                                          <p:val>
                                            <p:strVal val="#ppt_w"/>
                                          </p:val>
                                        </p:tav>
                                      </p:tavLst>
                                    </p:anim>
                                    <p:anim calcmode="lin" valueType="num">
                                      <p:cBhvr additive="repl">
                                        <p:cTn id="790" dur="1000" fill="hold"/>
                                        <p:tgtEl>
                                          <p:spTgt spid="184"/>
                                        </p:tgtEl>
                                        <p:attrNameLst>
                                          <p:attrName>ppt_h</p:attrName>
                                        </p:attrNameLst>
                                      </p:cBhvr>
                                      <p:tavLst>
                                        <p:tav tm="0">
                                          <p:val>
                                            <p:strVal val="#ppt_h"/>
                                          </p:val>
                                        </p:tav>
                                        <p:tav tm="100000">
                                          <p:val>
                                            <p:strVal val="#ppt_h"/>
                                          </p:val>
                                        </p:tav>
                                      </p:tavLst>
                                    </p:anim>
                                    <p:anim calcmode="lin" valueType="num">
                                      <p:cBhvr additive="repl">
                                        <p:cTn id="791" dur="500" fill="hold">
                                          <p:stCondLst>
                                            <p:cond delay="0"/>
                                          </p:stCondLst>
                                        </p:cTn>
                                        <p:tgtEl>
                                          <p:spTgt spid="184"/>
                                        </p:tgtEl>
                                        <p:attrNameLst>
                                          <p:attrName>ppt_x</p:attrName>
                                        </p:attrNameLst>
                                      </p:cBhvr>
                                      <p:tavLst>
                                        <p:tav tm="0">
                                          <p:val>
                                            <p:strVal val="#ppt_x+.4"/>
                                          </p:val>
                                        </p:tav>
                                        <p:tav tm="100000">
                                          <p:val>
                                            <p:strVal val="#ppt_x"/>
                                          </p:val>
                                        </p:tav>
                                      </p:tavLst>
                                    </p:anim>
                                    <p:anim calcmode="lin" valueType="num">
                                      <p:cBhvr additive="repl">
                                        <p:cTn id="792" dur="500" fill="hold">
                                          <p:stCondLst>
                                            <p:cond delay="0"/>
                                          </p:stCondLst>
                                        </p:cTn>
                                        <p:tgtEl>
                                          <p:spTgt spid="184"/>
                                        </p:tgtEl>
                                        <p:attrNameLst>
                                          <p:attrName>ppt_y</p:attrName>
                                        </p:attrNameLst>
                                      </p:cBhvr>
                                      <p:tavLst>
                                        <p:tav tm="0">
                                          <p:val>
                                            <p:strVal val="#ppt_y-.2"/>
                                          </p:val>
                                        </p:tav>
                                        <p:tav tm="100000">
                                          <p:val>
                                            <p:strVal val="#ppt_y+.1"/>
                                          </p:val>
                                        </p:tav>
                                      </p:tavLst>
                                    </p:anim>
                                    <p:anim calcmode="lin" valueType="num">
                                      <p:cBhvr additive="repl">
                                        <p:cTn id="793" dur="500" fill="hold">
                                          <p:stCondLst>
                                            <p:cond delay="500"/>
                                          </p:stCondLst>
                                        </p:cTn>
                                        <p:tgtEl>
                                          <p:spTgt spid="184"/>
                                        </p:tgtEl>
                                        <p:attrNameLst>
                                          <p:attrName>ppt_y</p:attrName>
                                        </p:attrNameLst>
                                      </p:cBhvr>
                                      <p:tavLst>
                                        <p:tav tm="0">
                                          <p:val>
                                            <p:strVal val="#ppt_y+.1"/>
                                          </p:val>
                                        </p:tav>
                                        <p:tav tm="100000">
                                          <p:val>
                                            <p:strVal val="#ppt_y"/>
                                          </p:val>
                                        </p:tav>
                                      </p:tavLst>
                                    </p:anim>
                                    <p:animEffect filter="fade" transition="in">
                                      <p:cBhvr additive="repl">
                                        <p:cTn id="794" dur="1000">
                                          <p:stCondLst>
                                            <p:cond delay="0"/>
                                          </p:stCondLst>
                                        </p:cTn>
                                        <p:tgtEl>
                                          <p:spTgt spid="184"/>
                                        </p:tgtEl>
                                      </p:cBhvr>
                                    </p:animEffect>
                                  </p:childTnLst>
                                </p:cTn>
                              </p:par>
                              <p:par>
                                <p:cTn id="795" nodeType="withEffect" fill="hold" presetClass="entr" presetID="25">
                                  <p:stCondLst>
                                    <p:cond delay="0"/>
                                  </p:stCondLst>
                                  <p:childTnLst>
                                    <p:set>
                                      <p:cBhvr>
                                        <p:cTn id="796" dur="1" fill="hold">
                                          <p:stCondLst>
                                            <p:cond delay="0"/>
                                          </p:stCondLst>
                                        </p:cTn>
                                        <p:tgtEl>
                                          <p:spTgt spid="187"/>
                                        </p:tgtEl>
                                        <p:attrNameLst>
                                          <p:attrName>style.visibility</p:attrName>
                                        </p:attrNameLst>
                                      </p:cBhvr>
                                      <p:to>
                                        <p:strVal val="visible"/>
                                      </p:to>
                                    </p:set>
                                    <p:anim calcmode="lin" valueType="num">
                                      <p:cBhvr additive="repl">
                                        <p:cTn id="797" dur="500" fill="hold">
                                          <p:stCondLst>
                                            <p:cond delay="0"/>
                                          </p:stCondLst>
                                        </p:cTn>
                                        <p:tgtEl>
                                          <p:spTgt spid="187"/>
                                        </p:tgtEl>
                                        <p:attrNameLst>
                                          <p:attrName>r</p:attrName>
                                        </p:attrNameLst>
                                      </p:cBhvr>
                                      <p:tavLst>
                                        <p:tav tm="0">
                                          <p:val>
                                            <p:strVal val="-90"/>
                                          </p:val>
                                        </p:tav>
                                        <p:tav tm="100000">
                                          <p:val>
                                            <p:strVal val="0"/>
                                          </p:val>
                                        </p:tav>
                                      </p:tavLst>
                                    </p:anim>
                                    <p:anim calcmode="lin" valueType="num">
                                      <p:cBhvr additive="repl">
                                        <p:cTn id="798" dur="500" fill="hold">
                                          <p:stCondLst>
                                            <p:cond delay="0"/>
                                          </p:stCondLst>
                                        </p:cTn>
                                        <p:tgtEl>
                                          <p:spTgt spid="187"/>
                                        </p:tgtEl>
                                        <p:attrNameLst>
                                          <p:attrName>ppt_w</p:attrName>
                                        </p:attrNameLst>
                                      </p:cBhvr>
                                      <p:tavLst>
                                        <p:tav tm="0">
                                          <p:val>
                                            <p:strVal val="#ppt_w"/>
                                          </p:val>
                                        </p:tav>
                                        <p:tav tm="100000">
                                          <p:val>
                                            <p:strVal val="#ppt_w*.05"/>
                                          </p:val>
                                        </p:tav>
                                      </p:tavLst>
                                    </p:anim>
                                    <p:anim calcmode="lin" valueType="num">
                                      <p:cBhvr additive="repl">
                                        <p:cTn id="799" dur="500" fill="hold">
                                          <p:stCondLst>
                                            <p:cond delay="500"/>
                                          </p:stCondLst>
                                        </p:cTn>
                                        <p:tgtEl>
                                          <p:spTgt spid="187"/>
                                        </p:tgtEl>
                                        <p:attrNameLst>
                                          <p:attrName>ppt_w</p:attrName>
                                        </p:attrNameLst>
                                      </p:cBhvr>
                                      <p:tavLst>
                                        <p:tav tm="0">
                                          <p:val>
                                            <p:strVal val="#ppt_w*.05"/>
                                          </p:val>
                                        </p:tav>
                                        <p:tav tm="100000">
                                          <p:val>
                                            <p:strVal val="#ppt_w"/>
                                          </p:val>
                                        </p:tav>
                                      </p:tavLst>
                                    </p:anim>
                                    <p:anim calcmode="lin" valueType="num">
                                      <p:cBhvr additive="repl">
                                        <p:cTn id="800" dur="1000" fill="hold"/>
                                        <p:tgtEl>
                                          <p:spTgt spid="187"/>
                                        </p:tgtEl>
                                        <p:attrNameLst>
                                          <p:attrName>ppt_h</p:attrName>
                                        </p:attrNameLst>
                                      </p:cBhvr>
                                      <p:tavLst>
                                        <p:tav tm="0">
                                          <p:val>
                                            <p:strVal val="#ppt_h"/>
                                          </p:val>
                                        </p:tav>
                                        <p:tav tm="100000">
                                          <p:val>
                                            <p:strVal val="#ppt_h"/>
                                          </p:val>
                                        </p:tav>
                                      </p:tavLst>
                                    </p:anim>
                                    <p:anim calcmode="lin" valueType="num">
                                      <p:cBhvr additive="repl">
                                        <p:cTn id="801" dur="500" fill="hold">
                                          <p:stCondLst>
                                            <p:cond delay="0"/>
                                          </p:stCondLst>
                                        </p:cTn>
                                        <p:tgtEl>
                                          <p:spTgt spid="187"/>
                                        </p:tgtEl>
                                        <p:attrNameLst>
                                          <p:attrName>ppt_x</p:attrName>
                                        </p:attrNameLst>
                                      </p:cBhvr>
                                      <p:tavLst>
                                        <p:tav tm="0">
                                          <p:val>
                                            <p:strVal val="#ppt_x+.4"/>
                                          </p:val>
                                        </p:tav>
                                        <p:tav tm="100000">
                                          <p:val>
                                            <p:strVal val="#ppt_x"/>
                                          </p:val>
                                        </p:tav>
                                      </p:tavLst>
                                    </p:anim>
                                    <p:anim calcmode="lin" valueType="num">
                                      <p:cBhvr additive="repl">
                                        <p:cTn id="802" dur="500" fill="hold">
                                          <p:stCondLst>
                                            <p:cond delay="0"/>
                                          </p:stCondLst>
                                        </p:cTn>
                                        <p:tgtEl>
                                          <p:spTgt spid="187"/>
                                        </p:tgtEl>
                                        <p:attrNameLst>
                                          <p:attrName>ppt_y</p:attrName>
                                        </p:attrNameLst>
                                      </p:cBhvr>
                                      <p:tavLst>
                                        <p:tav tm="0">
                                          <p:val>
                                            <p:strVal val="#ppt_y-.2"/>
                                          </p:val>
                                        </p:tav>
                                        <p:tav tm="100000">
                                          <p:val>
                                            <p:strVal val="#ppt_y+.1"/>
                                          </p:val>
                                        </p:tav>
                                      </p:tavLst>
                                    </p:anim>
                                    <p:anim calcmode="lin" valueType="num">
                                      <p:cBhvr additive="repl">
                                        <p:cTn id="803" dur="500" fill="hold">
                                          <p:stCondLst>
                                            <p:cond delay="500"/>
                                          </p:stCondLst>
                                        </p:cTn>
                                        <p:tgtEl>
                                          <p:spTgt spid="187"/>
                                        </p:tgtEl>
                                        <p:attrNameLst>
                                          <p:attrName>ppt_y</p:attrName>
                                        </p:attrNameLst>
                                      </p:cBhvr>
                                      <p:tavLst>
                                        <p:tav tm="0">
                                          <p:val>
                                            <p:strVal val="#ppt_y+.1"/>
                                          </p:val>
                                        </p:tav>
                                        <p:tav tm="100000">
                                          <p:val>
                                            <p:strVal val="#ppt_y"/>
                                          </p:val>
                                        </p:tav>
                                      </p:tavLst>
                                    </p:anim>
                                    <p:animEffect filter="fade" transition="in">
                                      <p:cBhvr additive="repl">
                                        <p:cTn id="804" dur="1000">
                                          <p:stCondLst>
                                            <p:cond delay="0"/>
                                          </p:stCondLst>
                                        </p:cTn>
                                        <p:tgtEl>
                                          <p:spTgt spid="187"/>
                                        </p:tgtEl>
                                      </p:cBhvr>
                                    </p:animEffect>
                                  </p:childTnLst>
                                </p:cTn>
                              </p:par>
                              <p:par>
                                <p:cTn id="805" nodeType="withEffect" fill="hold" presetClass="entr" presetID="25">
                                  <p:stCondLst>
                                    <p:cond delay="0"/>
                                  </p:stCondLst>
                                  <p:childTnLst>
                                    <p:set>
                                      <p:cBhvr>
                                        <p:cTn id="806" dur="1" fill="hold">
                                          <p:stCondLst>
                                            <p:cond delay="0"/>
                                          </p:stCondLst>
                                        </p:cTn>
                                        <p:tgtEl>
                                          <p:spTgt spid="188"/>
                                        </p:tgtEl>
                                        <p:attrNameLst>
                                          <p:attrName>style.visibility</p:attrName>
                                        </p:attrNameLst>
                                      </p:cBhvr>
                                      <p:to>
                                        <p:strVal val="visible"/>
                                      </p:to>
                                    </p:set>
                                    <p:anim calcmode="lin" valueType="num">
                                      <p:cBhvr additive="repl">
                                        <p:cTn id="807" dur="500" fill="hold">
                                          <p:stCondLst>
                                            <p:cond delay="0"/>
                                          </p:stCondLst>
                                        </p:cTn>
                                        <p:tgtEl>
                                          <p:spTgt spid="188"/>
                                        </p:tgtEl>
                                        <p:attrNameLst>
                                          <p:attrName>r</p:attrName>
                                        </p:attrNameLst>
                                      </p:cBhvr>
                                      <p:tavLst>
                                        <p:tav tm="0">
                                          <p:val>
                                            <p:strVal val="-90"/>
                                          </p:val>
                                        </p:tav>
                                        <p:tav tm="100000">
                                          <p:val>
                                            <p:strVal val="0"/>
                                          </p:val>
                                        </p:tav>
                                      </p:tavLst>
                                    </p:anim>
                                    <p:anim calcmode="lin" valueType="num">
                                      <p:cBhvr additive="repl">
                                        <p:cTn id="808" dur="500" fill="hold">
                                          <p:stCondLst>
                                            <p:cond delay="0"/>
                                          </p:stCondLst>
                                        </p:cTn>
                                        <p:tgtEl>
                                          <p:spTgt spid="188"/>
                                        </p:tgtEl>
                                        <p:attrNameLst>
                                          <p:attrName>ppt_w</p:attrName>
                                        </p:attrNameLst>
                                      </p:cBhvr>
                                      <p:tavLst>
                                        <p:tav tm="0">
                                          <p:val>
                                            <p:strVal val="#ppt_w"/>
                                          </p:val>
                                        </p:tav>
                                        <p:tav tm="100000">
                                          <p:val>
                                            <p:strVal val="#ppt_w*.05"/>
                                          </p:val>
                                        </p:tav>
                                      </p:tavLst>
                                    </p:anim>
                                    <p:anim calcmode="lin" valueType="num">
                                      <p:cBhvr additive="repl">
                                        <p:cTn id="809" dur="500" fill="hold">
                                          <p:stCondLst>
                                            <p:cond delay="500"/>
                                          </p:stCondLst>
                                        </p:cTn>
                                        <p:tgtEl>
                                          <p:spTgt spid="188"/>
                                        </p:tgtEl>
                                        <p:attrNameLst>
                                          <p:attrName>ppt_w</p:attrName>
                                        </p:attrNameLst>
                                      </p:cBhvr>
                                      <p:tavLst>
                                        <p:tav tm="0">
                                          <p:val>
                                            <p:strVal val="#ppt_w*.05"/>
                                          </p:val>
                                        </p:tav>
                                        <p:tav tm="100000">
                                          <p:val>
                                            <p:strVal val="#ppt_w"/>
                                          </p:val>
                                        </p:tav>
                                      </p:tavLst>
                                    </p:anim>
                                    <p:anim calcmode="lin" valueType="num">
                                      <p:cBhvr additive="repl">
                                        <p:cTn id="810" dur="1000" fill="hold"/>
                                        <p:tgtEl>
                                          <p:spTgt spid="188"/>
                                        </p:tgtEl>
                                        <p:attrNameLst>
                                          <p:attrName>ppt_h</p:attrName>
                                        </p:attrNameLst>
                                      </p:cBhvr>
                                      <p:tavLst>
                                        <p:tav tm="0">
                                          <p:val>
                                            <p:strVal val="#ppt_h"/>
                                          </p:val>
                                        </p:tav>
                                        <p:tav tm="100000">
                                          <p:val>
                                            <p:strVal val="#ppt_h"/>
                                          </p:val>
                                        </p:tav>
                                      </p:tavLst>
                                    </p:anim>
                                    <p:anim calcmode="lin" valueType="num">
                                      <p:cBhvr additive="repl">
                                        <p:cTn id="811" dur="500" fill="hold">
                                          <p:stCondLst>
                                            <p:cond delay="0"/>
                                          </p:stCondLst>
                                        </p:cTn>
                                        <p:tgtEl>
                                          <p:spTgt spid="188"/>
                                        </p:tgtEl>
                                        <p:attrNameLst>
                                          <p:attrName>ppt_x</p:attrName>
                                        </p:attrNameLst>
                                      </p:cBhvr>
                                      <p:tavLst>
                                        <p:tav tm="0">
                                          <p:val>
                                            <p:strVal val="#ppt_x+.4"/>
                                          </p:val>
                                        </p:tav>
                                        <p:tav tm="100000">
                                          <p:val>
                                            <p:strVal val="#ppt_x"/>
                                          </p:val>
                                        </p:tav>
                                      </p:tavLst>
                                    </p:anim>
                                    <p:anim calcmode="lin" valueType="num">
                                      <p:cBhvr additive="repl">
                                        <p:cTn id="812" dur="500" fill="hold">
                                          <p:stCondLst>
                                            <p:cond delay="0"/>
                                          </p:stCondLst>
                                        </p:cTn>
                                        <p:tgtEl>
                                          <p:spTgt spid="188"/>
                                        </p:tgtEl>
                                        <p:attrNameLst>
                                          <p:attrName>ppt_y</p:attrName>
                                        </p:attrNameLst>
                                      </p:cBhvr>
                                      <p:tavLst>
                                        <p:tav tm="0">
                                          <p:val>
                                            <p:strVal val="#ppt_y-.2"/>
                                          </p:val>
                                        </p:tav>
                                        <p:tav tm="100000">
                                          <p:val>
                                            <p:strVal val="#ppt_y+.1"/>
                                          </p:val>
                                        </p:tav>
                                      </p:tavLst>
                                    </p:anim>
                                    <p:anim calcmode="lin" valueType="num">
                                      <p:cBhvr additive="repl">
                                        <p:cTn id="813" dur="500" fill="hold">
                                          <p:stCondLst>
                                            <p:cond delay="500"/>
                                          </p:stCondLst>
                                        </p:cTn>
                                        <p:tgtEl>
                                          <p:spTgt spid="188"/>
                                        </p:tgtEl>
                                        <p:attrNameLst>
                                          <p:attrName>ppt_y</p:attrName>
                                        </p:attrNameLst>
                                      </p:cBhvr>
                                      <p:tavLst>
                                        <p:tav tm="0">
                                          <p:val>
                                            <p:strVal val="#ppt_y+.1"/>
                                          </p:val>
                                        </p:tav>
                                        <p:tav tm="100000">
                                          <p:val>
                                            <p:strVal val="#ppt_y"/>
                                          </p:val>
                                        </p:tav>
                                      </p:tavLst>
                                    </p:anim>
                                    <p:animEffect filter="fade" transition="in">
                                      <p:cBhvr additive="repl">
                                        <p:cTn id="814" dur="1000">
                                          <p:stCondLst>
                                            <p:cond delay="0"/>
                                          </p:stCondLst>
                                        </p:cTn>
                                        <p:tgtEl>
                                          <p:spTgt spid="188"/>
                                        </p:tgtEl>
                                      </p:cBhvr>
                                    </p:animEffect>
                                  </p:childTnLst>
                                </p:cTn>
                              </p:par>
                            </p:childTnLst>
                          </p:cTn>
                        </p:par>
                      </p:childTnLst>
                    </p:cTn>
                  </p:par>
                  <p:par>
                    <p:cTn id="815" nodeType="clickEffect" fill="hold">
                      <p:stCondLst>
                        <p:cond delay="indefinite"/>
                      </p:stCondLst>
                      <p:childTnLst>
                        <p:par>
                          <p:cTn id="816" nodeType="withEffect" fill="hold">
                            <p:stCondLst>
                              <p:cond delay="0"/>
                            </p:stCondLst>
                            <p:childTnLst>
                              <p:par>
                                <p:cTn id="817" nodeType="clickEffect" fill="hold" presetClass="entr" presetID="25">
                                  <p:stCondLst>
                                    <p:cond delay="0"/>
                                  </p:stCondLst>
                                  <p:childTnLst>
                                    <p:set>
                                      <p:cBhvr>
                                        <p:cTn id="818" dur="1" fill="hold">
                                          <p:stCondLst>
                                            <p:cond delay="0"/>
                                          </p:stCondLst>
                                        </p:cTn>
                                        <p:tgtEl>
                                          <p:spTgt spid="190"/>
                                        </p:tgtEl>
                                        <p:attrNameLst>
                                          <p:attrName>style.visibility</p:attrName>
                                        </p:attrNameLst>
                                      </p:cBhvr>
                                      <p:to>
                                        <p:strVal val="visible"/>
                                      </p:to>
                                    </p:set>
                                    <p:anim calcmode="lin" valueType="num">
                                      <p:cBhvr additive="repl">
                                        <p:cTn id="819" dur="500" fill="hold">
                                          <p:stCondLst>
                                            <p:cond delay="0"/>
                                          </p:stCondLst>
                                        </p:cTn>
                                        <p:tgtEl>
                                          <p:spTgt spid="190"/>
                                        </p:tgtEl>
                                        <p:attrNameLst>
                                          <p:attrName>r</p:attrName>
                                        </p:attrNameLst>
                                      </p:cBhvr>
                                      <p:tavLst>
                                        <p:tav tm="0">
                                          <p:val>
                                            <p:strVal val="-90"/>
                                          </p:val>
                                        </p:tav>
                                        <p:tav tm="100000">
                                          <p:val>
                                            <p:strVal val="0"/>
                                          </p:val>
                                        </p:tav>
                                      </p:tavLst>
                                    </p:anim>
                                    <p:anim calcmode="lin" valueType="num">
                                      <p:cBhvr additive="repl">
                                        <p:cTn id="820" dur="500" fill="hold">
                                          <p:stCondLst>
                                            <p:cond delay="0"/>
                                          </p:stCondLst>
                                        </p:cTn>
                                        <p:tgtEl>
                                          <p:spTgt spid="190"/>
                                        </p:tgtEl>
                                        <p:attrNameLst>
                                          <p:attrName>ppt_w</p:attrName>
                                        </p:attrNameLst>
                                      </p:cBhvr>
                                      <p:tavLst>
                                        <p:tav tm="0">
                                          <p:val>
                                            <p:strVal val="#ppt_w"/>
                                          </p:val>
                                        </p:tav>
                                        <p:tav tm="100000">
                                          <p:val>
                                            <p:strVal val="#ppt_w*.05"/>
                                          </p:val>
                                        </p:tav>
                                      </p:tavLst>
                                    </p:anim>
                                    <p:anim calcmode="lin" valueType="num">
                                      <p:cBhvr additive="repl">
                                        <p:cTn id="821" dur="500" fill="hold">
                                          <p:stCondLst>
                                            <p:cond delay="500"/>
                                          </p:stCondLst>
                                        </p:cTn>
                                        <p:tgtEl>
                                          <p:spTgt spid="190"/>
                                        </p:tgtEl>
                                        <p:attrNameLst>
                                          <p:attrName>ppt_w</p:attrName>
                                        </p:attrNameLst>
                                      </p:cBhvr>
                                      <p:tavLst>
                                        <p:tav tm="0">
                                          <p:val>
                                            <p:strVal val="#ppt_w*.05"/>
                                          </p:val>
                                        </p:tav>
                                        <p:tav tm="100000">
                                          <p:val>
                                            <p:strVal val="#ppt_w"/>
                                          </p:val>
                                        </p:tav>
                                      </p:tavLst>
                                    </p:anim>
                                    <p:anim calcmode="lin" valueType="num">
                                      <p:cBhvr additive="repl">
                                        <p:cTn id="822" dur="1000" fill="hold"/>
                                        <p:tgtEl>
                                          <p:spTgt spid="190"/>
                                        </p:tgtEl>
                                        <p:attrNameLst>
                                          <p:attrName>ppt_h</p:attrName>
                                        </p:attrNameLst>
                                      </p:cBhvr>
                                      <p:tavLst>
                                        <p:tav tm="0">
                                          <p:val>
                                            <p:strVal val="#ppt_h"/>
                                          </p:val>
                                        </p:tav>
                                        <p:tav tm="100000">
                                          <p:val>
                                            <p:strVal val="#ppt_h"/>
                                          </p:val>
                                        </p:tav>
                                      </p:tavLst>
                                    </p:anim>
                                    <p:anim calcmode="lin" valueType="num">
                                      <p:cBhvr additive="repl">
                                        <p:cTn id="823" dur="500" fill="hold">
                                          <p:stCondLst>
                                            <p:cond delay="0"/>
                                          </p:stCondLst>
                                        </p:cTn>
                                        <p:tgtEl>
                                          <p:spTgt spid="190"/>
                                        </p:tgtEl>
                                        <p:attrNameLst>
                                          <p:attrName>ppt_x</p:attrName>
                                        </p:attrNameLst>
                                      </p:cBhvr>
                                      <p:tavLst>
                                        <p:tav tm="0">
                                          <p:val>
                                            <p:strVal val="#ppt_x+.4"/>
                                          </p:val>
                                        </p:tav>
                                        <p:tav tm="100000">
                                          <p:val>
                                            <p:strVal val="#ppt_x"/>
                                          </p:val>
                                        </p:tav>
                                      </p:tavLst>
                                    </p:anim>
                                    <p:anim calcmode="lin" valueType="num">
                                      <p:cBhvr additive="repl">
                                        <p:cTn id="824" dur="500" fill="hold">
                                          <p:stCondLst>
                                            <p:cond delay="0"/>
                                          </p:stCondLst>
                                        </p:cTn>
                                        <p:tgtEl>
                                          <p:spTgt spid="190"/>
                                        </p:tgtEl>
                                        <p:attrNameLst>
                                          <p:attrName>ppt_y</p:attrName>
                                        </p:attrNameLst>
                                      </p:cBhvr>
                                      <p:tavLst>
                                        <p:tav tm="0">
                                          <p:val>
                                            <p:strVal val="#ppt_y-.2"/>
                                          </p:val>
                                        </p:tav>
                                        <p:tav tm="100000">
                                          <p:val>
                                            <p:strVal val="#ppt_y+.1"/>
                                          </p:val>
                                        </p:tav>
                                      </p:tavLst>
                                    </p:anim>
                                    <p:anim calcmode="lin" valueType="num">
                                      <p:cBhvr additive="repl">
                                        <p:cTn id="825" dur="500" fill="hold">
                                          <p:stCondLst>
                                            <p:cond delay="500"/>
                                          </p:stCondLst>
                                        </p:cTn>
                                        <p:tgtEl>
                                          <p:spTgt spid="190"/>
                                        </p:tgtEl>
                                        <p:attrNameLst>
                                          <p:attrName>ppt_y</p:attrName>
                                        </p:attrNameLst>
                                      </p:cBhvr>
                                      <p:tavLst>
                                        <p:tav tm="0">
                                          <p:val>
                                            <p:strVal val="#ppt_y+.1"/>
                                          </p:val>
                                        </p:tav>
                                        <p:tav tm="100000">
                                          <p:val>
                                            <p:strVal val="#ppt_y"/>
                                          </p:val>
                                        </p:tav>
                                      </p:tavLst>
                                    </p:anim>
                                    <p:animEffect filter="fade" transition="in">
                                      <p:cBhvr additive="repl">
                                        <p:cTn id="826" dur="1000">
                                          <p:stCondLst>
                                            <p:cond delay="0"/>
                                          </p:stCondLst>
                                        </p:cTn>
                                        <p:tgtEl>
                                          <p:spTgt spid="190"/>
                                        </p:tgtEl>
                                      </p:cBhvr>
                                    </p:animEffect>
                                  </p:childTnLst>
                                </p:cTn>
                              </p:par>
                              <p:par>
                                <p:cTn id="827" nodeType="withEffect" fill="hold" presetClass="entr" presetID="25">
                                  <p:stCondLst>
                                    <p:cond delay="0"/>
                                  </p:stCondLst>
                                  <p:childTnLst>
                                    <p:set>
                                      <p:cBhvr>
                                        <p:cTn id="828" dur="1" fill="hold">
                                          <p:stCondLst>
                                            <p:cond delay="0"/>
                                          </p:stCondLst>
                                        </p:cTn>
                                        <p:tgtEl>
                                          <p:spTgt spid="192"/>
                                        </p:tgtEl>
                                        <p:attrNameLst>
                                          <p:attrName>style.visibility</p:attrName>
                                        </p:attrNameLst>
                                      </p:cBhvr>
                                      <p:to>
                                        <p:strVal val="visible"/>
                                      </p:to>
                                    </p:set>
                                    <p:anim calcmode="lin" valueType="num">
                                      <p:cBhvr additive="repl">
                                        <p:cTn id="829" dur="500" fill="hold">
                                          <p:stCondLst>
                                            <p:cond delay="0"/>
                                          </p:stCondLst>
                                        </p:cTn>
                                        <p:tgtEl>
                                          <p:spTgt spid="192"/>
                                        </p:tgtEl>
                                        <p:attrNameLst>
                                          <p:attrName>r</p:attrName>
                                        </p:attrNameLst>
                                      </p:cBhvr>
                                      <p:tavLst>
                                        <p:tav tm="0">
                                          <p:val>
                                            <p:strVal val="-90"/>
                                          </p:val>
                                        </p:tav>
                                        <p:tav tm="100000">
                                          <p:val>
                                            <p:strVal val="0"/>
                                          </p:val>
                                        </p:tav>
                                      </p:tavLst>
                                    </p:anim>
                                    <p:anim calcmode="lin" valueType="num">
                                      <p:cBhvr additive="repl">
                                        <p:cTn id="830" dur="500" fill="hold">
                                          <p:stCondLst>
                                            <p:cond delay="0"/>
                                          </p:stCondLst>
                                        </p:cTn>
                                        <p:tgtEl>
                                          <p:spTgt spid="192"/>
                                        </p:tgtEl>
                                        <p:attrNameLst>
                                          <p:attrName>ppt_w</p:attrName>
                                        </p:attrNameLst>
                                      </p:cBhvr>
                                      <p:tavLst>
                                        <p:tav tm="0">
                                          <p:val>
                                            <p:strVal val="#ppt_w"/>
                                          </p:val>
                                        </p:tav>
                                        <p:tav tm="100000">
                                          <p:val>
                                            <p:strVal val="#ppt_w*.05"/>
                                          </p:val>
                                        </p:tav>
                                      </p:tavLst>
                                    </p:anim>
                                    <p:anim calcmode="lin" valueType="num">
                                      <p:cBhvr additive="repl">
                                        <p:cTn id="831" dur="500" fill="hold">
                                          <p:stCondLst>
                                            <p:cond delay="500"/>
                                          </p:stCondLst>
                                        </p:cTn>
                                        <p:tgtEl>
                                          <p:spTgt spid="192"/>
                                        </p:tgtEl>
                                        <p:attrNameLst>
                                          <p:attrName>ppt_w</p:attrName>
                                        </p:attrNameLst>
                                      </p:cBhvr>
                                      <p:tavLst>
                                        <p:tav tm="0">
                                          <p:val>
                                            <p:strVal val="#ppt_w*.05"/>
                                          </p:val>
                                        </p:tav>
                                        <p:tav tm="100000">
                                          <p:val>
                                            <p:strVal val="#ppt_w"/>
                                          </p:val>
                                        </p:tav>
                                      </p:tavLst>
                                    </p:anim>
                                    <p:anim calcmode="lin" valueType="num">
                                      <p:cBhvr additive="repl">
                                        <p:cTn id="832" dur="1000" fill="hold"/>
                                        <p:tgtEl>
                                          <p:spTgt spid="192"/>
                                        </p:tgtEl>
                                        <p:attrNameLst>
                                          <p:attrName>ppt_h</p:attrName>
                                        </p:attrNameLst>
                                      </p:cBhvr>
                                      <p:tavLst>
                                        <p:tav tm="0">
                                          <p:val>
                                            <p:strVal val="#ppt_h"/>
                                          </p:val>
                                        </p:tav>
                                        <p:tav tm="100000">
                                          <p:val>
                                            <p:strVal val="#ppt_h"/>
                                          </p:val>
                                        </p:tav>
                                      </p:tavLst>
                                    </p:anim>
                                    <p:anim calcmode="lin" valueType="num">
                                      <p:cBhvr additive="repl">
                                        <p:cTn id="833" dur="500" fill="hold">
                                          <p:stCondLst>
                                            <p:cond delay="0"/>
                                          </p:stCondLst>
                                        </p:cTn>
                                        <p:tgtEl>
                                          <p:spTgt spid="192"/>
                                        </p:tgtEl>
                                        <p:attrNameLst>
                                          <p:attrName>ppt_x</p:attrName>
                                        </p:attrNameLst>
                                      </p:cBhvr>
                                      <p:tavLst>
                                        <p:tav tm="0">
                                          <p:val>
                                            <p:strVal val="#ppt_x+.4"/>
                                          </p:val>
                                        </p:tav>
                                        <p:tav tm="100000">
                                          <p:val>
                                            <p:strVal val="#ppt_x"/>
                                          </p:val>
                                        </p:tav>
                                      </p:tavLst>
                                    </p:anim>
                                    <p:anim calcmode="lin" valueType="num">
                                      <p:cBhvr additive="repl">
                                        <p:cTn id="834" dur="500" fill="hold">
                                          <p:stCondLst>
                                            <p:cond delay="0"/>
                                          </p:stCondLst>
                                        </p:cTn>
                                        <p:tgtEl>
                                          <p:spTgt spid="192"/>
                                        </p:tgtEl>
                                        <p:attrNameLst>
                                          <p:attrName>ppt_y</p:attrName>
                                        </p:attrNameLst>
                                      </p:cBhvr>
                                      <p:tavLst>
                                        <p:tav tm="0">
                                          <p:val>
                                            <p:strVal val="#ppt_y-.2"/>
                                          </p:val>
                                        </p:tav>
                                        <p:tav tm="100000">
                                          <p:val>
                                            <p:strVal val="#ppt_y+.1"/>
                                          </p:val>
                                        </p:tav>
                                      </p:tavLst>
                                    </p:anim>
                                    <p:anim calcmode="lin" valueType="num">
                                      <p:cBhvr additive="repl">
                                        <p:cTn id="835" dur="500" fill="hold">
                                          <p:stCondLst>
                                            <p:cond delay="500"/>
                                          </p:stCondLst>
                                        </p:cTn>
                                        <p:tgtEl>
                                          <p:spTgt spid="192"/>
                                        </p:tgtEl>
                                        <p:attrNameLst>
                                          <p:attrName>ppt_y</p:attrName>
                                        </p:attrNameLst>
                                      </p:cBhvr>
                                      <p:tavLst>
                                        <p:tav tm="0">
                                          <p:val>
                                            <p:strVal val="#ppt_y+.1"/>
                                          </p:val>
                                        </p:tav>
                                        <p:tav tm="100000">
                                          <p:val>
                                            <p:strVal val="#ppt_y"/>
                                          </p:val>
                                        </p:tav>
                                      </p:tavLst>
                                    </p:anim>
                                    <p:animEffect filter="fade" transition="in">
                                      <p:cBhvr additive="repl">
                                        <p:cTn id="836" dur="1000">
                                          <p:stCondLst>
                                            <p:cond delay="0"/>
                                          </p:stCondLst>
                                        </p:cTn>
                                        <p:tgtEl>
                                          <p:spTgt spid="192"/>
                                        </p:tgtEl>
                                      </p:cBhvr>
                                    </p:animEffect>
                                  </p:childTnLst>
                                </p:cTn>
                              </p:par>
                              <p:par>
                                <p:cTn id="837" nodeType="withEffect" fill="hold" presetClass="entr" presetID="25">
                                  <p:stCondLst>
                                    <p:cond delay="0"/>
                                  </p:stCondLst>
                                  <p:childTnLst>
                                    <p:set>
                                      <p:cBhvr>
                                        <p:cTn id="838" dur="1" fill="hold">
                                          <p:stCondLst>
                                            <p:cond delay="0"/>
                                          </p:stCondLst>
                                        </p:cTn>
                                        <p:tgtEl>
                                          <p:spTgt spid="197"/>
                                        </p:tgtEl>
                                        <p:attrNameLst>
                                          <p:attrName>style.visibility</p:attrName>
                                        </p:attrNameLst>
                                      </p:cBhvr>
                                      <p:to>
                                        <p:strVal val="visible"/>
                                      </p:to>
                                    </p:set>
                                    <p:anim calcmode="lin" valueType="num">
                                      <p:cBhvr additive="repl">
                                        <p:cTn id="839" dur="500" fill="hold">
                                          <p:stCondLst>
                                            <p:cond delay="0"/>
                                          </p:stCondLst>
                                        </p:cTn>
                                        <p:tgtEl>
                                          <p:spTgt spid="197"/>
                                        </p:tgtEl>
                                        <p:attrNameLst>
                                          <p:attrName>r</p:attrName>
                                        </p:attrNameLst>
                                      </p:cBhvr>
                                      <p:tavLst>
                                        <p:tav tm="0">
                                          <p:val>
                                            <p:strVal val="-90"/>
                                          </p:val>
                                        </p:tav>
                                        <p:tav tm="100000">
                                          <p:val>
                                            <p:strVal val="0"/>
                                          </p:val>
                                        </p:tav>
                                      </p:tavLst>
                                    </p:anim>
                                    <p:anim calcmode="lin" valueType="num">
                                      <p:cBhvr additive="repl">
                                        <p:cTn id="840" dur="500" fill="hold">
                                          <p:stCondLst>
                                            <p:cond delay="0"/>
                                          </p:stCondLst>
                                        </p:cTn>
                                        <p:tgtEl>
                                          <p:spTgt spid="197"/>
                                        </p:tgtEl>
                                        <p:attrNameLst>
                                          <p:attrName>ppt_w</p:attrName>
                                        </p:attrNameLst>
                                      </p:cBhvr>
                                      <p:tavLst>
                                        <p:tav tm="0">
                                          <p:val>
                                            <p:strVal val="#ppt_w"/>
                                          </p:val>
                                        </p:tav>
                                        <p:tav tm="100000">
                                          <p:val>
                                            <p:strVal val="#ppt_w*.05"/>
                                          </p:val>
                                        </p:tav>
                                      </p:tavLst>
                                    </p:anim>
                                    <p:anim calcmode="lin" valueType="num">
                                      <p:cBhvr additive="repl">
                                        <p:cTn id="841" dur="500" fill="hold">
                                          <p:stCondLst>
                                            <p:cond delay="500"/>
                                          </p:stCondLst>
                                        </p:cTn>
                                        <p:tgtEl>
                                          <p:spTgt spid="197"/>
                                        </p:tgtEl>
                                        <p:attrNameLst>
                                          <p:attrName>ppt_w</p:attrName>
                                        </p:attrNameLst>
                                      </p:cBhvr>
                                      <p:tavLst>
                                        <p:tav tm="0">
                                          <p:val>
                                            <p:strVal val="#ppt_w*.05"/>
                                          </p:val>
                                        </p:tav>
                                        <p:tav tm="100000">
                                          <p:val>
                                            <p:strVal val="#ppt_w"/>
                                          </p:val>
                                        </p:tav>
                                      </p:tavLst>
                                    </p:anim>
                                    <p:anim calcmode="lin" valueType="num">
                                      <p:cBhvr additive="repl">
                                        <p:cTn id="842" dur="1000" fill="hold"/>
                                        <p:tgtEl>
                                          <p:spTgt spid="197"/>
                                        </p:tgtEl>
                                        <p:attrNameLst>
                                          <p:attrName>ppt_h</p:attrName>
                                        </p:attrNameLst>
                                      </p:cBhvr>
                                      <p:tavLst>
                                        <p:tav tm="0">
                                          <p:val>
                                            <p:strVal val="#ppt_h"/>
                                          </p:val>
                                        </p:tav>
                                        <p:tav tm="100000">
                                          <p:val>
                                            <p:strVal val="#ppt_h"/>
                                          </p:val>
                                        </p:tav>
                                      </p:tavLst>
                                    </p:anim>
                                    <p:anim calcmode="lin" valueType="num">
                                      <p:cBhvr additive="repl">
                                        <p:cTn id="843" dur="500" fill="hold">
                                          <p:stCondLst>
                                            <p:cond delay="0"/>
                                          </p:stCondLst>
                                        </p:cTn>
                                        <p:tgtEl>
                                          <p:spTgt spid="197"/>
                                        </p:tgtEl>
                                        <p:attrNameLst>
                                          <p:attrName>ppt_x</p:attrName>
                                        </p:attrNameLst>
                                      </p:cBhvr>
                                      <p:tavLst>
                                        <p:tav tm="0">
                                          <p:val>
                                            <p:strVal val="#ppt_x+.4"/>
                                          </p:val>
                                        </p:tav>
                                        <p:tav tm="100000">
                                          <p:val>
                                            <p:strVal val="#ppt_x"/>
                                          </p:val>
                                        </p:tav>
                                      </p:tavLst>
                                    </p:anim>
                                    <p:anim calcmode="lin" valueType="num">
                                      <p:cBhvr additive="repl">
                                        <p:cTn id="844" dur="500" fill="hold">
                                          <p:stCondLst>
                                            <p:cond delay="0"/>
                                          </p:stCondLst>
                                        </p:cTn>
                                        <p:tgtEl>
                                          <p:spTgt spid="197"/>
                                        </p:tgtEl>
                                        <p:attrNameLst>
                                          <p:attrName>ppt_y</p:attrName>
                                        </p:attrNameLst>
                                      </p:cBhvr>
                                      <p:tavLst>
                                        <p:tav tm="0">
                                          <p:val>
                                            <p:strVal val="#ppt_y-.2"/>
                                          </p:val>
                                        </p:tav>
                                        <p:tav tm="100000">
                                          <p:val>
                                            <p:strVal val="#ppt_y+.1"/>
                                          </p:val>
                                        </p:tav>
                                      </p:tavLst>
                                    </p:anim>
                                    <p:anim calcmode="lin" valueType="num">
                                      <p:cBhvr additive="repl">
                                        <p:cTn id="845" dur="500" fill="hold">
                                          <p:stCondLst>
                                            <p:cond delay="500"/>
                                          </p:stCondLst>
                                        </p:cTn>
                                        <p:tgtEl>
                                          <p:spTgt spid="197"/>
                                        </p:tgtEl>
                                        <p:attrNameLst>
                                          <p:attrName>ppt_y</p:attrName>
                                        </p:attrNameLst>
                                      </p:cBhvr>
                                      <p:tavLst>
                                        <p:tav tm="0">
                                          <p:val>
                                            <p:strVal val="#ppt_y+.1"/>
                                          </p:val>
                                        </p:tav>
                                        <p:tav tm="100000">
                                          <p:val>
                                            <p:strVal val="#ppt_y"/>
                                          </p:val>
                                        </p:tav>
                                      </p:tavLst>
                                    </p:anim>
                                    <p:animEffect filter="fade" transition="in">
                                      <p:cBhvr additive="repl">
                                        <p:cTn id="846" dur="1000">
                                          <p:stCondLst>
                                            <p:cond delay="0"/>
                                          </p:stCondLst>
                                        </p:cTn>
                                        <p:tgtEl>
                                          <p:spTgt spid="197"/>
                                        </p:tgtEl>
                                      </p:cBhvr>
                                    </p:animEffect>
                                  </p:childTnLst>
                                </p:cTn>
                              </p:par>
                              <p:par>
                                <p:cTn id="847" nodeType="withEffect" fill="hold" presetClass="entr" presetID="25">
                                  <p:stCondLst>
                                    <p:cond delay="0"/>
                                  </p:stCondLst>
                                  <p:childTnLst>
                                    <p:set>
                                      <p:cBhvr>
                                        <p:cTn id="848" dur="1" fill="hold">
                                          <p:stCondLst>
                                            <p:cond delay="0"/>
                                          </p:stCondLst>
                                        </p:cTn>
                                        <p:tgtEl>
                                          <p:spTgt spid="198"/>
                                        </p:tgtEl>
                                        <p:attrNameLst>
                                          <p:attrName>style.visibility</p:attrName>
                                        </p:attrNameLst>
                                      </p:cBhvr>
                                      <p:to>
                                        <p:strVal val="visible"/>
                                      </p:to>
                                    </p:set>
                                    <p:anim calcmode="lin" valueType="num">
                                      <p:cBhvr additive="repl">
                                        <p:cTn id="849" dur="500" fill="hold">
                                          <p:stCondLst>
                                            <p:cond delay="0"/>
                                          </p:stCondLst>
                                        </p:cTn>
                                        <p:tgtEl>
                                          <p:spTgt spid="198"/>
                                        </p:tgtEl>
                                        <p:attrNameLst>
                                          <p:attrName>r</p:attrName>
                                        </p:attrNameLst>
                                      </p:cBhvr>
                                      <p:tavLst>
                                        <p:tav tm="0">
                                          <p:val>
                                            <p:strVal val="-90"/>
                                          </p:val>
                                        </p:tav>
                                        <p:tav tm="100000">
                                          <p:val>
                                            <p:strVal val="0"/>
                                          </p:val>
                                        </p:tav>
                                      </p:tavLst>
                                    </p:anim>
                                    <p:anim calcmode="lin" valueType="num">
                                      <p:cBhvr additive="repl">
                                        <p:cTn id="850" dur="500" fill="hold">
                                          <p:stCondLst>
                                            <p:cond delay="0"/>
                                          </p:stCondLst>
                                        </p:cTn>
                                        <p:tgtEl>
                                          <p:spTgt spid="198"/>
                                        </p:tgtEl>
                                        <p:attrNameLst>
                                          <p:attrName>ppt_w</p:attrName>
                                        </p:attrNameLst>
                                      </p:cBhvr>
                                      <p:tavLst>
                                        <p:tav tm="0">
                                          <p:val>
                                            <p:strVal val="#ppt_w"/>
                                          </p:val>
                                        </p:tav>
                                        <p:tav tm="100000">
                                          <p:val>
                                            <p:strVal val="#ppt_w*.05"/>
                                          </p:val>
                                        </p:tav>
                                      </p:tavLst>
                                    </p:anim>
                                    <p:anim calcmode="lin" valueType="num">
                                      <p:cBhvr additive="repl">
                                        <p:cTn id="851" dur="500" fill="hold">
                                          <p:stCondLst>
                                            <p:cond delay="500"/>
                                          </p:stCondLst>
                                        </p:cTn>
                                        <p:tgtEl>
                                          <p:spTgt spid="198"/>
                                        </p:tgtEl>
                                        <p:attrNameLst>
                                          <p:attrName>ppt_w</p:attrName>
                                        </p:attrNameLst>
                                      </p:cBhvr>
                                      <p:tavLst>
                                        <p:tav tm="0">
                                          <p:val>
                                            <p:strVal val="#ppt_w*.05"/>
                                          </p:val>
                                        </p:tav>
                                        <p:tav tm="100000">
                                          <p:val>
                                            <p:strVal val="#ppt_w"/>
                                          </p:val>
                                        </p:tav>
                                      </p:tavLst>
                                    </p:anim>
                                    <p:anim calcmode="lin" valueType="num">
                                      <p:cBhvr additive="repl">
                                        <p:cTn id="852" dur="1000" fill="hold"/>
                                        <p:tgtEl>
                                          <p:spTgt spid="198"/>
                                        </p:tgtEl>
                                        <p:attrNameLst>
                                          <p:attrName>ppt_h</p:attrName>
                                        </p:attrNameLst>
                                      </p:cBhvr>
                                      <p:tavLst>
                                        <p:tav tm="0">
                                          <p:val>
                                            <p:strVal val="#ppt_h"/>
                                          </p:val>
                                        </p:tav>
                                        <p:tav tm="100000">
                                          <p:val>
                                            <p:strVal val="#ppt_h"/>
                                          </p:val>
                                        </p:tav>
                                      </p:tavLst>
                                    </p:anim>
                                    <p:anim calcmode="lin" valueType="num">
                                      <p:cBhvr additive="repl">
                                        <p:cTn id="853" dur="500" fill="hold">
                                          <p:stCondLst>
                                            <p:cond delay="0"/>
                                          </p:stCondLst>
                                        </p:cTn>
                                        <p:tgtEl>
                                          <p:spTgt spid="198"/>
                                        </p:tgtEl>
                                        <p:attrNameLst>
                                          <p:attrName>ppt_x</p:attrName>
                                        </p:attrNameLst>
                                      </p:cBhvr>
                                      <p:tavLst>
                                        <p:tav tm="0">
                                          <p:val>
                                            <p:strVal val="#ppt_x+.4"/>
                                          </p:val>
                                        </p:tav>
                                        <p:tav tm="100000">
                                          <p:val>
                                            <p:strVal val="#ppt_x"/>
                                          </p:val>
                                        </p:tav>
                                      </p:tavLst>
                                    </p:anim>
                                    <p:anim calcmode="lin" valueType="num">
                                      <p:cBhvr additive="repl">
                                        <p:cTn id="854" dur="500" fill="hold">
                                          <p:stCondLst>
                                            <p:cond delay="0"/>
                                          </p:stCondLst>
                                        </p:cTn>
                                        <p:tgtEl>
                                          <p:spTgt spid="198"/>
                                        </p:tgtEl>
                                        <p:attrNameLst>
                                          <p:attrName>ppt_y</p:attrName>
                                        </p:attrNameLst>
                                      </p:cBhvr>
                                      <p:tavLst>
                                        <p:tav tm="0">
                                          <p:val>
                                            <p:strVal val="#ppt_y-.2"/>
                                          </p:val>
                                        </p:tav>
                                        <p:tav tm="100000">
                                          <p:val>
                                            <p:strVal val="#ppt_y+.1"/>
                                          </p:val>
                                        </p:tav>
                                      </p:tavLst>
                                    </p:anim>
                                    <p:anim calcmode="lin" valueType="num">
                                      <p:cBhvr additive="repl">
                                        <p:cTn id="855" dur="500" fill="hold">
                                          <p:stCondLst>
                                            <p:cond delay="500"/>
                                          </p:stCondLst>
                                        </p:cTn>
                                        <p:tgtEl>
                                          <p:spTgt spid="198"/>
                                        </p:tgtEl>
                                        <p:attrNameLst>
                                          <p:attrName>ppt_y</p:attrName>
                                        </p:attrNameLst>
                                      </p:cBhvr>
                                      <p:tavLst>
                                        <p:tav tm="0">
                                          <p:val>
                                            <p:strVal val="#ppt_y+.1"/>
                                          </p:val>
                                        </p:tav>
                                        <p:tav tm="100000">
                                          <p:val>
                                            <p:strVal val="#ppt_y"/>
                                          </p:val>
                                        </p:tav>
                                      </p:tavLst>
                                    </p:anim>
                                    <p:animEffect filter="fade" transition="in">
                                      <p:cBhvr additive="repl">
                                        <p:cTn id="856" dur="1000">
                                          <p:stCondLst>
                                            <p:cond delay="0"/>
                                          </p:stCondLst>
                                        </p:cTn>
                                        <p:tgtEl>
                                          <p:spTgt spid="198"/>
                                        </p:tgtEl>
                                      </p:cBhvr>
                                    </p:animEffect>
                                  </p:childTnLst>
                                </p:cTn>
                              </p:par>
                            </p:childTnLst>
                          </p:cTn>
                        </p:par>
                      </p:childTnLst>
                    </p:cTn>
                  </p:par>
                  <p:par>
                    <p:cTn id="857" nodeType="clickEffect" fill="hold">
                      <p:stCondLst>
                        <p:cond delay="indefinite"/>
                      </p:stCondLst>
                      <p:childTnLst>
                        <p:par>
                          <p:cTn id="858" nodeType="withEffect" fill="hold">
                            <p:stCondLst>
                              <p:cond delay="0"/>
                            </p:stCondLst>
                            <p:childTnLst>
                              <p:par>
                                <p:cTn id="859" nodeType="clickEffect" fill="hold" presetClass="entr" presetID="25">
                                  <p:stCondLst>
                                    <p:cond delay="0"/>
                                  </p:stCondLst>
                                  <p:childTnLst>
                                    <p:set>
                                      <p:cBhvr>
                                        <p:cTn id="860" dur="1" fill="hold">
                                          <p:stCondLst>
                                            <p:cond delay="0"/>
                                          </p:stCondLst>
                                        </p:cTn>
                                        <p:tgtEl>
                                          <p:spTgt spid="186"/>
                                        </p:tgtEl>
                                        <p:attrNameLst>
                                          <p:attrName>style.visibility</p:attrName>
                                        </p:attrNameLst>
                                      </p:cBhvr>
                                      <p:to>
                                        <p:strVal val="visible"/>
                                      </p:to>
                                    </p:set>
                                    <p:anim calcmode="lin" valueType="num">
                                      <p:cBhvr additive="repl">
                                        <p:cTn id="861" dur="500" fill="hold">
                                          <p:stCondLst>
                                            <p:cond delay="0"/>
                                          </p:stCondLst>
                                        </p:cTn>
                                        <p:tgtEl>
                                          <p:spTgt spid="186"/>
                                        </p:tgtEl>
                                        <p:attrNameLst>
                                          <p:attrName>r</p:attrName>
                                        </p:attrNameLst>
                                      </p:cBhvr>
                                      <p:tavLst>
                                        <p:tav tm="0">
                                          <p:val>
                                            <p:strVal val="-90"/>
                                          </p:val>
                                        </p:tav>
                                        <p:tav tm="100000">
                                          <p:val>
                                            <p:strVal val="0"/>
                                          </p:val>
                                        </p:tav>
                                      </p:tavLst>
                                    </p:anim>
                                    <p:anim calcmode="lin" valueType="num">
                                      <p:cBhvr additive="repl">
                                        <p:cTn id="862" dur="500" fill="hold">
                                          <p:stCondLst>
                                            <p:cond delay="0"/>
                                          </p:stCondLst>
                                        </p:cTn>
                                        <p:tgtEl>
                                          <p:spTgt spid="186"/>
                                        </p:tgtEl>
                                        <p:attrNameLst>
                                          <p:attrName>ppt_w</p:attrName>
                                        </p:attrNameLst>
                                      </p:cBhvr>
                                      <p:tavLst>
                                        <p:tav tm="0">
                                          <p:val>
                                            <p:strVal val="#ppt_w"/>
                                          </p:val>
                                        </p:tav>
                                        <p:tav tm="100000">
                                          <p:val>
                                            <p:strVal val="#ppt_w*.05"/>
                                          </p:val>
                                        </p:tav>
                                      </p:tavLst>
                                    </p:anim>
                                    <p:anim calcmode="lin" valueType="num">
                                      <p:cBhvr additive="repl">
                                        <p:cTn id="863" dur="500" fill="hold">
                                          <p:stCondLst>
                                            <p:cond delay="500"/>
                                          </p:stCondLst>
                                        </p:cTn>
                                        <p:tgtEl>
                                          <p:spTgt spid="186"/>
                                        </p:tgtEl>
                                        <p:attrNameLst>
                                          <p:attrName>ppt_w</p:attrName>
                                        </p:attrNameLst>
                                      </p:cBhvr>
                                      <p:tavLst>
                                        <p:tav tm="0">
                                          <p:val>
                                            <p:strVal val="#ppt_w*.05"/>
                                          </p:val>
                                        </p:tav>
                                        <p:tav tm="100000">
                                          <p:val>
                                            <p:strVal val="#ppt_w"/>
                                          </p:val>
                                        </p:tav>
                                      </p:tavLst>
                                    </p:anim>
                                    <p:anim calcmode="lin" valueType="num">
                                      <p:cBhvr additive="repl">
                                        <p:cTn id="864" dur="1000" fill="hold"/>
                                        <p:tgtEl>
                                          <p:spTgt spid="186"/>
                                        </p:tgtEl>
                                        <p:attrNameLst>
                                          <p:attrName>ppt_h</p:attrName>
                                        </p:attrNameLst>
                                      </p:cBhvr>
                                      <p:tavLst>
                                        <p:tav tm="0">
                                          <p:val>
                                            <p:strVal val="#ppt_h"/>
                                          </p:val>
                                        </p:tav>
                                        <p:tav tm="100000">
                                          <p:val>
                                            <p:strVal val="#ppt_h"/>
                                          </p:val>
                                        </p:tav>
                                      </p:tavLst>
                                    </p:anim>
                                    <p:anim calcmode="lin" valueType="num">
                                      <p:cBhvr additive="repl">
                                        <p:cTn id="865" dur="500" fill="hold">
                                          <p:stCondLst>
                                            <p:cond delay="0"/>
                                          </p:stCondLst>
                                        </p:cTn>
                                        <p:tgtEl>
                                          <p:spTgt spid="186"/>
                                        </p:tgtEl>
                                        <p:attrNameLst>
                                          <p:attrName>ppt_x</p:attrName>
                                        </p:attrNameLst>
                                      </p:cBhvr>
                                      <p:tavLst>
                                        <p:tav tm="0">
                                          <p:val>
                                            <p:strVal val="#ppt_x+.4"/>
                                          </p:val>
                                        </p:tav>
                                        <p:tav tm="100000">
                                          <p:val>
                                            <p:strVal val="#ppt_x"/>
                                          </p:val>
                                        </p:tav>
                                      </p:tavLst>
                                    </p:anim>
                                    <p:anim calcmode="lin" valueType="num">
                                      <p:cBhvr additive="repl">
                                        <p:cTn id="866" dur="500" fill="hold">
                                          <p:stCondLst>
                                            <p:cond delay="0"/>
                                          </p:stCondLst>
                                        </p:cTn>
                                        <p:tgtEl>
                                          <p:spTgt spid="186"/>
                                        </p:tgtEl>
                                        <p:attrNameLst>
                                          <p:attrName>ppt_y</p:attrName>
                                        </p:attrNameLst>
                                      </p:cBhvr>
                                      <p:tavLst>
                                        <p:tav tm="0">
                                          <p:val>
                                            <p:strVal val="#ppt_y-.2"/>
                                          </p:val>
                                        </p:tav>
                                        <p:tav tm="100000">
                                          <p:val>
                                            <p:strVal val="#ppt_y+.1"/>
                                          </p:val>
                                        </p:tav>
                                      </p:tavLst>
                                    </p:anim>
                                    <p:anim calcmode="lin" valueType="num">
                                      <p:cBhvr additive="repl">
                                        <p:cTn id="867" dur="500" fill="hold">
                                          <p:stCondLst>
                                            <p:cond delay="500"/>
                                          </p:stCondLst>
                                        </p:cTn>
                                        <p:tgtEl>
                                          <p:spTgt spid="186"/>
                                        </p:tgtEl>
                                        <p:attrNameLst>
                                          <p:attrName>ppt_y</p:attrName>
                                        </p:attrNameLst>
                                      </p:cBhvr>
                                      <p:tavLst>
                                        <p:tav tm="0">
                                          <p:val>
                                            <p:strVal val="#ppt_y+.1"/>
                                          </p:val>
                                        </p:tav>
                                        <p:tav tm="100000">
                                          <p:val>
                                            <p:strVal val="#ppt_y"/>
                                          </p:val>
                                        </p:tav>
                                      </p:tavLst>
                                    </p:anim>
                                    <p:animEffect filter="fade" transition="in">
                                      <p:cBhvr additive="repl">
                                        <p:cTn id="868" dur="1000">
                                          <p:stCondLst>
                                            <p:cond delay="0"/>
                                          </p:stCondLst>
                                        </p:cTn>
                                        <p:tgtEl>
                                          <p:spTgt spid="186"/>
                                        </p:tgtEl>
                                      </p:cBhvr>
                                    </p:animEffect>
                                  </p:childTnLst>
                                </p:cTn>
                              </p:par>
                              <p:par>
                                <p:cTn id="869" nodeType="withEffect" fill="hold" presetClass="entr" presetID="25">
                                  <p:stCondLst>
                                    <p:cond delay="0"/>
                                  </p:stCondLst>
                                  <p:childTnLst>
                                    <p:set>
                                      <p:cBhvr>
                                        <p:cTn id="870" dur="1" fill="hold">
                                          <p:stCondLst>
                                            <p:cond delay="0"/>
                                          </p:stCondLst>
                                        </p:cTn>
                                        <p:tgtEl>
                                          <p:spTgt spid="194"/>
                                        </p:tgtEl>
                                        <p:attrNameLst>
                                          <p:attrName>style.visibility</p:attrName>
                                        </p:attrNameLst>
                                      </p:cBhvr>
                                      <p:to>
                                        <p:strVal val="visible"/>
                                      </p:to>
                                    </p:set>
                                    <p:anim calcmode="lin" valueType="num">
                                      <p:cBhvr additive="repl">
                                        <p:cTn id="871" dur="500" fill="hold">
                                          <p:stCondLst>
                                            <p:cond delay="0"/>
                                          </p:stCondLst>
                                        </p:cTn>
                                        <p:tgtEl>
                                          <p:spTgt spid="194"/>
                                        </p:tgtEl>
                                        <p:attrNameLst>
                                          <p:attrName>r</p:attrName>
                                        </p:attrNameLst>
                                      </p:cBhvr>
                                      <p:tavLst>
                                        <p:tav tm="0">
                                          <p:val>
                                            <p:strVal val="-90"/>
                                          </p:val>
                                        </p:tav>
                                        <p:tav tm="100000">
                                          <p:val>
                                            <p:strVal val="0"/>
                                          </p:val>
                                        </p:tav>
                                      </p:tavLst>
                                    </p:anim>
                                    <p:anim calcmode="lin" valueType="num">
                                      <p:cBhvr additive="repl">
                                        <p:cTn id="872" dur="500" fill="hold">
                                          <p:stCondLst>
                                            <p:cond delay="0"/>
                                          </p:stCondLst>
                                        </p:cTn>
                                        <p:tgtEl>
                                          <p:spTgt spid="194"/>
                                        </p:tgtEl>
                                        <p:attrNameLst>
                                          <p:attrName>ppt_w</p:attrName>
                                        </p:attrNameLst>
                                      </p:cBhvr>
                                      <p:tavLst>
                                        <p:tav tm="0">
                                          <p:val>
                                            <p:strVal val="#ppt_w"/>
                                          </p:val>
                                        </p:tav>
                                        <p:tav tm="100000">
                                          <p:val>
                                            <p:strVal val="#ppt_w*.05"/>
                                          </p:val>
                                        </p:tav>
                                      </p:tavLst>
                                    </p:anim>
                                    <p:anim calcmode="lin" valueType="num">
                                      <p:cBhvr additive="repl">
                                        <p:cTn id="873" dur="500" fill="hold">
                                          <p:stCondLst>
                                            <p:cond delay="500"/>
                                          </p:stCondLst>
                                        </p:cTn>
                                        <p:tgtEl>
                                          <p:spTgt spid="194"/>
                                        </p:tgtEl>
                                        <p:attrNameLst>
                                          <p:attrName>ppt_w</p:attrName>
                                        </p:attrNameLst>
                                      </p:cBhvr>
                                      <p:tavLst>
                                        <p:tav tm="0">
                                          <p:val>
                                            <p:strVal val="#ppt_w*.05"/>
                                          </p:val>
                                        </p:tav>
                                        <p:tav tm="100000">
                                          <p:val>
                                            <p:strVal val="#ppt_w"/>
                                          </p:val>
                                        </p:tav>
                                      </p:tavLst>
                                    </p:anim>
                                    <p:anim calcmode="lin" valueType="num">
                                      <p:cBhvr additive="repl">
                                        <p:cTn id="874" dur="1000" fill="hold"/>
                                        <p:tgtEl>
                                          <p:spTgt spid="194"/>
                                        </p:tgtEl>
                                        <p:attrNameLst>
                                          <p:attrName>ppt_h</p:attrName>
                                        </p:attrNameLst>
                                      </p:cBhvr>
                                      <p:tavLst>
                                        <p:tav tm="0">
                                          <p:val>
                                            <p:strVal val="#ppt_h"/>
                                          </p:val>
                                        </p:tav>
                                        <p:tav tm="100000">
                                          <p:val>
                                            <p:strVal val="#ppt_h"/>
                                          </p:val>
                                        </p:tav>
                                      </p:tavLst>
                                    </p:anim>
                                    <p:anim calcmode="lin" valueType="num">
                                      <p:cBhvr additive="repl">
                                        <p:cTn id="875" dur="500" fill="hold">
                                          <p:stCondLst>
                                            <p:cond delay="0"/>
                                          </p:stCondLst>
                                        </p:cTn>
                                        <p:tgtEl>
                                          <p:spTgt spid="194"/>
                                        </p:tgtEl>
                                        <p:attrNameLst>
                                          <p:attrName>ppt_x</p:attrName>
                                        </p:attrNameLst>
                                      </p:cBhvr>
                                      <p:tavLst>
                                        <p:tav tm="0">
                                          <p:val>
                                            <p:strVal val="#ppt_x+.4"/>
                                          </p:val>
                                        </p:tav>
                                        <p:tav tm="100000">
                                          <p:val>
                                            <p:strVal val="#ppt_x"/>
                                          </p:val>
                                        </p:tav>
                                      </p:tavLst>
                                    </p:anim>
                                    <p:anim calcmode="lin" valueType="num">
                                      <p:cBhvr additive="repl">
                                        <p:cTn id="876" dur="500" fill="hold">
                                          <p:stCondLst>
                                            <p:cond delay="0"/>
                                          </p:stCondLst>
                                        </p:cTn>
                                        <p:tgtEl>
                                          <p:spTgt spid="194"/>
                                        </p:tgtEl>
                                        <p:attrNameLst>
                                          <p:attrName>ppt_y</p:attrName>
                                        </p:attrNameLst>
                                      </p:cBhvr>
                                      <p:tavLst>
                                        <p:tav tm="0">
                                          <p:val>
                                            <p:strVal val="#ppt_y-.2"/>
                                          </p:val>
                                        </p:tav>
                                        <p:tav tm="100000">
                                          <p:val>
                                            <p:strVal val="#ppt_y+.1"/>
                                          </p:val>
                                        </p:tav>
                                      </p:tavLst>
                                    </p:anim>
                                    <p:anim calcmode="lin" valueType="num">
                                      <p:cBhvr additive="repl">
                                        <p:cTn id="877" dur="500" fill="hold">
                                          <p:stCondLst>
                                            <p:cond delay="500"/>
                                          </p:stCondLst>
                                        </p:cTn>
                                        <p:tgtEl>
                                          <p:spTgt spid="194"/>
                                        </p:tgtEl>
                                        <p:attrNameLst>
                                          <p:attrName>ppt_y</p:attrName>
                                        </p:attrNameLst>
                                      </p:cBhvr>
                                      <p:tavLst>
                                        <p:tav tm="0">
                                          <p:val>
                                            <p:strVal val="#ppt_y+.1"/>
                                          </p:val>
                                        </p:tav>
                                        <p:tav tm="100000">
                                          <p:val>
                                            <p:strVal val="#ppt_y"/>
                                          </p:val>
                                        </p:tav>
                                      </p:tavLst>
                                    </p:anim>
                                    <p:animEffect filter="fade" transition="in">
                                      <p:cBhvr additive="repl">
                                        <p:cTn id="878" dur="1000">
                                          <p:stCondLst>
                                            <p:cond delay="0"/>
                                          </p:stCondLst>
                                        </p:cTn>
                                        <p:tgtEl>
                                          <p:spTgt spid="194"/>
                                        </p:tgtEl>
                                      </p:cBhvr>
                                    </p:animEffect>
                                  </p:childTnLst>
                                </p:cTn>
                              </p:par>
                              <p:par>
                                <p:cTn id="879" nodeType="withEffect" fill="hold" presetClass="entr" presetID="25">
                                  <p:stCondLst>
                                    <p:cond delay="0"/>
                                  </p:stCondLst>
                                  <p:childTnLst>
                                    <p:set>
                                      <p:cBhvr>
                                        <p:cTn id="880" dur="1" fill="hold">
                                          <p:stCondLst>
                                            <p:cond delay="0"/>
                                          </p:stCondLst>
                                        </p:cTn>
                                        <p:tgtEl>
                                          <p:spTgt spid="196"/>
                                        </p:tgtEl>
                                        <p:attrNameLst>
                                          <p:attrName>style.visibility</p:attrName>
                                        </p:attrNameLst>
                                      </p:cBhvr>
                                      <p:to>
                                        <p:strVal val="visible"/>
                                      </p:to>
                                    </p:set>
                                    <p:anim calcmode="lin" valueType="num">
                                      <p:cBhvr additive="repl">
                                        <p:cTn id="881" dur="500" fill="hold">
                                          <p:stCondLst>
                                            <p:cond delay="0"/>
                                          </p:stCondLst>
                                        </p:cTn>
                                        <p:tgtEl>
                                          <p:spTgt spid="196"/>
                                        </p:tgtEl>
                                        <p:attrNameLst>
                                          <p:attrName>r</p:attrName>
                                        </p:attrNameLst>
                                      </p:cBhvr>
                                      <p:tavLst>
                                        <p:tav tm="0">
                                          <p:val>
                                            <p:strVal val="-90"/>
                                          </p:val>
                                        </p:tav>
                                        <p:tav tm="100000">
                                          <p:val>
                                            <p:strVal val="0"/>
                                          </p:val>
                                        </p:tav>
                                      </p:tavLst>
                                    </p:anim>
                                    <p:anim calcmode="lin" valueType="num">
                                      <p:cBhvr additive="repl">
                                        <p:cTn id="882" dur="500" fill="hold">
                                          <p:stCondLst>
                                            <p:cond delay="0"/>
                                          </p:stCondLst>
                                        </p:cTn>
                                        <p:tgtEl>
                                          <p:spTgt spid="196"/>
                                        </p:tgtEl>
                                        <p:attrNameLst>
                                          <p:attrName>ppt_w</p:attrName>
                                        </p:attrNameLst>
                                      </p:cBhvr>
                                      <p:tavLst>
                                        <p:tav tm="0">
                                          <p:val>
                                            <p:strVal val="#ppt_w"/>
                                          </p:val>
                                        </p:tav>
                                        <p:tav tm="100000">
                                          <p:val>
                                            <p:strVal val="#ppt_w*.05"/>
                                          </p:val>
                                        </p:tav>
                                      </p:tavLst>
                                    </p:anim>
                                    <p:anim calcmode="lin" valueType="num">
                                      <p:cBhvr additive="repl">
                                        <p:cTn id="883" dur="500" fill="hold">
                                          <p:stCondLst>
                                            <p:cond delay="500"/>
                                          </p:stCondLst>
                                        </p:cTn>
                                        <p:tgtEl>
                                          <p:spTgt spid="196"/>
                                        </p:tgtEl>
                                        <p:attrNameLst>
                                          <p:attrName>ppt_w</p:attrName>
                                        </p:attrNameLst>
                                      </p:cBhvr>
                                      <p:tavLst>
                                        <p:tav tm="0">
                                          <p:val>
                                            <p:strVal val="#ppt_w*.05"/>
                                          </p:val>
                                        </p:tav>
                                        <p:tav tm="100000">
                                          <p:val>
                                            <p:strVal val="#ppt_w"/>
                                          </p:val>
                                        </p:tav>
                                      </p:tavLst>
                                    </p:anim>
                                    <p:anim calcmode="lin" valueType="num">
                                      <p:cBhvr additive="repl">
                                        <p:cTn id="884" dur="1000" fill="hold"/>
                                        <p:tgtEl>
                                          <p:spTgt spid="196"/>
                                        </p:tgtEl>
                                        <p:attrNameLst>
                                          <p:attrName>ppt_h</p:attrName>
                                        </p:attrNameLst>
                                      </p:cBhvr>
                                      <p:tavLst>
                                        <p:tav tm="0">
                                          <p:val>
                                            <p:strVal val="#ppt_h"/>
                                          </p:val>
                                        </p:tav>
                                        <p:tav tm="100000">
                                          <p:val>
                                            <p:strVal val="#ppt_h"/>
                                          </p:val>
                                        </p:tav>
                                      </p:tavLst>
                                    </p:anim>
                                    <p:anim calcmode="lin" valueType="num">
                                      <p:cBhvr additive="repl">
                                        <p:cTn id="885" dur="500" fill="hold">
                                          <p:stCondLst>
                                            <p:cond delay="0"/>
                                          </p:stCondLst>
                                        </p:cTn>
                                        <p:tgtEl>
                                          <p:spTgt spid="196"/>
                                        </p:tgtEl>
                                        <p:attrNameLst>
                                          <p:attrName>ppt_x</p:attrName>
                                        </p:attrNameLst>
                                      </p:cBhvr>
                                      <p:tavLst>
                                        <p:tav tm="0">
                                          <p:val>
                                            <p:strVal val="#ppt_x+.4"/>
                                          </p:val>
                                        </p:tav>
                                        <p:tav tm="100000">
                                          <p:val>
                                            <p:strVal val="#ppt_x"/>
                                          </p:val>
                                        </p:tav>
                                      </p:tavLst>
                                    </p:anim>
                                    <p:anim calcmode="lin" valueType="num">
                                      <p:cBhvr additive="repl">
                                        <p:cTn id="886" dur="500" fill="hold">
                                          <p:stCondLst>
                                            <p:cond delay="0"/>
                                          </p:stCondLst>
                                        </p:cTn>
                                        <p:tgtEl>
                                          <p:spTgt spid="196"/>
                                        </p:tgtEl>
                                        <p:attrNameLst>
                                          <p:attrName>ppt_y</p:attrName>
                                        </p:attrNameLst>
                                      </p:cBhvr>
                                      <p:tavLst>
                                        <p:tav tm="0">
                                          <p:val>
                                            <p:strVal val="#ppt_y-.2"/>
                                          </p:val>
                                        </p:tav>
                                        <p:tav tm="100000">
                                          <p:val>
                                            <p:strVal val="#ppt_y+.1"/>
                                          </p:val>
                                        </p:tav>
                                      </p:tavLst>
                                    </p:anim>
                                    <p:anim calcmode="lin" valueType="num">
                                      <p:cBhvr additive="repl">
                                        <p:cTn id="887" dur="500" fill="hold">
                                          <p:stCondLst>
                                            <p:cond delay="500"/>
                                          </p:stCondLst>
                                        </p:cTn>
                                        <p:tgtEl>
                                          <p:spTgt spid="196"/>
                                        </p:tgtEl>
                                        <p:attrNameLst>
                                          <p:attrName>ppt_y</p:attrName>
                                        </p:attrNameLst>
                                      </p:cBhvr>
                                      <p:tavLst>
                                        <p:tav tm="0">
                                          <p:val>
                                            <p:strVal val="#ppt_y+.1"/>
                                          </p:val>
                                        </p:tav>
                                        <p:tav tm="100000">
                                          <p:val>
                                            <p:strVal val="#ppt_y"/>
                                          </p:val>
                                        </p:tav>
                                      </p:tavLst>
                                    </p:anim>
                                    <p:animEffect filter="fade" transition="in">
                                      <p:cBhvr additive="repl">
                                        <p:cTn id="888" dur="1000">
                                          <p:stCondLst>
                                            <p:cond delay="0"/>
                                          </p:stCondLst>
                                        </p:cTn>
                                        <p:tgtEl>
                                          <p:spTgt spid="196"/>
                                        </p:tgtEl>
                                      </p:cBhvr>
                                    </p:animEffect>
                                  </p:childTnLst>
                                </p:cTn>
                              </p:par>
                              <p:par>
                                <p:cTn id="889" nodeType="withEffect" fill="hold" presetClass="entr" presetID="25">
                                  <p:stCondLst>
                                    <p:cond delay="0"/>
                                  </p:stCondLst>
                                  <p:childTnLst>
                                    <p:set>
                                      <p:cBhvr>
                                        <p:cTn id="890" dur="1" fill="hold">
                                          <p:stCondLst>
                                            <p:cond delay="0"/>
                                          </p:stCondLst>
                                        </p:cTn>
                                        <p:tgtEl>
                                          <p:spTgt spid="199"/>
                                        </p:tgtEl>
                                        <p:attrNameLst>
                                          <p:attrName>style.visibility</p:attrName>
                                        </p:attrNameLst>
                                      </p:cBhvr>
                                      <p:to>
                                        <p:strVal val="visible"/>
                                      </p:to>
                                    </p:set>
                                    <p:anim calcmode="lin" valueType="num">
                                      <p:cBhvr additive="repl">
                                        <p:cTn id="891" dur="500" fill="hold">
                                          <p:stCondLst>
                                            <p:cond delay="0"/>
                                          </p:stCondLst>
                                        </p:cTn>
                                        <p:tgtEl>
                                          <p:spTgt spid="199"/>
                                        </p:tgtEl>
                                        <p:attrNameLst>
                                          <p:attrName>r</p:attrName>
                                        </p:attrNameLst>
                                      </p:cBhvr>
                                      <p:tavLst>
                                        <p:tav tm="0">
                                          <p:val>
                                            <p:strVal val="-90"/>
                                          </p:val>
                                        </p:tav>
                                        <p:tav tm="100000">
                                          <p:val>
                                            <p:strVal val="0"/>
                                          </p:val>
                                        </p:tav>
                                      </p:tavLst>
                                    </p:anim>
                                    <p:anim calcmode="lin" valueType="num">
                                      <p:cBhvr additive="repl">
                                        <p:cTn id="892" dur="500" fill="hold">
                                          <p:stCondLst>
                                            <p:cond delay="0"/>
                                          </p:stCondLst>
                                        </p:cTn>
                                        <p:tgtEl>
                                          <p:spTgt spid="199"/>
                                        </p:tgtEl>
                                        <p:attrNameLst>
                                          <p:attrName>ppt_w</p:attrName>
                                        </p:attrNameLst>
                                      </p:cBhvr>
                                      <p:tavLst>
                                        <p:tav tm="0">
                                          <p:val>
                                            <p:strVal val="#ppt_w"/>
                                          </p:val>
                                        </p:tav>
                                        <p:tav tm="100000">
                                          <p:val>
                                            <p:strVal val="#ppt_w*.05"/>
                                          </p:val>
                                        </p:tav>
                                      </p:tavLst>
                                    </p:anim>
                                    <p:anim calcmode="lin" valueType="num">
                                      <p:cBhvr additive="repl">
                                        <p:cTn id="893" dur="500" fill="hold">
                                          <p:stCondLst>
                                            <p:cond delay="500"/>
                                          </p:stCondLst>
                                        </p:cTn>
                                        <p:tgtEl>
                                          <p:spTgt spid="199"/>
                                        </p:tgtEl>
                                        <p:attrNameLst>
                                          <p:attrName>ppt_w</p:attrName>
                                        </p:attrNameLst>
                                      </p:cBhvr>
                                      <p:tavLst>
                                        <p:tav tm="0">
                                          <p:val>
                                            <p:strVal val="#ppt_w*.05"/>
                                          </p:val>
                                        </p:tav>
                                        <p:tav tm="100000">
                                          <p:val>
                                            <p:strVal val="#ppt_w"/>
                                          </p:val>
                                        </p:tav>
                                      </p:tavLst>
                                    </p:anim>
                                    <p:anim calcmode="lin" valueType="num">
                                      <p:cBhvr additive="repl">
                                        <p:cTn id="894" dur="1000" fill="hold"/>
                                        <p:tgtEl>
                                          <p:spTgt spid="199"/>
                                        </p:tgtEl>
                                        <p:attrNameLst>
                                          <p:attrName>ppt_h</p:attrName>
                                        </p:attrNameLst>
                                      </p:cBhvr>
                                      <p:tavLst>
                                        <p:tav tm="0">
                                          <p:val>
                                            <p:strVal val="#ppt_h"/>
                                          </p:val>
                                        </p:tav>
                                        <p:tav tm="100000">
                                          <p:val>
                                            <p:strVal val="#ppt_h"/>
                                          </p:val>
                                        </p:tav>
                                      </p:tavLst>
                                    </p:anim>
                                    <p:anim calcmode="lin" valueType="num">
                                      <p:cBhvr additive="repl">
                                        <p:cTn id="895" dur="500" fill="hold">
                                          <p:stCondLst>
                                            <p:cond delay="0"/>
                                          </p:stCondLst>
                                        </p:cTn>
                                        <p:tgtEl>
                                          <p:spTgt spid="199"/>
                                        </p:tgtEl>
                                        <p:attrNameLst>
                                          <p:attrName>ppt_x</p:attrName>
                                        </p:attrNameLst>
                                      </p:cBhvr>
                                      <p:tavLst>
                                        <p:tav tm="0">
                                          <p:val>
                                            <p:strVal val="#ppt_x+.4"/>
                                          </p:val>
                                        </p:tav>
                                        <p:tav tm="100000">
                                          <p:val>
                                            <p:strVal val="#ppt_x"/>
                                          </p:val>
                                        </p:tav>
                                      </p:tavLst>
                                    </p:anim>
                                    <p:anim calcmode="lin" valueType="num">
                                      <p:cBhvr additive="repl">
                                        <p:cTn id="896" dur="500" fill="hold">
                                          <p:stCondLst>
                                            <p:cond delay="0"/>
                                          </p:stCondLst>
                                        </p:cTn>
                                        <p:tgtEl>
                                          <p:spTgt spid="199"/>
                                        </p:tgtEl>
                                        <p:attrNameLst>
                                          <p:attrName>ppt_y</p:attrName>
                                        </p:attrNameLst>
                                      </p:cBhvr>
                                      <p:tavLst>
                                        <p:tav tm="0">
                                          <p:val>
                                            <p:strVal val="#ppt_y-.2"/>
                                          </p:val>
                                        </p:tav>
                                        <p:tav tm="100000">
                                          <p:val>
                                            <p:strVal val="#ppt_y+.1"/>
                                          </p:val>
                                        </p:tav>
                                      </p:tavLst>
                                    </p:anim>
                                    <p:anim calcmode="lin" valueType="num">
                                      <p:cBhvr additive="repl">
                                        <p:cTn id="897" dur="500" fill="hold">
                                          <p:stCondLst>
                                            <p:cond delay="500"/>
                                          </p:stCondLst>
                                        </p:cTn>
                                        <p:tgtEl>
                                          <p:spTgt spid="199"/>
                                        </p:tgtEl>
                                        <p:attrNameLst>
                                          <p:attrName>ppt_y</p:attrName>
                                        </p:attrNameLst>
                                      </p:cBhvr>
                                      <p:tavLst>
                                        <p:tav tm="0">
                                          <p:val>
                                            <p:strVal val="#ppt_y+.1"/>
                                          </p:val>
                                        </p:tav>
                                        <p:tav tm="100000">
                                          <p:val>
                                            <p:strVal val="#ppt_y"/>
                                          </p:val>
                                        </p:tav>
                                      </p:tavLst>
                                    </p:anim>
                                    <p:animEffect filter="fade" transition="in">
                                      <p:cBhvr additive="repl">
                                        <p:cTn id="898" dur="1000">
                                          <p:stCondLst>
                                            <p:cond delay="0"/>
                                          </p:stCondLst>
                                        </p:cTn>
                                        <p:tgtEl>
                                          <p:spTgt spid="199"/>
                                        </p:tgtEl>
                                      </p:cBhvr>
                                    </p:animEffect>
                                  </p:childTnLst>
                                </p:cTn>
                              </p:par>
                              <p:par>
                                <p:cTn id="899" nodeType="withEffect" fill="hold" presetClass="entr" presetID="25">
                                  <p:stCondLst>
                                    <p:cond delay="0"/>
                                  </p:stCondLst>
                                  <p:childTnLst>
                                    <p:set>
                                      <p:cBhvr>
                                        <p:cTn id="900" dur="1" fill="hold">
                                          <p:stCondLst>
                                            <p:cond delay="0"/>
                                          </p:stCondLst>
                                        </p:cTn>
                                        <p:tgtEl>
                                          <p:spTgt spid="200"/>
                                        </p:tgtEl>
                                        <p:attrNameLst>
                                          <p:attrName>style.visibility</p:attrName>
                                        </p:attrNameLst>
                                      </p:cBhvr>
                                      <p:to>
                                        <p:strVal val="visible"/>
                                      </p:to>
                                    </p:set>
                                    <p:anim calcmode="lin" valueType="num">
                                      <p:cBhvr additive="repl">
                                        <p:cTn id="901" dur="500" fill="hold">
                                          <p:stCondLst>
                                            <p:cond delay="0"/>
                                          </p:stCondLst>
                                        </p:cTn>
                                        <p:tgtEl>
                                          <p:spTgt spid="200"/>
                                        </p:tgtEl>
                                        <p:attrNameLst>
                                          <p:attrName>r</p:attrName>
                                        </p:attrNameLst>
                                      </p:cBhvr>
                                      <p:tavLst>
                                        <p:tav tm="0">
                                          <p:val>
                                            <p:strVal val="-90"/>
                                          </p:val>
                                        </p:tav>
                                        <p:tav tm="100000">
                                          <p:val>
                                            <p:strVal val="0"/>
                                          </p:val>
                                        </p:tav>
                                      </p:tavLst>
                                    </p:anim>
                                    <p:anim calcmode="lin" valueType="num">
                                      <p:cBhvr additive="repl">
                                        <p:cTn id="902" dur="500" fill="hold">
                                          <p:stCondLst>
                                            <p:cond delay="0"/>
                                          </p:stCondLst>
                                        </p:cTn>
                                        <p:tgtEl>
                                          <p:spTgt spid="200"/>
                                        </p:tgtEl>
                                        <p:attrNameLst>
                                          <p:attrName>ppt_w</p:attrName>
                                        </p:attrNameLst>
                                      </p:cBhvr>
                                      <p:tavLst>
                                        <p:tav tm="0">
                                          <p:val>
                                            <p:strVal val="#ppt_w"/>
                                          </p:val>
                                        </p:tav>
                                        <p:tav tm="100000">
                                          <p:val>
                                            <p:strVal val="#ppt_w*.05"/>
                                          </p:val>
                                        </p:tav>
                                      </p:tavLst>
                                    </p:anim>
                                    <p:anim calcmode="lin" valueType="num">
                                      <p:cBhvr additive="repl">
                                        <p:cTn id="903" dur="500" fill="hold">
                                          <p:stCondLst>
                                            <p:cond delay="500"/>
                                          </p:stCondLst>
                                        </p:cTn>
                                        <p:tgtEl>
                                          <p:spTgt spid="200"/>
                                        </p:tgtEl>
                                        <p:attrNameLst>
                                          <p:attrName>ppt_w</p:attrName>
                                        </p:attrNameLst>
                                      </p:cBhvr>
                                      <p:tavLst>
                                        <p:tav tm="0">
                                          <p:val>
                                            <p:strVal val="#ppt_w*.05"/>
                                          </p:val>
                                        </p:tav>
                                        <p:tav tm="100000">
                                          <p:val>
                                            <p:strVal val="#ppt_w"/>
                                          </p:val>
                                        </p:tav>
                                      </p:tavLst>
                                    </p:anim>
                                    <p:anim calcmode="lin" valueType="num">
                                      <p:cBhvr additive="repl">
                                        <p:cTn id="904" dur="1000" fill="hold"/>
                                        <p:tgtEl>
                                          <p:spTgt spid="200"/>
                                        </p:tgtEl>
                                        <p:attrNameLst>
                                          <p:attrName>ppt_h</p:attrName>
                                        </p:attrNameLst>
                                      </p:cBhvr>
                                      <p:tavLst>
                                        <p:tav tm="0">
                                          <p:val>
                                            <p:strVal val="#ppt_h"/>
                                          </p:val>
                                        </p:tav>
                                        <p:tav tm="100000">
                                          <p:val>
                                            <p:strVal val="#ppt_h"/>
                                          </p:val>
                                        </p:tav>
                                      </p:tavLst>
                                    </p:anim>
                                    <p:anim calcmode="lin" valueType="num">
                                      <p:cBhvr additive="repl">
                                        <p:cTn id="905" dur="500" fill="hold">
                                          <p:stCondLst>
                                            <p:cond delay="0"/>
                                          </p:stCondLst>
                                        </p:cTn>
                                        <p:tgtEl>
                                          <p:spTgt spid="200"/>
                                        </p:tgtEl>
                                        <p:attrNameLst>
                                          <p:attrName>ppt_x</p:attrName>
                                        </p:attrNameLst>
                                      </p:cBhvr>
                                      <p:tavLst>
                                        <p:tav tm="0">
                                          <p:val>
                                            <p:strVal val="#ppt_x+.4"/>
                                          </p:val>
                                        </p:tav>
                                        <p:tav tm="100000">
                                          <p:val>
                                            <p:strVal val="#ppt_x"/>
                                          </p:val>
                                        </p:tav>
                                      </p:tavLst>
                                    </p:anim>
                                    <p:anim calcmode="lin" valueType="num">
                                      <p:cBhvr additive="repl">
                                        <p:cTn id="906" dur="500" fill="hold">
                                          <p:stCondLst>
                                            <p:cond delay="0"/>
                                          </p:stCondLst>
                                        </p:cTn>
                                        <p:tgtEl>
                                          <p:spTgt spid="200"/>
                                        </p:tgtEl>
                                        <p:attrNameLst>
                                          <p:attrName>ppt_y</p:attrName>
                                        </p:attrNameLst>
                                      </p:cBhvr>
                                      <p:tavLst>
                                        <p:tav tm="0">
                                          <p:val>
                                            <p:strVal val="#ppt_y-.2"/>
                                          </p:val>
                                        </p:tav>
                                        <p:tav tm="100000">
                                          <p:val>
                                            <p:strVal val="#ppt_y+.1"/>
                                          </p:val>
                                        </p:tav>
                                      </p:tavLst>
                                    </p:anim>
                                    <p:anim calcmode="lin" valueType="num">
                                      <p:cBhvr additive="repl">
                                        <p:cTn id="907" dur="500" fill="hold">
                                          <p:stCondLst>
                                            <p:cond delay="500"/>
                                          </p:stCondLst>
                                        </p:cTn>
                                        <p:tgtEl>
                                          <p:spTgt spid="200"/>
                                        </p:tgtEl>
                                        <p:attrNameLst>
                                          <p:attrName>ppt_y</p:attrName>
                                        </p:attrNameLst>
                                      </p:cBhvr>
                                      <p:tavLst>
                                        <p:tav tm="0">
                                          <p:val>
                                            <p:strVal val="#ppt_y+.1"/>
                                          </p:val>
                                        </p:tav>
                                        <p:tav tm="100000">
                                          <p:val>
                                            <p:strVal val="#ppt_y"/>
                                          </p:val>
                                        </p:tav>
                                      </p:tavLst>
                                    </p:anim>
                                    <p:animEffect filter="fade" transition="in">
                                      <p:cBhvr additive="repl">
                                        <p:cTn id="908" dur="1000">
                                          <p:stCondLst>
                                            <p:cond delay="0"/>
                                          </p:stCondLst>
                                        </p:cTn>
                                        <p:tgtEl>
                                          <p:spTgt spid="20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2" name="Text Box 2"/>
          <p:cNvSpPr/>
          <p:nvPr/>
        </p:nvSpPr>
        <p:spPr>
          <a:xfrm>
            <a:off x="177840" y="1270080"/>
            <a:ext cx="8813880" cy="3020760"/>
          </a:xfrm>
          <a:prstGeom prst="rect">
            <a:avLst/>
          </a:prstGeom>
          <a:noFill/>
          <a:ln w="0">
            <a:noFill/>
          </a:ln>
        </p:spPr>
        <p:style>
          <a:lnRef idx="0"/>
          <a:fillRef idx="0"/>
          <a:effectRef idx="0"/>
          <a:fontRef idx="minor"/>
        </p:style>
        <p:txBody>
          <a:bodyPr lIns="90000" rIns="90000" tIns="46800" bIns="46800" anchor="t">
            <a:spAutoFit/>
          </a:bodyPr>
          <a:p>
            <a:pPr algn="just">
              <a:spcBef>
                <a:spcPts val="2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3200" strike="noStrike" u="none">
                <a:solidFill>
                  <a:srgbClr val="000000"/>
                </a:solidFill>
                <a:effectLst/>
                <a:uFillTx/>
                <a:latin typeface="Arial"/>
              </a:rPr>
              <a:t>Puisque le calorimètre (système 1) et la masse </a:t>
            </a:r>
            <a:r>
              <a:rPr b="0" i="1" lang="fr-FR" sz="3200" strike="noStrike" u="none">
                <a:solidFill>
                  <a:srgbClr val="000000"/>
                </a:solidFill>
                <a:effectLst/>
                <a:uFillTx/>
                <a:latin typeface="Arial"/>
              </a:rPr>
              <a:t>m</a:t>
            </a:r>
            <a:r>
              <a:rPr b="0" lang="fr-FR" sz="3200" strike="noStrike" u="none">
                <a:solidFill>
                  <a:srgbClr val="000000"/>
                </a:solidFill>
                <a:effectLst/>
                <a:uFillTx/>
                <a:latin typeface="Arial"/>
              </a:rPr>
              <a:t> (système 2) forment un </a:t>
            </a:r>
            <a:r>
              <a:rPr b="0" i="1" lang="fr-FR" sz="3200" strike="noStrike" u="none">
                <a:solidFill>
                  <a:srgbClr val="000000"/>
                </a:solidFill>
                <a:effectLst/>
                <a:uFillTx/>
                <a:latin typeface="Arial"/>
              </a:rPr>
              <a:t>système isolé thermiquement</a:t>
            </a:r>
            <a:r>
              <a:rPr b="0" lang="fr-FR" sz="3200" strike="noStrike" u="none">
                <a:solidFill>
                  <a:srgbClr val="000000"/>
                </a:solidFill>
                <a:effectLst/>
                <a:uFillTx/>
                <a:latin typeface="Arial"/>
              </a:rPr>
              <a:t>, on écrit que le système n’échange pas de chaleur avec l’extérieur, le corps et le calorimètre sont en équilibre thermique:</a:t>
            </a:r>
            <a:endParaRPr b="0" lang="en-US" sz="3200" strike="noStrike" u="none">
              <a:solidFill>
                <a:srgbClr val="000000"/>
              </a:solidFill>
              <a:effectLst/>
              <a:uFillTx/>
              <a:latin typeface="Arial"/>
            </a:endParaRPr>
          </a:p>
        </p:txBody>
      </p:sp>
      <p:sp>
        <p:nvSpPr>
          <p:cNvPr id="203" name="Rectangle 4"/>
          <p:cNvSpPr/>
          <p:nvPr/>
        </p:nvSpPr>
        <p:spPr>
          <a:xfrm>
            <a:off x="464400" y="502200"/>
            <a:ext cx="6356160" cy="703440"/>
          </a:xfrm>
          <a:prstGeom prst="rect">
            <a:avLst/>
          </a:prstGeom>
          <a:noFill/>
          <a:ln w="0">
            <a:noFill/>
          </a:ln>
        </p:spPr>
        <p:style>
          <a:lnRef idx="0"/>
          <a:fillRef idx="0"/>
          <a:effectRef idx="0"/>
          <a:fontRef idx="minor"/>
        </p:style>
        <p:txBody>
          <a:bodyPr wrap="none" lIns="90000" rIns="90000" tIns="46800" bIns="46800" anchor="ctr">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4000" strike="noStrike" u="none">
                <a:solidFill>
                  <a:srgbClr val="c00000"/>
                </a:solidFill>
                <a:effectLst/>
                <a:uFillTx/>
                <a:latin typeface="Arial"/>
              </a:rPr>
              <a:t>Application : Calorimétrie</a:t>
            </a:r>
            <a:endParaRPr b="0" lang="en-US" sz="4000" strike="noStrike" u="none">
              <a:solidFill>
                <a:srgbClr val="000000"/>
              </a:solidFill>
              <a:effectLst/>
              <a:uFillTx/>
              <a:latin typeface="Arial"/>
            </a:endParaRPr>
          </a:p>
        </p:txBody>
      </p:sp>
      <p:sp>
        <p:nvSpPr>
          <p:cNvPr id="204" name="Rectangle 6"/>
          <p:cNvSpPr/>
          <p:nvPr/>
        </p:nvSpPr>
        <p:spPr>
          <a:xfrm>
            <a:off x="0" y="3328920"/>
            <a:ext cx="9144000" cy="360"/>
          </a:xfrm>
          <a:prstGeom prst="rect">
            <a:avLst/>
          </a:prstGeom>
          <a:noFill/>
          <a:ln w="0">
            <a:noFill/>
          </a:ln>
        </p:spPr>
        <p:style>
          <a:lnRef idx="0"/>
          <a:fillRef idx="0"/>
          <a:effectRef idx="0"/>
          <a:fontRef idx="minor"/>
        </p:style>
        <p:txBody>
          <a:bodyPr wrap="none" lIns="90000" rIns="90000" tIns="-46440" bIns="-46440" anchor="ctr">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trike="noStrike" u="none">
              <a:solidFill>
                <a:srgbClr val="000000"/>
              </a:solidFill>
              <a:effectLst/>
              <a:uFillTx/>
              <a:latin typeface="Arial"/>
            </a:endParaRPr>
          </a:p>
        </p:txBody>
      </p:sp>
      <p:graphicFrame>
        <p:nvGraphicFramePr>
          <p:cNvPr id="205" name="Object 2"/>
          <p:cNvGraphicFramePr/>
          <p:nvPr/>
        </p:nvGraphicFramePr>
        <p:xfrm>
          <a:off x="838080" y="4344840"/>
          <a:ext cx="7290000" cy="698760"/>
        </p:xfrm>
        <a:graphic>
          <a:graphicData uri="http://schemas.openxmlformats.org/presentationml/2006/ole">
            <p:oleObj r:id="rId1" spid="">
              <p:embed/>
              <p:pic>
                <p:nvPicPr>
                  <p:cNvPr id="206" name="Object 2" descr=""/>
                  <p:cNvPicPr/>
                  <p:nvPr/>
                </p:nvPicPr>
                <p:blipFill>
                  <a:blip r:embed="rId2"/>
                  <a:stretch/>
                </p:blipFill>
                <p:spPr>
                  <a:xfrm>
                    <a:off x="838080" y="4344840"/>
                    <a:ext cx="7290000" cy="698760"/>
                  </a:xfrm>
                  <a:prstGeom prst="rect">
                    <a:avLst/>
                  </a:prstGeom>
                  <a:solidFill>
                    <a:srgbClr val="ffff00"/>
                  </a:solidFill>
                  <a:ln w="0">
                    <a:noFill/>
                  </a:ln>
                </p:spPr>
              </p:pic>
            </p:oleObj>
          </a:graphicData>
        </a:graphic>
      </p:graphicFrame>
      <p:graphicFrame>
        <p:nvGraphicFramePr>
          <p:cNvPr id="207" name="Object 3"/>
          <p:cNvGraphicFramePr/>
          <p:nvPr/>
        </p:nvGraphicFramePr>
        <p:xfrm>
          <a:off x="355680" y="5867280"/>
          <a:ext cx="8427960" cy="792360"/>
        </p:xfrm>
        <a:graphic>
          <a:graphicData uri="http://schemas.openxmlformats.org/presentationml/2006/ole">
            <p:oleObj r:id="rId3" spid="">
              <p:embed/>
              <p:pic>
                <p:nvPicPr>
                  <p:cNvPr id="208" name="Object 3" descr=""/>
                  <p:cNvPicPr/>
                  <p:nvPr/>
                </p:nvPicPr>
                <p:blipFill>
                  <a:blip r:embed="rId4"/>
                  <a:stretch/>
                </p:blipFill>
                <p:spPr>
                  <a:xfrm>
                    <a:off x="355680" y="5867280"/>
                    <a:ext cx="8427960" cy="792360"/>
                  </a:xfrm>
                  <a:prstGeom prst="rect">
                    <a:avLst/>
                  </a:prstGeom>
                  <a:solidFill>
                    <a:srgbClr val="66ffff"/>
                  </a:solidFill>
                  <a:ln w="0">
                    <a:noFill/>
                  </a:ln>
                </p:spPr>
              </p:pic>
            </p:oleObj>
          </a:graphicData>
        </a:graphic>
      </p:graphicFrame>
      <p:sp>
        <p:nvSpPr>
          <p:cNvPr id="209" name="Text Box 9"/>
          <p:cNvSpPr/>
          <p:nvPr/>
        </p:nvSpPr>
        <p:spPr>
          <a:xfrm>
            <a:off x="203040" y="5156280"/>
            <a:ext cx="2832120" cy="581760"/>
          </a:xfrm>
          <a:prstGeom prst="rect">
            <a:avLst/>
          </a:prstGeom>
          <a:noFill/>
          <a:ln w="0">
            <a:noFill/>
          </a:ln>
        </p:spPr>
        <p:style>
          <a:lnRef idx="0"/>
          <a:fillRef idx="0"/>
          <a:effectRef idx="0"/>
          <a:fontRef idx="minor"/>
        </p:style>
        <p:txBody>
          <a:bodyPr lIns="90000" rIns="90000" tIns="46800" bIns="46800" anchor="t">
            <a:spAutoFit/>
          </a:bodyPr>
          <a:p>
            <a:pPr>
              <a:spcBef>
                <a:spcPts val="2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3200" strike="noStrike" u="none">
                <a:solidFill>
                  <a:srgbClr val="000000"/>
                </a:solidFill>
                <a:effectLst/>
                <a:uFillTx/>
                <a:latin typeface="Arial"/>
              </a:rPr>
              <a:t>Cela s’écrit :</a:t>
            </a:r>
            <a:endParaRPr b="0" lang="en-US" sz="3200" strike="noStrike" u="none">
              <a:solidFill>
                <a:srgbClr val="000000"/>
              </a:solidFill>
              <a:effectLst/>
              <a:uFillTx/>
              <a:latin typeface="Arial"/>
            </a:endParaRPr>
          </a:p>
        </p:txBody>
      </p:sp>
      <p:sp>
        <p:nvSpPr>
          <p:cNvPr id="210" name="Rectangle 4"/>
          <p:cNvSpPr/>
          <p:nvPr/>
        </p:nvSpPr>
        <p:spPr>
          <a:xfrm>
            <a:off x="0" y="0"/>
            <a:ext cx="9144000" cy="571680"/>
          </a:xfrm>
          <a:prstGeom prst="rect">
            <a:avLst/>
          </a:prstGeom>
          <a:solidFill>
            <a:srgbClr val="4f81bd"/>
          </a:solidFill>
          <a:ln w="0">
            <a:noFill/>
          </a:ln>
        </p:spPr>
        <p:style>
          <a:lnRef idx="0"/>
          <a:fillRef idx="0"/>
          <a:effectRef idx="0"/>
          <a:fontRef idx="minor"/>
        </p:style>
        <p:txBody>
          <a:bodyPr lIns="90000" rIns="90000" tIns="46800" bIns="46800" anchor="b" anchorCtr="1">
            <a:noAutofit/>
          </a:bodyPr>
          <a:p>
            <a:pPr>
              <a:lnSpc>
                <a:spcPct val="15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800" strike="noStrike" u="none">
                <a:solidFill>
                  <a:srgbClr val="cc3300"/>
                </a:solidFill>
                <a:effectLst/>
                <a:uFillTx/>
                <a:latin typeface="Times New Roman"/>
                <a:ea typeface="Times New Roman"/>
              </a:rPr>
              <a:t>Séance 3 : </a:t>
            </a:r>
            <a:r>
              <a:rPr b="1" lang="fr-FR" sz="2800" strike="noStrike" u="none">
                <a:solidFill>
                  <a:srgbClr val="cc3300"/>
                </a:solidFill>
                <a:effectLst/>
                <a:uFillTx/>
                <a:latin typeface="Times New Roman"/>
                <a:ea typeface="Times New Roman"/>
              </a:rPr>
              <a:t>QUANTITE DE CHALEUR ET TRAVAIL</a:t>
            </a:r>
            <a:endParaRPr b="0" lang="en-US" sz="2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timing>
    <p:tnLst>
      <p:par>
        <p:cTn id="909" dur="indefinite" restart="never" nodeType="tmRoot">
          <p:childTnLst>
            <p:seq>
              <p:cTn id="910" dur="indefinite" nodeType="mainSeq">
                <p:childTnLst>
                  <p:par>
                    <p:cTn id="911" nodeType="clickEffect" fill="hold">
                      <p:stCondLst>
                        <p:cond delay="indefinite"/>
                      </p:stCondLst>
                      <p:childTnLst>
                        <p:par>
                          <p:cTn id="912" nodeType="withEffect" fill="hold">
                            <p:stCondLst>
                              <p:cond delay="0"/>
                            </p:stCondLst>
                            <p:childTnLst>
                              <p:par>
                                <p:cTn id="913" nodeType="clickEffect" fill="hold" presetClass="entr" presetID="27">
                                  <p:stCondLst>
                                    <p:cond delay="0"/>
                                  </p:stCondLst>
                                  <p:iterate type="lt">
                                    <p:tmAbs val="40"/>
                                  </p:iterate>
                                  <p:childTnLst>
                                    <p:set>
                                      <p:cBhvr>
                                        <p:cTn id="914" dur="1" fill="hold">
                                          <p:stCondLst>
                                            <p:cond delay="0"/>
                                          </p:stCondLst>
                                        </p:cTn>
                                        <p:tgtEl>
                                          <p:spTgt spid="202"/>
                                        </p:tgtEl>
                                        <p:attrNameLst>
                                          <p:attrName>style.visibility</p:attrName>
                                        </p:attrNameLst>
                                      </p:cBhvr>
                                      <p:to>
                                        <p:strVal val="visible"/>
                                      </p:to>
                                    </p:set>
                                    <p:anim calcmode="discrete" valueType="clr">
                                      <p:cBhvr additive="repl">
                                        <p:cTn id="915" dur="80"/>
                                        <p:tgtEl>
                                          <p:spTgt spid="202"/>
                                        </p:tgtEl>
                                        <p:attrNameLst>
                                          <p:attrName>style.color</p:attrName>
                                        </p:attrNameLst>
                                      </p:cBhvr>
                                      <p:tavLst>
                                        <p:tav tm="0">
                                          <p:val>
                                            <p:strVal val="rgb(77,80,-64)"/>
                                          </p:val>
                                        </p:tav>
                                        <p:tav tm="50000">
                                          <p:val>
                                            <p:strVal val="rgb(-1,0,0)"/>
                                          </p:val>
                                        </p:tav>
                                      </p:tavLst>
                                    </p:anim>
                                    <p:anim calcmode="discrete" valueType="clr">
                                      <p:cBhvr additive="repl">
                                        <p:cTn id="916" dur="80"/>
                                        <p:tgtEl>
                                          <p:spTgt spid="202"/>
                                        </p:tgtEl>
                                        <p:attrNameLst>
                                          <p:attrName>fillcolor</p:attrName>
                                        </p:attrNameLst>
                                      </p:cBhvr>
                                      <p:tavLst>
                                        <p:tav tm="0">
                                          <p:val>
                                            <p:strVal val="rgb(77,80,-64)"/>
                                          </p:val>
                                        </p:tav>
                                        <p:tav tm="50000">
                                          <p:val>
                                            <p:strVal val="rgb(-1,0,0)"/>
                                          </p:val>
                                        </p:tav>
                                      </p:tavLst>
                                    </p:anim>
                                    <p:set>
                                      <p:cBhvr>
                                        <p:cTn id="917" dur="80"/>
                                        <p:tgtEl>
                                          <p:spTgt spid="202"/>
                                        </p:tgtEl>
                                        <p:attrNameLst>
                                          <p:attrName>fill.type</p:attrName>
                                        </p:attrNameLst>
                                      </p:cBhvr>
                                      <p:to>
                                        <p:strVal val="solid"/>
                                      </p:to>
                                    </p:set>
                                  </p:childTnLst>
                                </p:cTn>
                              </p:par>
                            </p:childTnLst>
                          </p:cTn>
                        </p:par>
                      </p:childTnLst>
                    </p:cTn>
                  </p:par>
                  <p:par>
                    <p:cTn id="918" nodeType="clickEffect" fill="hold">
                      <p:stCondLst>
                        <p:cond delay="indefinite"/>
                      </p:stCondLst>
                      <p:childTnLst>
                        <p:par>
                          <p:cTn id="919" nodeType="withEffect" fill="hold">
                            <p:stCondLst>
                              <p:cond delay="0"/>
                            </p:stCondLst>
                            <p:childTnLst>
                              <p:par>
                                <p:cTn id="920" nodeType="clickEffect" fill="hold" presetClass="entr" presetID="4" presetSubtype="16">
                                  <p:stCondLst>
                                    <p:cond delay="0"/>
                                  </p:stCondLst>
                                  <p:childTnLst>
                                    <p:set>
                                      <p:cBhvr>
                                        <p:cTn id="921" dur="1" fill="hold">
                                          <p:stCondLst>
                                            <p:cond delay="0"/>
                                          </p:stCondLst>
                                        </p:cTn>
                                        <p:tgtEl>
                                          <p:spTgt spid="206"/>
                                        </p:tgtEl>
                                        <p:attrNameLst>
                                          <p:attrName>style.visibility</p:attrName>
                                        </p:attrNameLst>
                                      </p:cBhvr>
                                      <p:to>
                                        <p:strVal val="visible"/>
                                      </p:to>
                                    </p:set>
                                    <p:animEffect filter="box(in)" transition="in">
                                      <p:cBhvr additive="repl">
                                        <p:cTn id="922" dur="500"/>
                                        <p:tgtEl>
                                          <p:spTgt spid="206"/>
                                        </p:tgtEl>
                                      </p:cBhvr>
                                    </p:animEffect>
                                  </p:childTnLst>
                                </p:cTn>
                              </p:par>
                            </p:childTnLst>
                          </p:cTn>
                        </p:par>
                      </p:childTnLst>
                    </p:cTn>
                  </p:par>
                  <p:par>
                    <p:cTn id="923" nodeType="clickEffect" fill="hold">
                      <p:stCondLst>
                        <p:cond delay="indefinite"/>
                      </p:stCondLst>
                      <p:childTnLst>
                        <p:par>
                          <p:cTn id="924" nodeType="withEffect" fill="hold">
                            <p:stCondLst>
                              <p:cond delay="0"/>
                            </p:stCondLst>
                            <p:childTnLst>
                              <p:par>
                                <p:cTn id="925" nodeType="clickEffect" fill="hold" presetClass="entr" presetID="27">
                                  <p:stCondLst>
                                    <p:cond delay="0"/>
                                  </p:stCondLst>
                                  <p:iterate type="lt">
                                    <p:tmAbs val="40"/>
                                  </p:iterate>
                                  <p:childTnLst>
                                    <p:set>
                                      <p:cBhvr>
                                        <p:cTn id="926" dur="1" fill="hold">
                                          <p:stCondLst>
                                            <p:cond delay="0"/>
                                          </p:stCondLst>
                                        </p:cTn>
                                        <p:tgtEl>
                                          <p:spTgt spid="209"/>
                                        </p:tgtEl>
                                        <p:attrNameLst>
                                          <p:attrName>style.visibility</p:attrName>
                                        </p:attrNameLst>
                                      </p:cBhvr>
                                      <p:to>
                                        <p:strVal val="visible"/>
                                      </p:to>
                                    </p:set>
                                    <p:anim calcmode="discrete" valueType="clr">
                                      <p:cBhvr additive="repl">
                                        <p:cTn id="927" dur="80"/>
                                        <p:tgtEl>
                                          <p:spTgt spid="209"/>
                                        </p:tgtEl>
                                        <p:attrNameLst>
                                          <p:attrName>style.color</p:attrName>
                                        </p:attrNameLst>
                                      </p:cBhvr>
                                      <p:tavLst>
                                        <p:tav tm="0">
                                          <p:val>
                                            <p:strVal val="rgb(77,80,-64)"/>
                                          </p:val>
                                        </p:tav>
                                        <p:tav tm="50000">
                                          <p:val>
                                            <p:strVal val="rgb(-1,0,0)"/>
                                          </p:val>
                                        </p:tav>
                                      </p:tavLst>
                                    </p:anim>
                                    <p:anim calcmode="discrete" valueType="clr">
                                      <p:cBhvr additive="repl">
                                        <p:cTn id="928" dur="80"/>
                                        <p:tgtEl>
                                          <p:spTgt spid="209"/>
                                        </p:tgtEl>
                                        <p:attrNameLst>
                                          <p:attrName>fillcolor</p:attrName>
                                        </p:attrNameLst>
                                      </p:cBhvr>
                                      <p:tavLst>
                                        <p:tav tm="0">
                                          <p:val>
                                            <p:strVal val="rgb(77,80,-64)"/>
                                          </p:val>
                                        </p:tav>
                                        <p:tav tm="50000">
                                          <p:val>
                                            <p:strVal val="rgb(-1,0,0)"/>
                                          </p:val>
                                        </p:tav>
                                      </p:tavLst>
                                    </p:anim>
                                    <p:set>
                                      <p:cBhvr>
                                        <p:cTn id="929" dur="80"/>
                                        <p:tgtEl>
                                          <p:spTgt spid="209"/>
                                        </p:tgtEl>
                                        <p:attrNameLst>
                                          <p:attrName>fill.type</p:attrName>
                                        </p:attrNameLst>
                                      </p:cBhvr>
                                      <p:to>
                                        <p:strVal val="solid"/>
                                      </p:to>
                                    </p:set>
                                  </p:childTnLst>
                                </p:cTn>
                              </p:par>
                            </p:childTnLst>
                          </p:cTn>
                        </p:par>
                      </p:childTnLst>
                    </p:cTn>
                  </p:par>
                  <p:par>
                    <p:cTn id="930" nodeType="clickEffect" fill="hold">
                      <p:stCondLst>
                        <p:cond delay="indefinite"/>
                      </p:stCondLst>
                      <p:childTnLst>
                        <p:par>
                          <p:cTn id="931" nodeType="withEffect" fill="hold">
                            <p:stCondLst>
                              <p:cond delay="0"/>
                            </p:stCondLst>
                            <p:childTnLst>
                              <p:par>
                                <p:cTn id="932" nodeType="clickEffect" fill="hold" presetClass="entr" presetID="30">
                                  <p:stCondLst>
                                    <p:cond delay="0"/>
                                  </p:stCondLst>
                                  <p:childTnLst>
                                    <p:set>
                                      <p:cBhvr>
                                        <p:cTn id="933" dur="1" fill="hold">
                                          <p:stCondLst>
                                            <p:cond delay="0"/>
                                          </p:stCondLst>
                                        </p:cTn>
                                        <p:tgtEl>
                                          <p:spTgt spid="208"/>
                                        </p:tgtEl>
                                        <p:attrNameLst>
                                          <p:attrName>style.visibility</p:attrName>
                                        </p:attrNameLst>
                                      </p:cBhvr>
                                      <p:to>
                                        <p:strVal val="visible"/>
                                      </p:to>
                                    </p:set>
                                    <p:animEffect filter="fade" transition="in">
                                      <p:cBhvr additive="repl">
                                        <p:cTn id="934" dur="800"/>
                                        <p:tgtEl>
                                          <p:spTgt spid="208"/>
                                        </p:tgtEl>
                                      </p:cBhvr>
                                    </p:animEffect>
                                    <p:anim calcmode="lin" valueType="num">
                                      <p:cBhvr additive="repl">
                                        <p:cTn id="935" dur="800" fill="hold"/>
                                        <p:tgtEl>
                                          <p:spTgt spid="208"/>
                                        </p:tgtEl>
                                        <p:attrNameLst>
                                          <p:attrName>r</p:attrName>
                                        </p:attrNameLst>
                                      </p:cBhvr>
                                      <p:tavLst>
                                        <p:tav tm="0">
                                          <p:val>
                                            <p:strVal val="-90"/>
                                          </p:val>
                                        </p:tav>
                                        <p:tav tm="100000">
                                          <p:val>
                                            <p:strVal val="0"/>
                                          </p:val>
                                        </p:tav>
                                      </p:tavLst>
                                    </p:anim>
                                    <p:anim calcmode="lin" valueType="num">
                                      <p:cBhvr additive="repl">
                                        <p:cTn id="936" dur="800" fill="hold"/>
                                        <p:tgtEl>
                                          <p:spTgt spid="208"/>
                                        </p:tgtEl>
                                        <p:attrNameLst>
                                          <p:attrName>ppt_x</p:attrName>
                                        </p:attrNameLst>
                                      </p:cBhvr>
                                      <p:tavLst>
                                        <p:tav tm="0">
                                          <p:val>
                                            <p:strVal val="#ppt_x+0.4"/>
                                          </p:val>
                                        </p:tav>
                                        <p:tav tm="100000">
                                          <p:val>
                                            <p:strVal val="#ppt_x-0.05"/>
                                          </p:val>
                                        </p:tav>
                                      </p:tavLst>
                                    </p:anim>
                                    <p:anim calcmode="lin" valueType="num">
                                      <p:cBhvr additive="repl">
                                        <p:cTn id="937" dur="800" fill="hold"/>
                                        <p:tgtEl>
                                          <p:spTgt spid="208"/>
                                        </p:tgtEl>
                                        <p:attrNameLst>
                                          <p:attrName>ppt_y</p:attrName>
                                        </p:attrNameLst>
                                      </p:cBhvr>
                                      <p:tavLst>
                                        <p:tav tm="0">
                                          <p:val>
                                            <p:strVal val="#ppt_y-0.4"/>
                                          </p:val>
                                        </p:tav>
                                        <p:tav tm="100000">
                                          <p:val>
                                            <p:strVal val="#ppt_y+0.1"/>
                                          </p:val>
                                        </p:tav>
                                      </p:tavLst>
                                    </p:anim>
                                    <p:anim calcmode="lin" valueType="num">
                                      <p:cBhvr additive="repl">
                                        <p:cTn id="938" dur="200" fill="hold">
                                          <p:stCondLst>
                                            <p:cond delay="800"/>
                                          </p:stCondLst>
                                        </p:cTn>
                                        <p:tgtEl>
                                          <p:spTgt spid="208"/>
                                        </p:tgtEl>
                                        <p:attrNameLst>
                                          <p:attrName>ppt_x</p:attrName>
                                        </p:attrNameLst>
                                      </p:cBhvr>
                                      <p:tavLst>
                                        <p:tav tm="0">
                                          <p:val>
                                            <p:strVal val="#ppt_x-0.05"/>
                                          </p:val>
                                        </p:tav>
                                        <p:tav tm="100000">
                                          <p:val>
                                            <p:strVal val="#ppt_x"/>
                                          </p:val>
                                        </p:tav>
                                      </p:tavLst>
                                    </p:anim>
                                    <p:anim calcmode="lin" valueType="num">
                                      <p:cBhvr additive="repl">
                                        <p:cTn id="939" dur="200" fill="hold">
                                          <p:stCondLst>
                                            <p:cond delay="800"/>
                                          </p:stCondLst>
                                        </p:cTn>
                                        <p:tgtEl>
                                          <p:spTgt spid="208"/>
                                        </p:tgtEl>
                                        <p:attrNameLst>
                                          <p:attrName>ppt_y</p:attrName>
                                        </p:attrNameLst>
                                      </p:cBhvr>
                                      <p:tavLst>
                                        <p:tav tm="0">
                                          <p:val>
                                            <p:strVal val="#ppt_y+0.1"/>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1" name=""/>
          <p:cNvSpPr txBox="1"/>
          <p:nvPr/>
        </p:nvSpPr>
        <p:spPr>
          <a:xfrm>
            <a:off x="457200" y="785880"/>
            <a:ext cx="8229600" cy="5859360"/>
          </a:xfrm>
          <a:prstGeom prst="rect">
            <a:avLst/>
          </a:prstGeom>
          <a:noFill/>
          <a:ln w="0">
            <a:noFill/>
          </a:ln>
        </p:spPr>
        <p:txBody>
          <a:bodyPr anchor="t">
            <a:normAutofit/>
          </a:bodyPr>
          <a:p>
            <a:pPr marL="343080" indent="-343080" algn="just">
              <a:lnSpc>
                <a:spcPct val="110000"/>
              </a:lnSpc>
              <a:spcBef>
                <a:spcPts val="601"/>
              </a:spcBef>
              <a:tabLst>
                <a:tab algn="l" pos="0"/>
                <a:tab algn="l" pos="720720"/>
                <a:tab algn="l" pos="1444680"/>
                <a:tab algn="l" pos="2168640"/>
                <a:tab algn="l" pos="2892600"/>
                <a:tab algn="l" pos="3616200"/>
                <a:tab algn="l" pos="4343400"/>
                <a:tab algn="l" pos="5064120"/>
                <a:tab algn="l" pos="5788080"/>
                <a:tab algn="l" pos="6512040"/>
                <a:tab algn="l" pos="7236000"/>
                <a:tab algn="l" pos="7959600"/>
                <a:tab algn="l" pos="8686800"/>
                <a:tab algn="l" pos="8982000"/>
                <a:tab algn="l" pos="9431280"/>
                <a:tab algn="l" pos="9880560"/>
                <a:tab algn="l" pos="10329840"/>
                <a:tab algn="l" pos="10779120"/>
                <a:tab algn="l" pos="10780560"/>
              </a:tabLst>
            </a:pPr>
            <a:r>
              <a:rPr b="1" i="1" lang="en-GB" sz="2400" strike="noStrike" u="none">
                <a:solidFill>
                  <a:srgbClr val="c00000"/>
                </a:solidFill>
                <a:effectLst/>
                <a:uFillTx/>
                <a:latin typeface="Times New Roman"/>
                <a:ea typeface="Times New Roman"/>
              </a:rPr>
              <a:t>Exercice d'Application: La calorimétrie</a:t>
            </a:r>
            <a:endParaRPr b="0" lang="en-US" sz="2400" strike="noStrike" u="none">
              <a:solidFill>
                <a:srgbClr val="000000"/>
              </a:solidFill>
              <a:effectLst/>
              <a:uFillTx/>
              <a:latin typeface="Calibri"/>
            </a:endParaRPr>
          </a:p>
          <a:p>
            <a:pPr marL="343080" indent="-343080" algn="just">
              <a:lnSpc>
                <a:spcPct val="110000"/>
              </a:lnSpc>
              <a:spcBef>
                <a:spcPts val="601"/>
              </a:spcBef>
              <a:tabLst>
                <a:tab algn="l" pos="0"/>
                <a:tab algn="l" pos="720720"/>
                <a:tab algn="l" pos="1444680"/>
                <a:tab algn="l" pos="2168640"/>
                <a:tab algn="l" pos="2892600"/>
                <a:tab algn="l" pos="3616200"/>
                <a:tab algn="l" pos="4343400"/>
                <a:tab algn="l" pos="5064120"/>
                <a:tab algn="l" pos="5788080"/>
                <a:tab algn="l" pos="6512040"/>
                <a:tab algn="l" pos="7236000"/>
                <a:tab algn="l" pos="7959600"/>
                <a:tab algn="l" pos="8686800"/>
                <a:tab algn="l" pos="8982000"/>
                <a:tab algn="l" pos="9431280"/>
                <a:tab algn="l" pos="9880560"/>
                <a:tab algn="l" pos="10329840"/>
                <a:tab algn="l" pos="10779120"/>
                <a:tab algn="l" pos="10780560"/>
              </a:tabLst>
            </a:pPr>
            <a:r>
              <a:rPr b="0" lang="en-GB" sz="2400" strike="noStrike" u="none">
                <a:solidFill>
                  <a:srgbClr val="000000"/>
                </a:solidFill>
                <a:effectLst/>
                <a:uFillTx/>
                <a:latin typeface="Times New Roman"/>
                <a:ea typeface="Times New Roman"/>
              </a:rPr>
              <a:t>Dans un calorimètre de cuivre, de masse m</a:t>
            </a:r>
            <a:r>
              <a:rPr b="0" lang="en-GB" sz="2400" strike="noStrike" u="none" baseline="-25000">
                <a:solidFill>
                  <a:srgbClr val="000000"/>
                </a:solidFill>
                <a:effectLst/>
                <a:uFillTx/>
                <a:latin typeface="Times New Roman"/>
                <a:ea typeface="Times New Roman"/>
              </a:rPr>
              <a:t>calo</a:t>
            </a:r>
            <a:r>
              <a:rPr b="0" lang="en-GB" sz="2400" strike="noStrike" u="none">
                <a:solidFill>
                  <a:srgbClr val="000000"/>
                </a:solidFill>
                <a:effectLst/>
                <a:uFillTx/>
                <a:latin typeface="Times New Roman"/>
                <a:ea typeface="Times New Roman"/>
              </a:rPr>
              <a:t>=400g, contenant m</a:t>
            </a:r>
            <a:r>
              <a:rPr b="0" lang="en-GB" sz="2400" strike="noStrike" u="none" baseline="-25000">
                <a:solidFill>
                  <a:srgbClr val="000000"/>
                </a:solidFill>
                <a:effectLst/>
                <a:uFillTx/>
                <a:latin typeface="Times New Roman"/>
                <a:ea typeface="Times New Roman"/>
              </a:rPr>
              <a:t>e</a:t>
            </a:r>
            <a:r>
              <a:rPr b="0" lang="en-GB" sz="2400" strike="noStrike" u="none">
                <a:solidFill>
                  <a:srgbClr val="000000"/>
                </a:solidFill>
                <a:effectLst/>
                <a:uFillTx/>
                <a:latin typeface="Times New Roman"/>
                <a:ea typeface="Times New Roman"/>
              </a:rPr>
              <a:t>=500g d'eau à la température T</a:t>
            </a:r>
            <a:r>
              <a:rPr b="0" lang="en-GB" sz="2400" strike="noStrike" u="none" baseline="-25000">
                <a:solidFill>
                  <a:srgbClr val="000000"/>
                </a:solidFill>
                <a:effectLst/>
                <a:uFillTx/>
                <a:latin typeface="Times New Roman"/>
                <a:ea typeface="Times New Roman"/>
              </a:rPr>
              <a:t>e</a:t>
            </a:r>
            <a:r>
              <a:rPr b="0" lang="en-GB" sz="2400" strike="noStrike" u="none">
                <a:solidFill>
                  <a:srgbClr val="000000"/>
                </a:solidFill>
                <a:effectLst/>
                <a:uFillTx/>
                <a:latin typeface="Times New Roman"/>
                <a:ea typeface="Times New Roman"/>
              </a:rPr>
              <a:t>=10°C, on immerge un bloc de cuivre de masse m</a:t>
            </a:r>
            <a:r>
              <a:rPr b="0" lang="en-GB" sz="2400" strike="noStrike" u="none" baseline="-25000">
                <a:solidFill>
                  <a:srgbClr val="000000"/>
                </a:solidFill>
                <a:effectLst/>
                <a:uFillTx/>
                <a:latin typeface="Times New Roman"/>
                <a:ea typeface="Times New Roman"/>
              </a:rPr>
              <a:t>cuivre</a:t>
            </a:r>
            <a:r>
              <a:rPr b="0" lang="en-GB" sz="2400" strike="noStrike" u="none">
                <a:solidFill>
                  <a:srgbClr val="000000"/>
                </a:solidFill>
                <a:effectLst/>
                <a:uFillTx/>
                <a:latin typeface="Times New Roman"/>
                <a:ea typeface="Times New Roman"/>
              </a:rPr>
              <a:t>= 600g porté à la température T</a:t>
            </a:r>
            <a:r>
              <a:rPr b="0" lang="en-GB" sz="2400" strike="noStrike" u="none" baseline="-25000">
                <a:solidFill>
                  <a:srgbClr val="000000"/>
                </a:solidFill>
                <a:effectLst/>
                <a:uFillTx/>
                <a:latin typeface="Times New Roman"/>
                <a:ea typeface="Times New Roman"/>
              </a:rPr>
              <a:t>cuivre</a:t>
            </a:r>
            <a:r>
              <a:rPr b="0" lang="en-GB" sz="2400" strike="noStrike" u="none">
                <a:solidFill>
                  <a:srgbClr val="000000"/>
                </a:solidFill>
                <a:effectLst/>
                <a:uFillTx/>
                <a:latin typeface="Times New Roman"/>
                <a:ea typeface="Times New Roman"/>
              </a:rPr>
              <a:t>=100°C. L'équilibre est réalisé à la température T=19°C. En supposant </a:t>
            </a:r>
            <a:r>
              <a:rPr b="0" lang="en-GB" sz="2400" strike="noStrike" u="sng">
                <a:solidFill>
                  <a:srgbClr val="000000"/>
                </a:solidFill>
                <a:effectLst/>
                <a:uFillTx/>
                <a:latin typeface="Times New Roman"/>
                <a:ea typeface="Times New Roman"/>
              </a:rPr>
              <a:t>le système parfaitement isolé</a:t>
            </a:r>
            <a:r>
              <a:rPr b="0" lang="en-GB" sz="2400" strike="noStrike" u="none">
                <a:solidFill>
                  <a:srgbClr val="000000"/>
                </a:solidFill>
                <a:effectLst/>
                <a:uFillTx/>
                <a:latin typeface="Times New Roman"/>
                <a:ea typeface="Times New Roman"/>
              </a:rPr>
              <a:t>, déterminer la chaleur massique du cuivre en Cal.g</a:t>
            </a:r>
            <a:r>
              <a:rPr b="0" lang="en-GB" sz="2400" strike="noStrike" u="none" baseline="30000">
                <a:solidFill>
                  <a:srgbClr val="000000"/>
                </a:solidFill>
                <a:effectLst/>
                <a:uFillTx/>
                <a:latin typeface="Times New Roman"/>
                <a:ea typeface="Times New Roman"/>
              </a:rPr>
              <a:t>-1</a:t>
            </a:r>
            <a:r>
              <a:rPr b="0" lang="en-GB" sz="2400" strike="noStrike" u="none">
                <a:solidFill>
                  <a:srgbClr val="000000"/>
                </a:solidFill>
                <a:effectLst/>
                <a:uFillTx/>
                <a:latin typeface="Times New Roman"/>
                <a:ea typeface="Times New Roman"/>
              </a:rPr>
              <a:t>K</a:t>
            </a:r>
            <a:r>
              <a:rPr b="0" lang="en-GB" sz="2400" strike="noStrike" u="none" baseline="30000">
                <a:solidFill>
                  <a:srgbClr val="000000"/>
                </a:solidFill>
                <a:effectLst/>
                <a:uFillTx/>
                <a:latin typeface="Times New Roman"/>
                <a:ea typeface="Times New Roman"/>
              </a:rPr>
              <a:t>-1</a:t>
            </a:r>
            <a:r>
              <a:rPr b="0" lang="en-GB" sz="2400" strike="noStrike" u="none">
                <a:solidFill>
                  <a:srgbClr val="000000"/>
                </a:solidFill>
                <a:effectLst/>
                <a:uFillTx/>
                <a:latin typeface="Times New Roman"/>
                <a:ea typeface="Times New Roman"/>
              </a:rPr>
              <a:t>. </a:t>
            </a:r>
            <a:endParaRPr b="0" lang="en-US" sz="2400" strike="noStrike" u="none">
              <a:solidFill>
                <a:srgbClr val="000000"/>
              </a:solidFill>
              <a:effectLst/>
              <a:uFillTx/>
              <a:latin typeface="Calibri"/>
            </a:endParaRPr>
          </a:p>
          <a:p>
            <a:pPr marL="343080" indent="-343080" algn="just">
              <a:lnSpc>
                <a:spcPct val="110000"/>
              </a:lnSpc>
              <a:spcBef>
                <a:spcPts val="601"/>
              </a:spcBef>
              <a:tabLst>
                <a:tab algn="l" pos="0"/>
                <a:tab algn="l" pos="720720"/>
                <a:tab algn="l" pos="1444680"/>
                <a:tab algn="l" pos="2168640"/>
                <a:tab algn="l" pos="2892600"/>
                <a:tab algn="l" pos="3616200"/>
                <a:tab algn="l" pos="4343400"/>
                <a:tab algn="l" pos="5064120"/>
                <a:tab algn="l" pos="5788080"/>
                <a:tab algn="l" pos="6512040"/>
                <a:tab algn="l" pos="7236000"/>
                <a:tab algn="l" pos="7959600"/>
                <a:tab algn="l" pos="8686800"/>
                <a:tab algn="l" pos="8982000"/>
                <a:tab algn="l" pos="9431280"/>
                <a:tab algn="l" pos="9880560"/>
                <a:tab algn="l" pos="10329840"/>
                <a:tab algn="l" pos="10779120"/>
                <a:tab algn="l" pos="10780560"/>
              </a:tabLst>
            </a:pPr>
            <a:r>
              <a:rPr b="0" lang="en-GB" sz="2400" strike="noStrike" u="none">
                <a:solidFill>
                  <a:srgbClr val="000000"/>
                </a:solidFill>
                <a:effectLst/>
                <a:uFillTx/>
                <a:latin typeface="Times New Roman"/>
                <a:ea typeface="Times New Roman"/>
              </a:rPr>
              <a:t>On donne la chaleur massique de l'eau :  </a:t>
            </a:r>
            <a:endParaRPr b="0" lang="en-US" sz="2400" strike="noStrike" u="none">
              <a:solidFill>
                <a:srgbClr val="000000"/>
              </a:solidFill>
              <a:effectLst/>
              <a:uFillTx/>
              <a:latin typeface="Calibri"/>
            </a:endParaRPr>
          </a:p>
          <a:p>
            <a:pPr marL="343080" indent="-343080" algn="just">
              <a:lnSpc>
                <a:spcPct val="110000"/>
              </a:lnSpc>
              <a:spcBef>
                <a:spcPts val="601"/>
              </a:spcBef>
              <a:tabLst>
                <a:tab algn="l" pos="0"/>
                <a:tab algn="l" pos="720720"/>
                <a:tab algn="l" pos="1444680"/>
                <a:tab algn="l" pos="2168640"/>
                <a:tab algn="l" pos="2892600"/>
                <a:tab algn="l" pos="3616200"/>
                <a:tab algn="l" pos="4343400"/>
                <a:tab algn="l" pos="5064120"/>
                <a:tab algn="l" pos="5788080"/>
                <a:tab algn="l" pos="6512040"/>
                <a:tab algn="l" pos="7236000"/>
                <a:tab algn="l" pos="7959600"/>
                <a:tab algn="l" pos="8686800"/>
                <a:tab algn="l" pos="8982000"/>
                <a:tab algn="l" pos="9431280"/>
                <a:tab algn="l" pos="9880560"/>
                <a:tab algn="l" pos="10329840"/>
                <a:tab algn="l" pos="10779120"/>
                <a:tab algn="l" pos="10780560"/>
              </a:tabLst>
            </a:pPr>
            <a:r>
              <a:rPr b="0" lang="en-GB" sz="2400" strike="noStrike" u="none">
                <a:solidFill>
                  <a:srgbClr val="000000"/>
                </a:solidFill>
                <a:effectLst/>
                <a:uFillTx/>
                <a:latin typeface="Times New Roman"/>
                <a:ea typeface="Times New Roman"/>
              </a:rPr>
              <a:t>	</a:t>
            </a:r>
            <a:r>
              <a:rPr b="1" lang="en-GB" sz="2400" strike="noStrike" u="none">
                <a:solidFill>
                  <a:srgbClr val="000000"/>
                </a:solidFill>
                <a:effectLst/>
                <a:uFillTx/>
                <a:latin typeface="Times New Roman"/>
                <a:ea typeface="Times New Roman"/>
              </a:rPr>
              <a:t>c</a:t>
            </a:r>
            <a:r>
              <a:rPr b="1" lang="en-GB" sz="2400" strike="noStrike" u="none" baseline="-25000">
                <a:solidFill>
                  <a:srgbClr val="000000"/>
                </a:solidFill>
                <a:effectLst/>
                <a:uFillTx/>
                <a:latin typeface="Times New Roman"/>
                <a:ea typeface="Times New Roman"/>
              </a:rPr>
              <a:t>eau</a:t>
            </a:r>
            <a:r>
              <a:rPr b="0" lang="en-GB" sz="2400" strike="noStrike" u="none">
                <a:solidFill>
                  <a:srgbClr val="000000"/>
                </a:solidFill>
                <a:effectLst/>
                <a:uFillTx/>
                <a:latin typeface="Times New Roman"/>
                <a:ea typeface="Times New Roman"/>
              </a:rPr>
              <a:t> = 1 Cal.g</a:t>
            </a:r>
            <a:r>
              <a:rPr b="0" lang="en-GB" sz="2400" strike="noStrike" u="none" baseline="30000">
                <a:solidFill>
                  <a:srgbClr val="000000"/>
                </a:solidFill>
                <a:effectLst/>
                <a:uFillTx/>
                <a:latin typeface="Times New Roman"/>
                <a:ea typeface="Times New Roman"/>
              </a:rPr>
              <a:t>1</a:t>
            </a:r>
            <a:r>
              <a:rPr b="0" lang="en-GB" sz="2400" strike="noStrike" u="none" baseline="8000">
                <a:solidFill>
                  <a:srgbClr val="000000"/>
                </a:solidFill>
                <a:effectLst/>
                <a:uFillTx/>
                <a:latin typeface="Times New Roman"/>
                <a:ea typeface="Times New Roman"/>
              </a:rPr>
              <a:t> </a:t>
            </a:r>
            <a:r>
              <a:rPr b="0" lang="en-GB" sz="2400" strike="noStrike" u="none">
                <a:solidFill>
                  <a:srgbClr val="000000"/>
                </a:solidFill>
                <a:effectLst/>
                <a:uFillTx/>
                <a:latin typeface="Times New Roman"/>
                <a:ea typeface="Times New Roman"/>
              </a:rPr>
              <a:t>K</a:t>
            </a:r>
            <a:r>
              <a:rPr b="0" lang="en-GB" sz="2400" strike="noStrike" u="none" baseline="30000">
                <a:solidFill>
                  <a:srgbClr val="000000"/>
                </a:solidFill>
                <a:effectLst/>
                <a:uFillTx/>
                <a:latin typeface="Times New Roman"/>
                <a:ea typeface="Times New Roman"/>
              </a:rPr>
              <a:t>-1</a:t>
            </a:r>
            <a:r>
              <a:rPr b="0" lang="en-GB" sz="2400" strike="noStrike" u="none">
                <a:solidFill>
                  <a:srgbClr val="000000"/>
                </a:solidFill>
                <a:effectLst/>
                <a:uFillTx/>
                <a:latin typeface="Times New Roman"/>
                <a:ea typeface="Times New Roman"/>
              </a:rPr>
              <a:t>.</a:t>
            </a:r>
            <a:endParaRPr b="0" lang="en-US" sz="2400" strike="noStrike" u="none">
              <a:solidFill>
                <a:srgbClr val="000000"/>
              </a:solidFill>
              <a:effectLst/>
              <a:uFillTx/>
              <a:latin typeface="Calibri"/>
            </a:endParaRPr>
          </a:p>
          <a:p>
            <a:pPr marL="343080" indent="-343080">
              <a:lnSpc>
                <a:spcPct val="100000"/>
              </a:lnSpc>
              <a:spcBef>
                <a:spcPts val="601"/>
              </a:spcBef>
              <a:buClr>
                <a:srgbClr val="000000"/>
              </a:buClr>
              <a:buFont typeface="Arial"/>
              <a:buChar char="•"/>
              <a:tabLst>
                <a:tab algn="l" pos="0"/>
                <a:tab algn="l" pos="720720"/>
                <a:tab algn="l" pos="1444680"/>
                <a:tab algn="l" pos="2168640"/>
                <a:tab algn="l" pos="2892600"/>
                <a:tab algn="l" pos="3616200"/>
                <a:tab algn="l" pos="4343400"/>
                <a:tab algn="l" pos="5064120"/>
                <a:tab algn="l" pos="5788080"/>
                <a:tab algn="l" pos="6512040"/>
                <a:tab algn="l" pos="7236000"/>
                <a:tab algn="l" pos="7959600"/>
                <a:tab algn="l" pos="8686800"/>
                <a:tab algn="l" pos="8982000"/>
                <a:tab algn="l" pos="9431280"/>
                <a:tab algn="l" pos="9880560"/>
                <a:tab algn="l" pos="10329840"/>
                <a:tab algn="l" pos="10779120"/>
                <a:tab algn="l" pos="10780560"/>
              </a:tabLst>
            </a:pPr>
            <a:endParaRPr b="0" lang="en-US" sz="2400" strike="noStrike" u="none">
              <a:solidFill>
                <a:srgbClr val="000000"/>
              </a:solidFill>
              <a:effectLst/>
              <a:uFillTx/>
              <a:latin typeface="Calibri"/>
            </a:endParaRPr>
          </a:p>
        </p:txBody>
      </p:sp>
      <p:sp>
        <p:nvSpPr>
          <p:cNvPr id="212" name="Rectangle 4"/>
          <p:cNvSpPr/>
          <p:nvPr/>
        </p:nvSpPr>
        <p:spPr>
          <a:xfrm>
            <a:off x="0" y="0"/>
            <a:ext cx="9144000" cy="571680"/>
          </a:xfrm>
          <a:prstGeom prst="rect">
            <a:avLst/>
          </a:prstGeom>
          <a:solidFill>
            <a:srgbClr val="4f81bd"/>
          </a:solidFill>
          <a:ln w="0">
            <a:noFill/>
          </a:ln>
        </p:spPr>
        <p:style>
          <a:lnRef idx="0"/>
          <a:fillRef idx="0"/>
          <a:effectRef idx="0"/>
          <a:fontRef idx="minor"/>
        </p:style>
        <p:txBody>
          <a:bodyPr lIns="90000" rIns="90000" tIns="46800" bIns="46800" anchor="b" anchorCtr="1">
            <a:noAutofit/>
          </a:bodyPr>
          <a:p>
            <a:pPr>
              <a:lnSpc>
                <a:spcPct val="15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800" strike="noStrike" u="none">
                <a:solidFill>
                  <a:srgbClr val="cc3300"/>
                </a:solidFill>
                <a:effectLst/>
                <a:uFillTx/>
                <a:latin typeface="Times New Roman"/>
                <a:ea typeface="Times New Roman"/>
              </a:rPr>
              <a:t>Séance 3 : </a:t>
            </a:r>
            <a:r>
              <a:rPr b="1" lang="fr-FR" sz="2800" strike="noStrike" u="none">
                <a:solidFill>
                  <a:srgbClr val="cc3300"/>
                </a:solidFill>
                <a:effectLst/>
                <a:uFillTx/>
                <a:latin typeface="Times New Roman"/>
                <a:ea typeface="Times New Roman"/>
              </a:rPr>
              <a:t>QUANTITE DE CHALEUR ET TRAVAIL</a:t>
            </a:r>
            <a:endParaRPr b="0" lang="en-US" sz="2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3" name=""/>
          <p:cNvSpPr txBox="1"/>
          <p:nvPr/>
        </p:nvSpPr>
        <p:spPr>
          <a:xfrm>
            <a:off x="357120" y="713880"/>
            <a:ext cx="8229600" cy="5859720"/>
          </a:xfrm>
          <a:prstGeom prst="rect">
            <a:avLst/>
          </a:prstGeom>
          <a:noFill/>
          <a:ln w="0">
            <a:noFill/>
          </a:ln>
        </p:spPr>
        <p:txBody>
          <a:bodyPr anchor="t">
            <a:normAutofit/>
          </a:bodyPr>
          <a:p>
            <a:pPr marL="343080" indent="-343080" algn="just">
              <a:lnSpc>
                <a:spcPct val="130000"/>
              </a:lnSpc>
              <a:spcBef>
                <a:spcPts val="499"/>
              </a:spcBef>
              <a:tabLst>
                <a:tab algn="l" pos="0"/>
                <a:tab algn="l" pos="720720"/>
                <a:tab algn="l" pos="1444680"/>
                <a:tab algn="l" pos="2168640"/>
                <a:tab algn="l" pos="2892600"/>
                <a:tab algn="l" pos="3616200"/>
                <a:tab algn="l" pos="4343400"/>
                <a:tab algn="l" pos="5064120"/>
                <a:tab algn="l" pos="5788080"/>
                <a:tab algn="l" pos="6512040"/>
                <a:tab algn="l" pos="7236000"/>
                <a:tab algn="l" pos="7959600"/>
                <a:tab algn="l" pos="8686800"/>
                <a:tab algn="l" pos="8982000"/>
                <a:tab algn="l" pos="9431280"/>
                <a:tab algn="l" pos="9880560"/>
                <a:tab algn="l" pos="10329840"/>
                <a:tab algn="l" pos="10779120"/>
                <a:tab algn="l" pos="10780560"/>
              </a:tabLst>
            </a:pPr>
            <a:r>
              <a:rPr b="0" i="1" lang="en-GB" sz="2000" strike="noStrike" u="none">
                <a:solidFill>
                  <a:srgbClr val="000066"/>
                </a:solidFill>
                <a:effectLst/>
                <a:uFillTx/>
                <a:latin typeface="Calibri"/>
                <a:ea typeface="Times New Roman"/>
              </a:rPr>
              <a:t>	</a:t>
            </a:r>
            <a:r>
              <a:rPr b="0" i="1" lang="en-GB" sz="2000" strike="noStrike" u="none">
                <a:solidFill>
                  <a:srgbClr val="000066"/>
                </a:solidFill>
                <a:effectLst/>
                <a:uFillTx/>
                <a:latin typeface="Calibri"/>
                <a:ea typeface="Times New Roman"/>
              </a:rPr>
              <a:t>	</a:t>
            </a:r>
            <a:r>
              <a:rPr b="0" lang="en-GB" sz="2000" strike="noStrike" u="none">
                <a:solidFill>
                  <a:srgbClr val="000000"/>
                </a:solidFill>
                <a:effectLst/>
                <a:uFillTx/>
                <a:latin typeface="Times New Roman"/>
                <a:ea typeface="Times New Roman"/>
              </a:rPr>
              <a:t>Puisque le calorimètre (en cuivre), le bloc de cuivre et la masse d'eau forment un système </a:t>
            </a:r>
            <a:r>
              <a:rPr b="0" lang="en-GB" sz="2000" strike="noStrike" u="sng">
                <a:solidFill>
                  <a:srgbClr val="000000"/>
                </a:solidFill>
                <a:effectLst/>
                <a:uFillTx/>
                <a:latin typeface="Times New Roman"/>
                <a:ea typeface="Times New Roman"/>
              </a:rPr>
              <a:t>isolé</a:t>
            </a:r>
            <a:r>
              <a:rPr b="0" lang="en-GB" sz="2000" strike="noStrike" u="none">
                <a:solidFill>
                  <a:srgbClr val="000000"/>
                </a:solidFill>
                <a:effectLst/>
                <a:uFillTx/>
                <a:latin typeface="Times New Roman"/>
                <a:ea typeface="Times New Roman"/>
              </a:rPr>
              <a:t> thermiquement, on écrit que ce système n’échange pas de chaleur avec l’extérieur :</a:t>
            </a:r>
            <a:endParaRPr b="0" lang="en-US" sz="2000" strike="noStrike" u="none">
              <a:solidFill>
                <a:srgbClr val="000000"/>
              </a:solidFill>
              <a:effectLst/>
              <a:uFillTx/>
              <a:latin typeface="Calibri"/>
            </a:endParaRPr>
          </a:p>
          <a:p>
            <a:pPr marL="343080" indent="-343080" algn="ctr">
              <a:lnSpc>
                <a:spcPct val="130000"/>
              </a:lnSpc>
              <a:spcBef>
                <a:spcPts val="499"/>
              </a:spcBef>
              <a:tabLst>
                <a:tab algn="l" pos="0"/>
                <a:tab algn="l" pos="720720"/>
                <a:tab algn="l" pos="1444680"/>
                <a:tab algn="l" pos="2168640"/>
                <a:tab algn="l" pos="2892600"/>
                <a:tab algn="l" pos="3616200"/>
                <a:tab algn="l" pos="4343400"/>
                <a:tab algn="l" pos="5064120"/>
                <a:tab algn="l" pos="5788080"/>
                <a:tab algn="l" pos="6512040"/>
                <a:tab algn="l" pos="7236000"/>
                <a:tab algn="l" pos="7959600"/>
                <a:tab algn="l" pos="8686800"/>
                <a:tab algn="l" pos="8982000"/>
                <a:tab algn="l" pos="9431280"/>
                <a:tab algn="l" pos="9880560"/>
                <a:tab algn="l" pos="10329840"/>
                <a:tab algn="l" pos="10779120"/>
                <a:tab algn="l" pos="10780560"/>
              </a:tabLst>
            </a:pPr>
            <a:r>
              <a:rPr b="1" lang="en-GB" sz="2000" strike="noStrike" u="none">
                <a:solidFill>
                  <a:srgbClr val="ff3300"/>
                </a:solidFill>
                <a:effectLst/>
                <a:uFillTx/>
                <a:latin typeface="Times New Roman"/>
                <a:ea typeface="Times New Roman"/>
              </a:rPr>
              <a:t>Q(calorimètre)+Q(bloc de cuivre) + Q(eau)= 0</a:t>
            </a:r>
            <a:endParaRPr b="0" lang="en-US" sz="2000" strike="noStrike" u="none">
              <a:solidFill>
                <a:srgbClr val="000000"/>
              </a:solidFill>
              <a:effectLst/>
              <a:uFillTx/>
              <a:latin typeface="Calibri"/>
            </a:endParaRPr>
          </a:p>
          <a:p>
            <a:pPr marL="343080" indent="-343080" algn="just">
              <a:lnSpc>
                <a:spcPct val="100000"/>
              </a:lnSpc>
              <a:spcBef>
                <a:spcPts val="326"/>
              </a:spcBef>
              <a:spcAft>
                <a:spcPts val="326"/>
              </a:spcAft>
              <a:tabLst>
                <a:tab algn="l" pos="0"/>
                <a:tab algn="l" pos="720720"/>
                <a:tab algn="l" pos="1444680"/>
                <a:tab algn="l" pos="2168640"/>
                <a:tab algn="l" pos="2892600"/>
                <a:tab algn="l" pos="3616200"/>
                <a:tab algn="l" pos="4343400"/>
                <a:tab algn="l" pos="5064120"/>
                <a:tab algn="l" pos="5788080"/>
                <a:tab algn="l" pos="6512040"/>
                <a:tab algn="l" pos="7236000"/>
                <a:tab algn="l" pos="7959600"/>
                <a:tab algn="l" pos="8686800"/>
                <a:tab algn="l" pos="8982000"/>
                <a:tab algn="l" pos="9431280"/>
                <a:tab algn="l" pos="9880560"/>
                <a:tab algn="l" pos="10329840"/>
                <a:tab algn="l" pos="10779120"/>
                <a:tab algn="l" pos="10780560"/>
              </a:tabLst>
            </a:pPr>
            <a:r>
              <a:rPr b="0" lang="en-GB" sz="2000" strike="noStrike" u="none">
                <a:solidFill>
                  <a:srgbClr val="000080"/>
                </a:solidFill>
                <a:effectLst/>
                <a:uFillTx/>
                <a:latin typeface="Times New Roman"/>
                <a:ea typeface="Times New Roman"/>
              </a:rPr>
              <a:t>	</a:t>
            </a:r>
            <a:r>
              <a:rPr b="0" lang="en-GB" sz="2000" strike="noStrike" u="none">
                <a:solidFill>
                  <a:srgbClr val="000080"/>
                </a:solidFill>
                <a:effectLst/>
                <a:uFillTx/>
                <a:latin typeface="Times New Roman"/>
                <a:ea typeface="Times New Roman"/>
              </a:rPr>
              <a:t>	</a:t>
            </a:r>
            <a:r>
              <a:rPr b="0" lang="en-GB" sz="2000" strike="noStrike" u="none">
                <a:solidFill>
                  <a:srgbClr val="000000"/>
                </a:solidFill>
                <a:effectLst/>
                <a:uFillTx/>
                <a:latin typeface="Times New Roman"/>
                <a:ea typeface="Times New Roman"/>
              </a:rPr>
              <a:t>L’équation (calorimétrique) exprimant la conservation de la chaleur s’écrit alors :</a:t>
            </a:r>
            <a:endParaRPr b="0" lang="en-US" sz="2000" strike="noStrike" u="none">
              <a:solidFill>
                <a:srgbClr val="000000"/>
              </a:solidFill>
              <a:effectLst/>
              <a:uFillTx/>
              <a:latin typeface="Calibri"/>
            </a:endParaRPr>
          </a:p>
          <a:p>
            <a:pPr marL="343080" indent="-343080" algn="just">
              <a:lnSpc>
                <a:spcPct val="100000"/>
              </a:lnSpc>
              <a:spcBef>
                <a:spcPts val="326"/>
              </a:spcBef>
              <a:spcAft>
                <a:spcPts val="326"/>
              </a:spcAft>
              <a:tabLst>
                <a:tab algn="l" pos="0"/>
                <a:tab algn="l" pos="720720"/>
                <a:tab algn="l" pos="1444680"/>
                <a:tab algn="l" pos="2168640"/>
                <a:tab algn="l" pos="2892600"/>
                <a:tab algn="l" pos="3616200"/>
                <a:tab algn="l" pos="4343400"/>
                <a:tab algn="l" pos="5064120"/>
                <a:tab algn="l" pos="5788080"/>
                <a:tab algn="l" pos="6512040"/>
                <a:tab algn="l" pos="7236000"/>
                <a:tab algn="l" pos="7959600"/>
                <a:tab algn="l" pos="8686800"/>
                <a:tab algn="l" pos="8982000"/>
                <a:tab algn="l" pos="9431280"/>
                <a:tab algn="l" pos="9880560"/>
                <a:tab algn="l" pos="10329840"/>
                <a:tab algn="l" pos="10779120"/>
                <a:tab algn="l" pos="10780560"/>
              </a:tabLst>
            </a:pPr>
            <a:endParaRPr b="0" lang="en-US" sz="2000" strike="noStrike" u="none">
              <a:solidFill>
                <a:srgbClr val="000000"/>
              </a:solidFill>
              <a:effectLst/>
              <a:uFillTx/>
              <a:latin typeface="Calibri"/>
            </a:endParaRPr>
          </a:p>
          <a:p>
            <a:pPr marL="343080" indent="-343080">
              <a:lnSpc>
                <a:spcPct val="100000"/>
              </a:lnSpc>
              <a:spcBef>
                <a:spcPts val="326"/>
              </a:spcBef>
              <a:spcAft>
                <a:spcPts val="326"/>
              </a:spcAft>
              <a:tabLst>
                <a:tab algn="l" pos="0"/>
                <a:tab algn="l" pos="720720"/>
                <a:tab algn="l" pos="1444680"/>
                <a:tab algn="l" pos="2168640"/>
                <a:tab algn="l" pos="2892600"/>
                <a:tab algn="l" pos="3616200"/>
                <a:tab algn="l" pos="4343400"/>
                <a:tab algn="l" pos="5064120"/>
                <a:tab algn="l" pos="5788080"/>
                <a:tab algn="l" pos="6512040"/>
                <a:tab algn="l" pos="7236000"/>
                <a:tab algn="l" pos="7959600"/>
                <a:tab algn="l" pos="8686800"/>
                <a:tab algn="l" pos="8982000"/>
                <a:tab algn="l" pos="9431280"/>
                <a:tab algn="l" pos="9880560"/>
                <a:tab algn="l" pos="10329840"/>
                <a:tab algn="l" pos="10779120"/>
                <a:tab algn="l" pos="10780560"/>
              </a:tabLst>
            </a:pPr>
            <a:r>
              <a:rPr b="0" lang="en-GB" sz="2000" strike="noStrike" u="none">
                <a:solidFill>
                  <a:srgbClr val="000000"/>
                </a:solidFill>
                <a:effectLst/>
                <a:uFillTx/>
                <a:latin typeface="Times New Roman"/>
                <a:ea typeface="Times New Roman"/>
              </a:rPr>
              <a:t>On déduit la valeur de </a:t>
            </a:r>
            <a:r>
              <a:rPr b="1" i="1" lang="en-GB" sz="2000" strike="noStrike" u="none">
                <a:solidFill>
                  <a:srgbClr val="c00000"/>
                </a:solidFill>
                <a:effectLst/>
                <a:uFillTx/>
                <a:latin typeface="Times New Roman"/>
                <a:ea typeface="Times New Roman"/>
              </a:rPr>
              <a:t>c</a:t>
            </a:r>
            <a:r>
              <a:rPr b="1" i="1" lang="en-GB" sz="2000" strike="noStrike" u="none" baseline="-25000">
                <a:solidFill>
                  <a:srgbClr val="c00000"/>
                </a:solidFill>
                <a:effectLst/>
                <a:uFillTx/>
                <a:latin typeface="Times New Roman"/>
                <a:ea typeface="Times New Roman"/>
              </a:rPr>
              <a:t>cuivre</a:t>
            </a:r>
            <a:r>
              <a:rPr b="0" lang="en-GB" sz="2000" strike="noStrike" u="none">
                <a:solidFill>
                  <a:srgbClr val="000000"/>
                </a:solidFill>
                <a:effectLst/>
                <a:uFillTx/>
                <a:latin typeface="Times New Roman"/>
                <a:ea typeface="Times New Roman"/>
              </a:rPr>
              <a:t> :</a:t>
            </a:r>
            <a:r>
              <a:rPr b="0" lang="en-GB" sz="4000" strike="noStrike" u="none">
                <a:solidFill>
                  <a:srgbClr val="000000"/>
                </a:solidFill>
                <a:effectLst/>
                <a:uFillTx/>
                <a:latin typeface="Arial"/>
                <a:ea typeface="Arial"/>
              </a:rPr>
              <a:t>	</a:t>
            </a:r>
            <a:endParaRPr b="0" lang="en-US" sz="4000" strike="noStrike" u="none">
              <a:solidFill>
                <a:srgbClr val="000000"/>
              </a:solidFill>
              <a:effectLst/>
              <a:uFillTx/>
              <a:latin typeface="Calibri"/>
            </a:endParaRPr>
          </a:p>
          <a:p>
            <a:pPr marL="343080" indent="-343080">
              <a:lnSpc>
                <a:spcPct val="100000"/>
              </a:lnSpc>
              <a:spcBef>
                <a:spcPts val="1001"/>
              </a:spcBef>
              <a:buClr>
                <a:srgbClr val="000000"/>
              </a:buClr>
              <a:buFont typeface="Arial"/>
              <a:buChar char="•"/>
              <a:tabLst>
                <a:tab algn="l" pos="0"/>
                <a:tab algn="l" pos="720720"/>
                <a:tab algn="l" pos="1444680"/>
                <a:tab algn="l" pos="2168640"/>
                <a:tab algn="l" pos="2892600"/>
                <a:tab algn="l" pos="3616200"/>
                <a:tab algn="l" pos="4343400"/>
                <a:tab algn="l" pos="5064120"/>
                <a:tab algn="l" pos="5788080"/>
                <a:tab algn="l" pos="6512040"/>
                <a:tab algn="l" pos="7236000"/>
                <a:tab algn="l" pos="7959600"/>
                <a:tab algn="l" pos="8686800"/>
                <a:tab algn="l" pos="8982000"/>
                <a:tab algn="l" pos="9431280"/>
                <a:tab algn="l" pos="9880560"/>
                <a:tab algn="l" pos="10329840"/>
                <a:tab algn="l" pos="10779120"/>
                <a:tab algn="l" pos="10780560"/>
              </a:tabLst>
            </a:pPr>
            <a:endParaRPr b="0" lang="en-US" sz="4000" strike="noStrike" u="none">
              <a:solidFill>
                <a:srgbClr val="000000"/>
              </a:solidFill>
              <a:effectLst/>
              <a:uFillTx/>
              <a:latin typeface="Calibri"/>
            </a:endParaRPr>
          </a:p>
        </p:txBody>
      </p:sp>
      <mc:AlternateContent>
        <mc:Choice xmlns:a14="http://schemas.microsoft.com/office/drawing/2010/main" Requires="a14">
          <p:sp>
            <p:nvSpPr>
              <p:cNvPr id="214" name="Object 36"/>
              <p:cNvSpPr txBox="1"/>
              <p:nvPr/>
            </p:nvSpPr>
            <p:spPr>
              <a:xfrm>
                <a:off x="0" y="3071880"/>
                <a:ext cx="9144000" cy="676080"/>
              </a:xfrm>
              <a:prstGeom prst="rect">
                <a:avLst/>
              </a:prstGeom>
            </p:spPr>
            <p:txBody>
              <a:bodyPr/>
              <a:p>
                <a14:m>
                  <m:oMath xmlns:m="http://schemas.openxmlformats.org/officeDocument/2006/math">
                    <m:d>
                      <m:dPr>
                        <m:begChr m:val="("/>
                        <m:endChr m:val=")"/>
                      </m:dPr>
                      <m:e>
                        <m:sSub>
                          <m:e>
                            <m:r>
                              <m:t xml:space="preserve">m</m:t>
                            </m:r>
                          </m:e>
                          <m:sub>
                            <m:r>
                              <m:rPr>
                                <m:lit/>
                                <m:nor/>
                              </m:rPr>
                              <m:t xml:space="preserve">calo</m:t>
                            </m:r>
                          </m:sub>
                        </m:sSub>
                        <m:sSub>
                          <m:e>
                            <m:r>
                              <m:t xml:space="preserve">c</m:t>
                            </m:r>
                          </m:e>
                          <m:sub>
                            <m:r>
                              <m:rPr>
                                <m:lit/>
                                <m:nor/>
                              </m:rPr>
                              <m:t xml:space="preserve">cuivre</m:t>
                            </m:r>
                          </m:sub>
                        </m:sSub>
                        <m:r>
                          <m:t xml:space="preserve">+</m:t>
                        </m:r>
                        <m:sSub>
                          <m:e>
                            <m:r>
                              <m:t xml:space="preserve">m</m:t>
                            </m:r>
                          </m:e>
                          <m:sub>
                            <m:r>
                              <m:t xml:space="preserve">e</m:t>
                            </m:r>
                          </m:sub>
                        </m:sSub>
                        <m:sSub>
                          <m:e>
                            <m:r>
                              <m:t xml:space="preserve">c</m:t>
                            </m:r>
                          </m:e>
                          <m:sub>
                            <m:r>
                              <m:rPr>
                                <m:lit/>
                                <m:nor/>
                              </m:rPr>
                              <m:t xml:space="preserve">eau</m:t>
                            </m:r>
                          </m:sub>
                        </m:sSub>
                      </m:e>
                    </m:d>
                    <m:d>
                      <m:dPr>
                        <m:begChr m:val="("/>
                        <m:endChr m:val=")"/>
                      </m:dPr>
                      <m:e>
                        <m:r>
                          <m:t xml:space="preserve">T</m:t>
                        </m:r>
                        <m:r>
                          <m:t xml:space="preserve">−</m:t>
                        </m:r>
                        <m:sSub>
                          <m:e>
                            <m:r>
                              <m:t xml:space="preserve">T</m:t>
                            </m:r>
                          </m:e>
                          <m:sub>
                            <m:r>
                              <m:t xml:space="preserve">e</m:t>
                            </m:r>
                          </m:sub>
                        </m:sSub>
                      </m:e>
                    </m:d>
                    <m:r>
                      <m:t xml:space="preserve">+</m:t>
                    </m:r>
                    <m:sSub>
                      <m:e>
                        <m:r>
                          <m:t xml:space="preserve">m</m:t>
                        </m:r>
                      </m:e>
                      <m:sub>
                        <m:r>
                          <m:rPr>
                            <m:lit/>
                            <m:nor/>
                          </m:rPr>
                          <m:t xml:space="preserve">cuivre</m:t>
                        </m:r>
                      </m:sub>
                    </m:sSub>
                    <m:sSub>
                      <m:e>
                        <m:r>
                          <m:t xml:space="preserve">c</m:t>
                        </m:r>
                      </m:e>
                      <m:sub>
                        <m:r>
                          <m:rPr>
                            <m:lit/>
                            <m:nor/>
                          </m:rPr>
                          <m:t xml:space="preserve">cuivre</m:t>
                        </m:r>
                      </m:sub>
                    </m:sSub>
                    <m:d>
                      <m:dPr>
                        <m:begChr m:val="("/>
                        <m:endChr m:val=")"/>
                      </m:dPr>
                      <m:e>
                        <m:r>
                          <m:t xml:space="preserve">T</m:t>
                        </m:r>
                        <m:r>
                          <m:t xml:space="preserve">−</m:t>
                        </m:r>
                        <m:sSub>
                          <m:e>
                            <m:r>
                              <m:t xml:space="preserve">T</m:t>
                            </m:r>
                          </m:e>
                          <m:sub>
                            <m:r>
                              <m:rPr>
                                <m:lit/>
                                <m:nor/>
                              </m:rPr>
                              <m:t xml:space="preserve">cuivre</m:t>
                            </m:r>
                          </m:sub>
                        </m:sSub>
                      </m:e>
                    </m:d>
                    <m:r>
                      <m:t xml:space="preserve">=</m:t>
                    </m:r>
                    <m:r>
                      <m:t xml:space="preserve">0</m:t>
                    </m:r>
                  </m:oMath>
                </a14:m>
              </a:p>
            </p:txBody>
          </p:sp>
        </mc:Choice>
        <mc:Fallback>
          <p:sp>
            <p:nvSpPr>
              <p:cNvPr id="214" name="Object 36"/>
              <p:cNvSpPr txBox="1"/>
              <p:nvPr/>
            </p:nvSpPr>
            <p:spPr>
              <a:xfrm>
                <a:off x="0" y="3071880"/>
                <a:ext cx="9144000" cy="676080"/>
              </a:xfrm>
              <a:prstGeom prst="rect">
                <a:avLst/>
              </a:prstGeom>
              <a:blipFill>
                <a:blip r:embed="rId1"/>
                <a:stretch>
                  <a:fillRect/>
                </a:stretch>
              </a:blipFill>
            </p:spPr>
          </p:sp>
        </mc:Fallback>
      </mc:AlternateContent>
      <mc:AlternateContent>
        <mc:Choice xmlns:a14="http://schemas.microsoft.com/office/drawing/2010/main" Requires="a14">
          <p:sp>
            <p:nvSpPr>
              <p:cNvPr id="215" name="Object 4"/>
              <p:cNvSpPr txBox="1"/>
              <p:nvPr/>
            </p:nvSpPr>
            <p:spPr>
              <a:xfrm>
                <a:off x="571680" y="4286160"/>
                <a:ext cx="7792920" cy="1354320"/>
              </a:xfrm>
              <a:prstGeom prst="rect">
                <a:avLst/>
              </a:prstGeom>
            </p:spPr>
            <p:txBody>
              <a:bodyPr/>
              <a:p>
                <a14:m>
                  <m:oMath xmlns:m="http://schemas.openxmlformats.org/officeDocument/2006/math">
                    <m:sSub>
                      <m:e>
                        <m:r>
                          <m:t xml:space="preserve">c</m:t>
                        </m:r>
                      </m:e>
                      <m:sub>
                        <m:r>
                          <m:rPr>
                            <m:lit/>
                            <m:nor/>
                          </m:rPr>
                          <m:t xml:space="preserve">cuivre</m:t>
                        </m:r>
                      </m:sub>
                    </m:sSub>
                    <m:r>
                      <m:t xml:space="preserve">=</m:t>
                    </m:r>
                    <m:f>
                      <m:num>
                        <m:r>
                          <m:t xml:space="preserve">−</m:t>
                        </m:r>
                        <m:sSub>
                          <m:e>
                            <m:r>
                              <m:t xml:space="preserve">m</m:t>
                            </m:r>
                          </m:e>
                          <m:sub>
                            <m:r>
                              <m:t xml:space="preserve">e</m:t>
                            </m:r>
                          </m:sub>
                        </m:sSub>
                        <m:sSub>
                          <m:e>
                            <m:r>
                              <m:t xml:space="preserve">c</m:t>
                            </m:r>
                          </m:e>
                          <m:sub>
                            <m:r>
                              <m:rPr>
                                <m:lit/>
                                <m:nor/>
                              </m:rPr>
                              <m:t xml:space="preserve">eau</m:t>
                            </m:r>
                          </m:sub>
                        </m:sSub>
                        <m:d>
                          <m:dPr>
                            <m:begChr m:val="("/>
                            <m:endChr m:val=")"/>
                          </m:dPr>
                          <m:e>
                            <m:r>
                              <m:t xml:space="preserve">T</m:t>
                            </m:r>
                            <m:r>
                              <m:t xml:space="preserve">−</m:t>
                            </m:r>
                            <m:sSub>
                              <m:e>
                                <m:r>
                                  <m:t xml:space="preserve">T</m:t>
                                </m:r>
                              </m:e>
                              <m:sub>
                                <m:r>
                                  <m:t xml:space="preserve">e</m:t>
                                </m:r>
                              </m:sub>
                            </m:sSub>
                          </m:e>
                        </m:d>
                      </m:num>
                      <m:den>
                        <m:sSub>
                          <m:e>
                            <m:r>
                              <m:t xml:space="preserve">m</m:t>
                            </m:r>
                          </m:e>
                          <m:sub>
                            <m:r>
                              <m:rPr>
                                <m:lit/>
                                <m:nor/>
                              </m:rPr>
                              <m:t xml:space="preserve">calo</m:t>
                            </m:r>
                          </m:sub>
                        </m:sSub>
                        <m:d>
                          <m:dPr>
                            <m:begChr m:val="("/>
                            <m:endChr m:val=")"/>
                          </m:dPr>
                          <m:e>
                            <m:r>
                              <m:t xml:space="preserve">T</m:t>
                            </m:r>
                            <m:r>
                              <m:t xml:space="preserve">−</m:t>
                            </m:r>
                            <m:sSub>
                              <m:e>
                                <m:r>
                                  <m:t xml:space="preserve">T</m:t>
                                </m:r>
                              </m:e>
                              <m:sub>
                                <m:r>
                                  <m:t xml:space="preserve">e</m:t>
                                </m:r>
                              </m:sub>
                            </m:sSub>
                          </m:e>
                        </m:d>
                        <m:r>
                          <m:t xml:space="preserve">+</m:t>
                        </m:r>
                        <m:sSub>
                          <m:e>
                            <m:r>
                              <m:t xml:space="preserve">m</m:t>
                            </m:r>
                          </m:e>
                          <m:sub>
                            <m:r>
                              <m:rPr>
                                <m:lit/>
                                <m:nor/>
                              </m:rPr>
                              <m:t xml:space="preserve">cuivre</m:t>
                            </m:r>
                          </m:sub>
                        </m:sSub>
                        <m:d>
                          <m:dPr>
                            <m:begChr m:val="("/>
                            <m:endChr m:val=")"/>
                          </m:dPr>
                          <m:e>
                            <m:r>
                              <m:t xml:space="preserve">T</m:t>
                            </m:r>
                            <m:r>
                              <m:t xml:space="preserve">−</m:t>
                            </m:r>
                            <m:sSub>
                              <m:e>
                                <m:r>
                                  <m:t xml:space="preserve">T</m:t>
                                </m:r>
                              </m:e>
                              <m:sub>
                                <m:r>
                                  <m:rPr>
                                    <m:lit/>
                                    <m:nor/>
                                  </m:rPr>
                                  <m:t xml:space="preserve">cuivre</m:t>
                                </m:r>
                              </m:sub>
                            </m:sSub>
                          </m:e>
                        </m:d>
                      </m:den>
                    </m:f>
                  </m:oMath>
                </a14:m>
              </a:p>
            </p:txBody>
          </p:sp>
        </mc:Choice>
        <mc:Fallback>
          <p:sp>
            <p:nvSpPr>
              <p:cNvPr id="215" name="Object 4"/>
              <p:cNvSpPr txBox="1"/>
              <p:nvPr/>
            </p:nvSpPr>
            <p:spPr>
              <a:xfrm>
                <a:off x="571680" y="4286160"/>
                <a:ext cx="7792920" cy="1354320"/>
              </a:xfrm>
              <a:prstGeom prst="rect">
                <a:avLst/>
              </a:prstGeom>
              <a:blipFill>
                <a:blip r:embed="rId2"/>
                <a:stretch>
                  <a:fillRect/>
                </a:stretch>
              </a:blipFill>
            </p:spPr>
          </p:sp>
        </mc:Fallback>
      </mc:AlternateContent>
      <mc:AlternateContent>
        <mc:Choice xmlns:a14="http://schemas.microsoft.com/office/drawing/2010/main" Requires="a14">
          <p:sp>
            <p:nvSpPr>
              <p:cNvPr id="216" name="Object 5"/>
              <p:cNvSpPr txBox="1"/>
              <p:nvPr/>
            </p:nvSpPr>
            <p:spPr>
              <a:xfrm>
                <a:off x="2517840" y="5786280"/>
                <a:ext cx="6067440" cy="884520"/>
              </a:xfrm>
              <a:prstGeom prst="rect">
                <a:avLst/>
              </a:prstGeom>
            </p:spPr>
            <p:txBody>
              <a:bodyPr/>
              <a:p>
                <a14:m>
                  <m:oMath xmlns:m="http://schemas.openxmlformats.org/officeDocument/2006/math">
                    <m:sSub>
                      <m:e>
                        <m:r>
                          <m:t xml:space="preserve">c</m:t>
                        </m:r>
                      </m:e>
                      <m:sub>
                        <m:r>
                          <m:rPr>
                            <m:lit/>
                            <m:nor/>
                          </m:rPr>
                          <m:t xml:space="preserve">cuivre</m:t>
                        </m:r>
                      </m:sub>
                    </m:sSub>
                    <m:r>
                      <m:t xml:space="preserve">=</m:t>
                    </m:r>
                    <m:f>
                      <m:num>
                        <m:r>
                          <m:t xml:space="preserve">−</m:t>
                        </m:r>
                        <m:r>
                          <m:rPr>
                            <m:lit/>
                            <m:nor/>
                          </m:rPr>
                          <m:t xml:space="preserve">500</m:t>
                        </m:r>
                        <m:r>
                          <m:t xml:space="preserve">∗</m:t>
                        </m:r>
                        <m:r>
                          <m:t xml:space="preserve">1</m:t>
                        </m:r>
                        <m:d>
                          <m:dPr>
                            <m:begChr m:val="("/>
                            <m:endChr m:val=")"/>
                          </m:dPr>
                          <m:e>
                            <m:r>
                              <m:rPr>
                                <m:lit/>
                                <m:nor/>
                              </m:rPr>
                              <m:t xml:space="preserve">19</m:t>
                            </m:r>
                            <m:r>
                              <m:t xml:space="preserve">−</m:t>
                            </m:r>
                            <m:r>
                              <m:rPr>
                                <m:lit/>
                                <m:nor/>
                              </m:rPr>
                              <m:t xml:space="preserve">10</m:t>
                            </m:r>
                          </m:e>
                        </m:d>
                      </m:num>
                      <m:den>
                        <m:r>
                          <m:t xml:space="preserve">0</m:t>
                        </m:r>
                        <m:r>
                          <m:rPr>
                            <m:lit/>
                            <m:nor/>
                          </m:rPr>
                          <m:t xml:space="preserve">.</m:t>
                        </m:r>
                        <m:r>
                          <m:t xml:space="preserve">4</m:t>
                        </m:r>
                        <m:d>
                          <m:dPr>
                            <m:begChr m:val="("/>
                            <m:endChr m:val=")"/>
                          </m:dPr>
                          <m:e>
                            <m:r>
                              <m:rPr>
                                <m:lit/>
                                <m:nor/>
                              </m:rPr>
                              <m:t xml:space="preserve">19</m:t>
                            </m:r>
                            <m:r>
                              <m:t xml:space="preserve">−</m:t>
                            </m:r>
                            <m:r>
                              <m:rPr>
                                <m:lit/>
                                <m:nor/>
                              </m:rPr>
                              <m:t xml:space="preserve">10</m:t>
                            </m:r>
                          </m:e>
                        </m:d>
                        <m:r>
                          <m:t xml:space="preserve">+</m:t>
                        </m:r>
                        <m:r>
                          <m:t xml:space="preserve">0</m:t>
                        </m:r>
                        <m:r>
                          <m:rPr>
                            <m:lit/>
                            <m:nor/>
                          </m:rPr>
                          <m:t xml:space="preserve">.</m:t>
                        </m:r>
                        <m:r>
                          <m:t xml:space="preserve">6</m:t>
                        </m:r>
                        <m:d>
                          <m:dPr>
                            <m:begChr m:val="("/>
                            <m:endChr m:val=")"/>
                          </m:dPr>
                          <m:e>
                            <m:r>
                              <m:rPr>
                                <m:lit/>
                                <m:nor/>
                              </m:rPr>
                              <m:t xml:space="preserve">19</m:t>
                            </m:r>
                            <m:r>
                              <m:t xml:space="preserve">−</m:t>
                            </m:r>
                            <m:r>
                              <m:rPr>
                                <m:lit/>
                                <m:nor/>
                              </m:rPr>
                              <m:t xml:space="preserve">100</m:t>
                            </m:r>
                          </m:e>
                        </m:d>
                      </m:den>
                    </m:f>
                    <m:r>
                      <m:t xml:space="preserve">=</m:t>
                    </m:r>
                    <m:r>
                      <m:t xml:space="preserve">0</m:t>
                    </m:r>
                    <m:r>
                      <m:rPr>
                        <m:lit/>
                        <m:nor/>
                      </m:rPr>
                      <m:t xml:space="preserve">.</m:t>
                    </m:r>
                    <m:r>
                      <m:t xml:space="preserve">1</m:t>
                    </m:r>
                    <m:f>
                      <m:num>
                        <m:r>
                          <m:rPr>
                            <m:lit/>
                            <m:nor/>
                          </m:rPr>
                          <m:t xml:space="preserve">cal</m:t>
                        </m:r>
                      </m:num>
                      <m:den>
                        <m:r>
                          <m:t xml:space="preserve">g</m:t>
                        </m:r>
                        <m:r>
                          <m:rPr>
                            <m:lit/>
                            <m:nor/>
                          </m:rPr>
                          <m:t xml:space="preserve">.</m:t>
                        </m:r>
                        <m:r>
                          <m:t xml:space="preserve">K</m:t>
                        </m:r>
                      </m:den>
                    </m:f>
                  </m:oMath>
                </a14:m>
              </a:p>
            </p:txBody>
          </p:sp>
        </mc:Choice>
        <mc:Fallback>
          <p:sp>
            <p:nvSpPr>
              <p:cNvPr id="216" name="Object 5"/>
              <p:cNvSpPr txBox="1"/>
              <p:nvPr/>
            </p:nvSpPr>
            <p:spPr>
              <a:xfrm>
                <a:off x="2517840" y="5786280"/>
                <a:ext cx="6067440" cy="884520"/>
              </a:xfrm>
              <a:prstGeom prst="rect">
                <a:avLst/>
              </a:prstGeom>
              <a:blipFill>
                <a:blip r:embed="rId3"/>
                <a:stretch>
                  <a:fillRect/>
                </a:stretch>
              </a:blipFill>
            </p:spPr>
          </p:sp>
        </mc:Fallback>
      </mc:AlternateContent>
      <p:sp>
        <p:nvSpPr>
          <p:cNvPr id="217" name="Rectangle 4"/>
          <p:cNvSpPr/>
          <p:nvPr/>
        </p:nvSpPr>
        <p:spPr>
          <a:xfrm>
            <a:off x="0" y="0"/>
            <a:ext cx="9144000" cy="571680"/>
          </a:xfrm>
          <a:prstGeom prst="rect">
            <a:avLst/>
          </a:prstGeom>
          <a:solidFill>
            <a:srgbClr val="4f81bd"/>
          </a:solidFill>
          <a:ln w="0">
            <a:noFill/>
          </a:ln>
        </p:spPr>
        <p:style>
          <a:lnRef idx="0"/>
          <a:fillRef idx="0"/>
          <a:effectRef idx="0"/>
          <a:fontRef idx="minor"/>
        </p:style>
        <p:txBody>
          <a:bodyPr lIns="90000" rIns="90000" tIns="46800" bIns="46800" anchor="b" anchorCtr="1">
            <a:noAutofit/>
          </a:bodyPr>
          <a:p>
            <a:pPr>
              <a:lnSpc>
                <a:spcPct val="15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800" strike="noStrike" u="none">
                <a:solidFill>
                  <a:srgbClr val="cc3300"/>
                </a:solidFill>
                <a:effectLst/>
                <a:uFillTx/>
                <a:latin typeface="Times New Roman"/>
                <a:ea typeface="Times New Roman"/>
              </a:rPr>
              <a:t>Séance 3 : </a:t>
            </a:r>
            <a:r>
              <a:rPr b="1" lang="fr-FR" sz="2800" strike="noStrike" u="none">
                <a:solidFill>
                  <a:srgbClr val="cc3300"/>
                </a:solidFill>
                <a:effectLst/>
                <a:uFillTx/>
                <a:latin typeface="Times New Roman"/>
                <a:ea typeface="Times New Roman"/>
              </a:rPr>
              <a:t>QUANTITE DE CHALEUR ET TRAVAIL</a:t>
            </a:r>
            <a:endParaRPr b="0" lang="en-US" sz="2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8" name="Rectangle 29"/>
          <p:cNvSpPr/>
          <p:nvPr/>
        </p:nvSpPr>
        <p:spPr>
          <a:xfrm>
            <a:off x="114480" y="3251160"/>
            <a:ext cx="3327120" cy="3594240"/>
          </a:xfrm>
          <a:prstGeom prst="rect">
            <a:avLst/>
          </a:prstGeom>
          <a:solidFill>
            <a:srgbClr val="ccff99"/>
          </a:solidFill>
          <a:ln w="9360">
            <a:solidFill>
              <a:srgbClr val="000000"/>
            </a:solidFill>
            <a:miter/>
          </a:ln>
        </p:spPr>
        <p:style>
          <a:lnRef idx="0"/>
          <a:fillRef idx="0"/>
          <a:effectRef idx="0"/>
          <a:fontRef idx="minor"/>
        </p:style>
        <p:txBody>
          <a:bodyPr wrap="none" lIns="90000" rIns="90000" tIns="46800" bIns="46800" anchor="ctr">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trike="noStrike" u="none">
              <a:solidFill>
                <a:srgbClr val="000000"/>
              </a:solidFill>
              <a:effectLst/>
              <a:uFillTx/>
              <a:latin typeface="Arial"/>
            </a:endParaRPr>
          </a:p>
        </p:txBody>
      </p:sp>
      <p:sp>
        <p:nvSpPr>
          <p:cNvPr id="219" name="Rectangle 3"/>
          <p:cNvSpPr/>
          <p:nvPr/>
        </p:nvSpPr>
        <p:spPr>
          <a:xfrm>
            <a:off x="557280" y="397080"/>
            <a:ext cx="1492560" cy="716760"/>
          </a:xfrm>
          <a:prstGeom prst="rect">
            <a:avLst/>
          </a:prstGeom>
          <a:noFill/>
          <a:ln w="0">
            <a:noFill/>
          </a:ln>
        </p:spPr>
        <p:style>
          <a:lnRef idx="0"/>
          <a:fillRef idx="0"/>
          <a:effectRef idx="0"/>
          <a:fontRef idx="minor"/>
        </p:style>
        <p:txBody>
          <a:bodyPr wrap="none" lIns="90000" rIns="90000" tIns="152280" bIns="76320" anchor="ctr">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3200" strike="noStrike" u="none">
                <a:solidFill>
                  <a:srgbClr val="c00000"/>
                </a:solidFill>
                <a:effectLst/>
                <a:uFillTx/>
                <a:latin typeface="Arial"/>
              </a:rPr>
              <a:t>Travail</a:t>
            </a:r>
            <a:endParaRPr b="0" lang="en-US" sz="3200" strike="noStrike" u="none">
              <a:solidFill>
                <a:srgbClr val="000000"/>
              </a:solidFill>
              <a:effectLst/>
              <a:uFillTx/>
              <a:latin typeface="Arial"/>
            </a:endParaRPr>
          </a:p>
        </p:txBody>
      </p:sp>
      <p:grpSp>
        <p:nvGrpSpPr>
          <p:cNvPr id="220" name="Group 4"/>
          <p:cNvGrpSpPr/>
          <p:nvPr/>
        </p:nvGrpSpPr>
        <p:grpSpPr>
          <a:xfrm>
            <a:off x="222120" y="3346560"/>
            <a:ext cx="3360960" cy="3511440"/>
            <a:chOff x="222120" y="3346560"/>
            <a:chExt cx="3360960" cy="3511440"/>
          </a:xfrm>
        </p:grpSpPr>
        <p:sp>
          <p:nvSpPr>
            <p:cNvPr id="221" name="AutoShape 5"/>
            <p:cNvSpPr/>
            <p:nvPr/>
          </p:nvSpPr>
          <p:spPr>
            <a:xfrm>
              <a:off x="222120" y="3346560"/>
              <a:ext cx="3360960" cy="3511440"/>
            </a:xfrm>
            <a:prstGeom prst="rect">
              <a:avLst/>
            </a:prstGeom>
            <a:noFill/>
            <a:ln w="0">
              <a:noFill/>
            </a:ln>
          </p:spPr>
          <p:style>
            <a:lnRef idx="0"/>
            <a:fillRef idx="0"/>
            <a:effectRef idx="0"/>
            <a:fontRef idx="minor"/>
          </p:style>
          <p:txBody>
            <a:bodyPr lIns="90000" rIns="90000" tIns="46800" bIns="46800" anchor="t">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trike="noStrike" u="none">
                <a:solidFill>
                  <a:srgbClr val="000000"/>
                </a:solidFill>
                <a:effectLst/>
                <a:uFillTx/>
                <a:latin typeface="Arial"/>
              </a:endParaRPr>
            </a:p>
          </p:txBody>
        </p:sp>
        <p:sp>
          <p:nvSpPr>
            <p:cNvPr id="222" name="Freeform 6"/>
            <p:cNvSpPr/>
            <p:nvPr/>
          </p:nvSpPr>
          <p:spPr>
            <a:xfrm rot="5400000">
              <a:off x="448200" y="4628880"/>
              <a:ext cx="980280" cy="1005120"/>
            </a:xfrm>
            <a:custGeom>
              <a:avLst/>
              <a:gdLst>
                <a:gd name="textAreaLeft" fmla="*/ 0 w 980280"/>
                <a:gd name="textAreaRight" fmla="*/ 980640 w 980280"/>
                <a:gd name="textAreaTop" fmla="*/ 0 h 1005120"/>
                <a:gd name="textAreaBottom" fmla="*/ 1005480 h 1005120"/>
                <a:gd name="GluePoint1X" fmla="*/ 0 w 1238"/>
                <a:gd name="GluePoint1Y" fmla="*/ 0 h 1818"/>
                <a:gd name="GluePoint2X" fmla="*/ 1 w 1238"/>
                <a:gd name="GluePoint2Y" fmla="*/ 0 h 1818"/>
                <a:gd name="GluePoint3X" fmla="*/ 1 w 1238"/>
                <a:gd name="GluePoint3Y" fmla="*/ 0 h 1818"/>
                <a:gd name="GluePoint4X" fmla="*/ 1 w 1238"/>
                <a:gd name="GluePoint4Y" fmla="*/ 0 h 1818"/>
                <a:gd name="GluePoint5X" fmla="*/ 1 w 1238"/>
                <a:gd name="GluePoint5Y" fmla="*/ 0 h 1818"/>
                <a:gd name="GluePoint6X" fmla="*/ 1 w 1238"/>
                <a:gd name="GluePoint6Y" fmla="*/ 0 h 1818"/>
                <a:gd name="GluePoint7X" fmla="*/ 1 w 1238"/>
                <a:gd name="GluePoint7Y" fmla="*/ 0 h 1818"/>
                <a:gd name="GluePoint8X" fmla="*/ 1 w 1238"/>
                <a:gd name="GluePoint8Y" fmla="*/ 0 h 1818"/>
                <a:gd name="GluePoint9X" fmla="*/ 1 w 1238"/>
                <a:gd name="GluePoint9Y" fmla="*/ 0 h 1818"/>
                <a:gd name="GluePoint10X" fmla="*/ 1 w 1238"/>
                <a:gd name="GluePoint10Y" fmla="*/ 0 h 1818"/>
                <a:gd name="GluePoint11X" fmla="*/ 1 w 1238"/>
                <a:gd name="GluePoint11Y" fmla="*/ 0 h 1818"/>
                <a:gd name="GluePoint12X" fmla="*/ 1 w 1238"/>
                <a:gd name="GluePoint12Y" fmla="*/ 0 h 1818"/>
                <a:gd name="GluePoint13X" fmla="*/ 1 w 1238"/>
                <a:gd name="GluePoint13Y" fmla="*/ 0 h 1818"/>
                <a:gd name="GluePoint14X" fmla="*/ 1 w 1238"/>
                <a:gd name="GluePoint14Y" fmla="*/ 0 h 1818"/>
                <a:gd name="GluePoint15X" fmla="*/ 1 w 1238"/>
                <a:gd name="GluePoint15Y" fmla="*/ 0 h 1818"/>
                <a:gd name="GluePoint16X" fmla="*/ 1 w 1238"/>
                <a:gd name="GluePoint16Y" fmla="*/ 0 h 1818"/>
                <a:gd name="GluePoint17X" fmla="*/ 1 w 1238"/>
                <a:gd name="GluePoint17Y" fmla="*/ 0 h 1818"/>
                <a:gd name="GluePoint18X" fmla="*/ 1 w 1238"/>
                <a:gd name="GluePoint18Y" fmla="*/ 0 h 1818"/>
                <a:gd name="GluePoint19X" fmla="*/ 1 w 1238"/>
                <a:gd name="GluePoint19Y" fmla="*/ 0 h 1818"/>
                <a:gd name="GluePoint20X" fmla="*/ 1 w 1238"/>
                <a:gd name="GluePoint20Y" fmla="*/ 0 h 1818"/>
                <a:gd name="GluePoint21X" fmla="*/ 1 w 1238"/>
                <a:gd name="GluePoint21Y" fmla="*/ 0 h 1818"/>
                <a:gd name="GluePoint22X" fmla="*/ 1 w 1238"/>
                <a:gd name="GluePoint22Y" fmla="*/ 0 h 1818"/>
                <a:gd name="GluePoint23X" fmla="*/ 1 w 1238"/>
                <a:gd name="GluePoint23Y" fmla="*/ 0 h 1818"/>
                <a:gd name="GluePoint24X" fmla="*/ 1 w 1238"/>
                <a:gd name="GluePoint24Y" fmla="*/ 0 h 1818"/>
                <a:gd name="GluePoint25X" fmla="*/ 1 w 1238"/>
                <a:gd name="GluePoint25Y" fmla="*/ 0 h 1818"/>
                <a:gd name="GluePoint26X" fmla="*/ 1 w 1238"/>
                <a:gd name="GluePoint26Y" fmla="*/ 0 h 1818"/>
                <a:gd name="GluePoint27X" fmla="*/ 1 w 1238"/>
                <a:gd name="GluePoint27Y" fmla="*/ 0 h 1818"/>
                <a:gd name="GluePoint28X" fmla="*/ 0 w 1238"/>
                <a:gd name="GluePoint28Y" fmla="*/ 0 h 1818"/>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 ang="0">
                  <a:pos x="GluePoint28X" y="GluePoint28Y"/>
                </a:cxn>
              </a:cxnLst>
              <a:rect l="textAreaLeft" t="textAreaTop" r="textAreaRight" b="textAreaBottom"/>
              <a:pathLst>
                <a:path w="1238" h="1818">
                  <a:moveTo>
                    <a:pt x="0" y="1654"/>
                  </a:moveTo>
                  <a:lnTo>
                    <a:pt x="46" y="1716"/>
                  </a:lnTo>
                  <a:lnTo>
                    <a:pt x="124" y="1749"/>
                  </a:lnTo>
                  <a:lnTo>
                    <a:pt x="220" y="1779"/>
                  </a:lnTo>
                  <a:lnTo>
                    <a:pt x="340" y="1800"/>
                  </a:lnTo>
                  <a:lnTo>
                    <a:pt x="472" y="1815"/>
                  </a:lnTo>
                  <a:lnTo>
                    <a:pt x="577" y="1818"/>
                  </a:lnTo>
                  <a:lnTo>
                    <a:pt x="691" y="1815"/>
                  </a:lnTo>
                  <a:lnTo>
                    <a:pt x="817" y="1812"/>
                  </a:lnTo>
                  <a:lnTo>
                    <a:pt x="931" y="1803"/>
                  </a:lnTo>
                  <a:lnTo>
                    <a:pt x="1045" y="1776"/>
                  </a:lnTo>
                  <a:lnTo>
                    <a:pt x="1138" y="1743"/>
                  </a:lnTo>
                  <a:lnTo>
                    <a:pt x="1215" y="1691"/>
                  </a:lnTo>
                  <a:lnTo>
                    <a:pt x="1238" y="1641"/>
                  </a:lnTo>
                  <a:lnTo>
                    <a:pt x="1229" y="185"/>
                  </a:lnTo>
                  <a:lnTo>
                    <a:pt x="1174" y="118"/>
                  </a:lnTo>
                  <a:lnTo>
                    <a:pt x="1073" y="68"/>
                  </a:lnTo>
                  <a:lnTo>
                    <a:pt x="992" y="44"/>
                  </a:lnTo>
                  <a:lnTo>
                    <a:pt x="885" y="19"/>
                  </a:lnTo>
                  <a:lnTo>
                    <a:pt x="767" y="7"/>
                  </a:lnTo>
                  <a:lnTo>
                    <a:pt x="664" y="0"/>
                  </a:lnTo>
                  <a:lnTo>
                    <a:pt x="528" y="0"/>
                  </a:lnTo>
                  <a:lnTo>
                    <a:pt x="396" y="12"/>
                  </a:lnTo>
                  <a:lnTo>
                    <a:pt x="279" y="31"/>
                  </a:lnTo>
                  <a:lnTo>
                    <a:pt x="163" y="62"/>
                  </a:lnTo>
                  <a:lnTo>
                    <a:pt x="50" y="118"/>
                  </a:lnTo>
                  <a:lnTo>
                    <a:pt x="2" y="185"/>
                  </a:lnTo>
                  <a:lnTo>
                    <a:pt x="0" y="1654"/>
                  </a:lnTo>
                  <a:close/>
                </a:path>
              </a:pathLst>
            </a:custGeom>
            <a:gradFill rotWithShape="0">
              <a:gsLst>
                <a:gs pos="0">
                  <a:srgbClr val="475e76"/>
                </a:gs>
                <a:gs pos="50000">
                  <a:srgbClr val="99ccff"/>
                </a:gs>
                <a:gs pos="100000">
                  <a:srgbClr val="475e76"/>
                </a:gs>
              </a:gsLst>
              <a:lin ang="16200000"/>
            </a:gradFill>
            <a:ln w="9360">
              <a:solidFill>
                <a:srgbClr val="000000"/>
              </a:solidFill>
              <a:round/>
            </a:ln>
          </p:spPr>
          <p:style>
            <a:lnRef idx="0"/>
            <a:fillRef idx="0"/>
            <a:effectRef idx="0"/>
            <a:fontRef idx="minor"/>
          </p:style>
          <p:txBody>
            <a:bodyPr lIns="90000" rIns="90000" tIns="46800" bIns="46800" anchor="t">
              <a:noAutofit/>
            </a:bodyPr>
            <a:p>
              <a:endParaRPr b="0" lang="en-US" sz="1800" strike="noStrike" u="none">
                <a:solidFill>
                  <a:srgbClr val="000000"/>
                </a:solidFill>
                <a:effectLst/>
                <a:uFillTx/>
                <a:latin typeface="Arial"/>
              </a:endParaRPr>
            </a:p>
          </p:txBody>
        </p:sp>
        <p:sp>
          <p:nvSpPr>
            <p:cNvPr id="223" name="Freeform 7"/>
            <p:cNvSpPr/>
            <p:nvPr/>
          </p:nvSpPr>
          <p:spPr>
            <a:xfrm rot="5400000">
              <a:off x="630360" y="3147120"/>
              <a:ext cx="993960" cy="1392480"/>
            </a:xfrm>
            <a:custGeom>
              <a:avLst/>
              <a:gdLst>
                <a:gd name="textAreaLeft" fmla="*/ 0 w 993960"/>
                <a:gd name="textAreaRight" fmla="*/ 993960 w 993960"/>
                <a:gd name="textAreaTop" fmla="*/ 0 h 1392480"/>
                <a:gd name="textAreaBottom" fmla="*/ 1392840 h 1392480"/>
                <a:gd name="GluePoint1X" fmla="*/ 0 w 1238"/>
                <a:gd name="GluePoint1Y" fmla="*/ 1 h 1818"/>
                <a:gd name="GluePoint2X" fmla="*/ 1 w 1238"/>
                <a:gd name="GluePoint2Y" fmla="*/ 1 h 1818"/>
                <a:gd name="GluePoint3X" fmla="*/ 1 w 1238"/>
                <a:gd name="GluePoint3Y" fmla="*/ 1 h 1818"/>
                <a:gd name="GluePoint4X" fmla="*/ 1 w 1238"/>
                <a:gd name="GluePoint4Y" fmla="*/ 1 h 1818"/>
                <a:gd name="GluePoint5X" fmla="*/ 1 w 1238"/>
                <a:gd name="GluePoint5Y" fmla="*/ 1 h 1818"/>
                <a:gd name="GluePoint6X" fmla="*/ 1 w 1238"/>
                <a:gd name="GluePoint6Y" fmla="*/ 1 h 1818"/>
                <a:gd name="GluePoint7X" fmla="*/ 1 w 1238"/>
                <a:gd name="GluePoint7Y" fmla="*/ 1 h 1818"/>
                <a:gd name="GluePoint8X" fmla="*/ 1 w 1238"/>
                <a:gd name="GluePoint8Y" fmla="*/ 1 h 1818"/>
                <a:gd name="GluePoint9X" fmla="*/ 1 w 1238"/>
                <a:gd name="GluePoint9Y" fmla="*/ 1 h 1818"/>
                <a:gd name="GluePoint10X" fmla="*/ 1 w 1238"/>
                <a:gd name="GluePoint10Y" fmla="*/ 1 h 1818"/>
                <a:gd name="GluePoint11X" fmla="*/ 1 w 1238"/>
                <a:gd name="GluePoint11Y" fmla="*/ 1 h 1818"/>
                <a:gd name="GluePoint12X" fmla="*/ 1 w 1238"/>
                <a:gd name="GluePoint12Y" fmla="*/ 1 h 1818"/>
                <a:gd name="GluePoint13X" fmla="*/ 1 w 1238"/>
                <a:gd name="GluePoint13Y" fmla="*/ 1 h 1818"/>
                <a:gd name="GluePoint14X" fmla="*/ 1 w 1238"/>
                <a:gd name="GluePoint14Y" fmla="*/ 1 h 1818"/>
                <a:gd name="GluePoint15X" fmla="*/ 1 w 1238"/>
                <a:gd name="GluePoint15Y" fmla="*/ 1 h 1818"/>
                <a:gd name="GluePoint16X" fmla="*/ 1 w 1238"/>
                <a:gd name="GluePoint16Y" fmla="*/ 1 h 1818"/>
                <a:gd name="GluePoint17X" fmla="*/ 1 w 1238"/>
                <a:gd name="GluePoint17Y" fmla="*/ 1 h 1818"/>
                <a:gd name="GluePoint18X" fmla="*/ 1 w 1238"/>
                <a:gd name="GluePoint18Y" fmla="*/ 1 h 1818"/>
                <a:gd name="GluePoint19X" fmla="*/ 1 w 1238"/>
                <a:gd name="GluePoint19Y" fmla="*/ 1 h 1818"/>
                <a:gd name="GluePoint20X" fmla="*/ 1 w 1238"/>
                <a:gd name="GluePoint20Y" fmla="*/ 1 h 1818"/>
                <a:gd name="GluePoint21X" fmla="*/ 1 w 1238"/>
                <a:gd name="GluePoint21Y" fmla="*/ 0 h 1818"/>
                <a:gd name="GluePoint22X" fmla="*/ 1 w 1238"/>
                <a:gd name="GluePoint22Y" fmla="*/ 0 h 1818"/>
                <a:gd name="GluePoint23X" fmla="*/ 1 w 1238"/>
                <a:gd name="GluePoint23Y" fmla="*/ 1 h 1818"/>
                <a:gd name="GluePoint24X" fmla="*/ 1 w 1238"/>
                <a:gd name="GluePoint24Y" fmla="*/ 1 h 1818"/>
                <a:gd name="GluePoint25X" fmla="*/ 1 w 1238"/>
                <a:gd name="GluePoint25Y" fmla="*/ 1 h 1818"/>
                <a:gd name="GluePoint26X" fmla="*/ 1 w 1238"/>
                <a:gd name="GluePoint26Y" fmla="*/ 1 h 1818"/>
                <a:gd name="GluePoint27X" fmla="*/ 1 w 1238"/>
                <a:gd name="GluePoint27Y" fmla="*/ 1 h 1818"/>
                <a:gd name="GluePoint28X" fmla="*/ 0 w 1238"/>
                <a:gd name="GluePoint28Y" fmla="*/ 1 h 1818"/>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 ang="0">
                  <a:pos x="GluePoint28X" y="GluePoint28Y"/>
                </a:cxn>
              </a:cxnLst>
              <a:rect l="textAreaLeft" t="textAreaTop" r="textAreaRight" b="textAreaBottom"/>
              <a:pathLst>
                <a:path w="1238" h="1818">
                  <a:moveTo>
                    <a:pt x="0" y="1654"/>
                  </a:moveTo>
                  <a:lnTo>
                    <a:pt x="46" y="1716"/>
                  </a:lnTo>
                  <a:lnTo>
                    <a:pt x="124" y="1749"/>
                  </a:lnTo>
                  <a:lnTo>
                    <a:pt x="220" y="1779"/>
                  </a:lnTo>
                  <a:lnTo>
                    <a:pt x="340" y="1800"/>
                  </a:lnTo>
                  <a:lnTo>
                    <a:pt x="472" y="1815"/>
                  </a:lnTo>
                  <a:lnTo>
                    <a:pt x="577" y="1818"/>
                  </a:lnTo>
                  <a:lnTo>
                    <a:pt x="691" y="1815"/>
                  </a:lnTo>
                  <a:lnTo>
                    <a:pt x="817" y="1812"/>
                  </a:lnTo>
                  <a:lnTo>
                    <a:pt x="931" y="1803"/>
                  </a:lnTo>
                  <a:lnTo>
                    <a:pt x="1045" y="1776"/>
                  </a:lnTo>
                  <a:lnTo>
                    <a:pt x="1138" y="1743"/>
                  </a:lnTo>
                  <a:lnTo>
                    <a:pt x="1215" y="1691"/>
                  </a:lnTo>
                  <a:lnTo>
                    <a:pt x="1238" y="1641"/>
                  </a:lnTo>
                  <a:lnTo>
                    <a:pt x="1229" y="185"/>
                  </a:lnTo>
                  <a:lnTo>
                    <a:pt x="1174" y="118"/>
                  </a:lnTo>
                  <a:lnTo>
                    <a:pt x="1073" y="68"/>
                  </a:lnTo>
                  <a:lnTo>
                    <a:pt x="992" y="44"/>
                  </a:lnTo>
                  <a:lnTo>
                    <a:pt x="885" y="19"/>
                  </a:lnTo>
                  <a:lnTo>
                    <a:pt x="767" y="7"/>
                  </a:lnTo>
                  <a:lnTo>
                    <a:pt x="664" y="0"/>
                  </a:lnTo>
                  <a:lnTo>
                    <a:pt x="528" y="0"/>
                  </a:lnTo>
                  <a:lnTo>
                    <a:pt x="396" y="12"/>
                  </a:lnTo>
                  <a:lnTo>
                    <a:pt x="279" y="31"/>
                  </a:lnTo>
                  <a:lnTo>
                    <a:pt x="163" y="62"/>
                  </a:lnTo>
                  <a:lnTo>
                    <a:pt x="50" y="118"/>
                  </a:lnTo>
                  <a:lnTo>
                    <a:pt x="2" y="185"/>
                  </a:lnTo>
                  <a:lnTo>
                    <a:pt x="0" y="1654"/>
                  </a:lnTo>
                  <a:close/>
                </a:path>
              </a:pathLst>
            </a:custGeom>
            <a:gradFill rotWithShape="0">
              <a:gsLst>
                <a:gs pos="0">
                  <a:srgbClr val="475e76"/>
                </a:gs>
                <a:gs pos="50000">
                  <a:srgbClr val="99ccff"/>
                </a:gs>
                <a:gs pos="100000">
                  <a:srgbClr val="475e76"/>
                </a:gs>
              </a:gsLst>
              <a:lin ang="16200000"/>
            </a:gradFill>
            <a:ln w="9360">
              <a:solidFill>
                <a:srgbClr val="000000"/>
              </a:solidFill>
              <a:round/>
            </a:ln>
          </p:spPr>
          <p:style>
            <a:lnRef idx="0"/>
            <a:fillRef idx="0"/>
            <a:effectRef idx="0"/>
            <a:fontRef idx="minor"/>
          </p:style>
          <p:txBody>
            <a:bodyPr lIns="90000" rIns="90000" tIns="46800" bIns="46800" anchor="t">
              <a:noAutofit/>
            </a:bodyPr>
            <a:p>
              <a:endParaRPr b="0" lang="en-US" sz="1800" strike="noStrike" u="none">
                <a:solidFill>
                  <a:srgbClr val="000000"/>
                </a:solidFill>
                <a:effectLst/>
                <a:uFillTx/>
                <a:latin typeface="Arial"/>
              </a:endParaRPr>
            </a:p>
          </p:txBody>
        </p:sp>
        <p:sp>
          <p:nvSpPr>
            <p:cNvPr id="224" name="Oval 8"/>
            <p:cNvSpPr/>
            <p:nvPr/>
          </p:nvSpPr>
          <p:spPr>
            <a:xfrm rot="5400000">
              <a:off x="91800" y="3712680"/>
              <a:ext cx="957240" cy="297720"/>
            </a:xfrm>
            <a:prstGeom prst="ellipse">
              <a:avLst/>
            </a:prstGeom>
            <a:noFill/>
            <a:ln w="9360">
              <a:solidFill>
                <a:srgbClr val="000000"/>
              </a:solidFill>
              <a:prstDash val="dash"/>
              <a:miter/>
            </a:ln>
          </p:spPr>
          <p:style>
            <a:lnRef idx="0"/>
            <a:fillRef idx="0"/>
            <a:effectRef idx="0"/>
            <a:fontRef idx="minor"/>
          </p:style>
          <p:txBody>
            <a:bodyPr lIns="90000" rIns="90000" tIns="46800" bIns="46800" anchor="t">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trike="noStrike" u="none">
                <a:solidFill>
                  <a:srgbClr val="000000"/>
                </a:solidFill>
                <a:effectLst/>
                <a:uFillTx/>
                <a:latin typeface="Arial"/>
              </a:endParaRPr>
            </a:p>
          </p:txBody>
        </p:sp>
        <p:grpSp>
          <p:nvGrpSpPr>
            <p:cNvPr id="225" name="Group 9"/>
            <p:cNvGrpSpPr/>
            <p:nvPr/>
          </p:nvGrpSpPr>
          <p:grpSpPr>
            <a:xfrm>
              <a:off x="1604160" y="3414960"/>
              <a:ext cx="1489320" cy="829080"/>
              <a:chOff x="1604160" y="3414960"/>
              <a:chExt cx="1489320" cy="829080"/>
            </a:xfrm>
          </p:grpSpPr>
          <p:sp>
            <p:nvSpPr>
              <p:cNvPr id="226" name="Oval 10"/>
              <p:cNvSpPr/>
              <p:nvPr/>
            </p:nvSpPr>
            <p:spPr>
              <a:xfrm rot="5400000">
                <a:off x="1272960" y="3745800"/>
                <a:ext cx="829080" cy="167040"/>
              </a:xfrm>
              <a:prstGeom prst="ellipse">
                <a:avLst/>
              </a:prstGeom>
              <a:solidFill>
                <a:srgbClr val="000080"/>
              </a:solidFill>
              <a:ln w="57240">
                <a:solidFill>
                  <a:srgbClr val="000080"/>
                </a:solidFill>
                <a:miter/>
              </a:ln>
            </p:spPr>
            <p:style>
              <a:lnRef idx="0"/>
              <a:fillRef idx="0"/>
              <a:effectRef idx="0"/>
              <a:fontRef idx="minor"/>
            </p:style>
            <p:txBody>
              <a:bodyPr lIns="90000" rIns="90000" tIns="46800" bIns="46800" anchor="t">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trike="noStrike" u="none">
                  <a:solidFill>
                    <a:srgbClr val="000000"/>
                  </a:solidFill>
                  <a:effectLst/>
                  <a:uFillTx/>
                  <a:latin typeface="Arial"/>
                </a:endParaRPr>
              </a:p>
            </p:txBody>
          </p:sp>
          <p:sp>
            <p:nvSpPr>
              <p:cNvPr id="227" name="Rectangle 11"/>
              <p:cNvSpPr/>
              <p:nvPr/>
            </p:nvSpPr>
            <p:spPr>
              <a:xfrm>
                <a:off x="1698840" y="3767400"/>
                <a:ext cx="1394640" cy="128160"/>
              </a:xfrm>
              <a:prstGeom prst="rect">
                <a:avLst/>
              </a:prstGeom>
              <a:gradFill rotWithShape="0">
                <a:gsLst>
                  <a:gs pos="0">
                    <a:srgbClr val="000080"/>
                  </a:gs>
                  <a:gs pos="50000">
                    <a:srgbClr val="00ccff"/>
                  </a:gs>
                  <a:gs pos="100000">
                    <a:srgbClr val="000080"/>
                  </a:gs>
                </a:gsLst>
                <a:lin ang="5400000"/>
              </a:gradFill>
              <a:ln w="9360">
                <a:solidFill>
                  <a:srgbClr val="000000"/>
                </a:solidFill>
                <a:miter/>
              </a:ln>
            </p:spPr>
            <p:style>
              <a:lnRef idx="0"/>
              <a:fillRef idx="0"/>
              <a:effectRef idx="0"/>
              <a:fontRef idx="minor"/>
            </p:style>
            <p:txBody>
              <a:bodyPr lIns="90000" rIns="90000" tIns="46800" bIns="46800" anchor="t">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trike="noStrike" u="none">
                  <a:solidFill>
                    <a:srgbClr val="000000"/>
                  </a:solidFill>
                  <a:effectLst/>
                  <a:uFillTx/>
                  <a:latin typeface="Arial"/>
                </a:endParaRPr>
              </a:p>
            </p:txBody>
          </p:sp>
        </p:grpSp>
        <p:sp>
          <p:nvSpPr>
            <p:cNvPr id="228" name="AutoShape 12"/>
            <p:cNvSpPr/>
            <p:nvPr/>
          </p:nvSpPr>
          <p:spPr>
            <a:xfrm>
              <a:off x="1540800" y="3346560"/>
              <a:ext cx="928080" cy="993960"/>
            </a:xfrm>
            <a:prstGeom prst="flowChartMagneticDrum">
              <a:avLst/>
            </a:prstGeom>
            <a:noFill/>
            <a:ln w="9360">
              <a:solidFill>
                <a:srgbClr val="000000"/>
              </a:solidFill>
              <a:miter/>
            </a:ln>
          </p:spPr>
          <p:style>
            <a:lnRef idx="0"/>
            <a:fillRef idx="0"/>
            <a:effectRef idx="0"/>
            <a:fontRef idx="minor"/>
          </p:style>
          <p:txBody>
            <a:bodyPr lIns="90000" rIns="90000" tIns="46800" bIns="46800" anchor="t">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trike="noStrike" u="none">
                <a:solidFill>
                  <a:srgbClr val="000000"/>
                </a:solidFill>
                <a:effectLst/>
                <a:uFillTx/>
                <a:latin typeface="Arial"/>
              </a:endParaRPr>
            </a:p>
          </p:txBody>
        </p:sp>
        <p:sp>
          <p:nvSpPr>
            <p:cNvPr id="229" name="Oval 13"/>
            <p:cNvSpPr/>
            <p:nvPr/>
          </p:nvSpPr>
          <p:spPr>
            <a:xfrm rot="5400000">
              <a:off x="873000" y="4996080"/>
              <a:ext cx="904680" cy="285120"/>
            </a:xfrm>
            <a:prstGeom prst="ellipse">
              <a:avLst/>
            </a:prstGeom>
            <a:solidFill>
              <a:srgbClr val="000080"/>
            </a:solidFill>
            <a:ln w="38160">
              <a:solidFill>
                <a:srgbClr val="000080"/>
              </a:solidFill>
              <a:miter/>
            </a:ln>
          </p:spPr>
          <p:style>
            <a:lnRef idx="0"/>
            <a:fillRef idx="0"/>
            <a:effectRef idx="0"/>
            <a:fontRef idx="minor"/>
          </p:style>
          <p:txBody>
            <a:bodyPr lIns="90000" rIns="90000" tIns="46800" bIns="46800" anchor="t">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trike="noStrike" u="none">
                <a:solidFill>
                  <a:srgbClr val="000000"/>
                </a:solidFill>
                <a:effectLst/>
                <a:uFillTx/>
                <a:latin typeface="Arial"/>
              </a:endParaRPr>
            </a:p>
          </p:txBody>
        </p:sp>
        <p:sp>
          <p:nvSpPr>
            <p:cNvPr id="230" name="Rectangle 14"/>
            <p:cNvSpPr/>
            <p:nvPr/>
          </p:nvSpPr>
          <p:spPr>
            <a:xfrm>
              <a:off x="1341360" y="5059800"/>
              <a:ext cx="1394640" cy="128160"/>
            </a:xfrm>
            <a:prstGeom prst="rect">
              <a:avLst/>
            </a:prstGeom>
            <a:gradFill rotWithShape="0">
              <a:gsLst>
                <a:gs pos="0">
                  <a:srgbClr val="000080"/>
                </a:gs>
                <a:gs pos="50000">
                  <a:srgbClr val="00ccff"/>
                </a:gs>
                <a:gs pos="100000">
                  <a:srgbClr val="000080"/>
                </a:gs>
              </a:gsLst>
              <a:lin ang="5400000"/>
            </a:gradFill>
            <a:ln w="9360">
              <a:solidFill>
                <a:srgbClr val="000000"/>
              </a:solidFill>
              <a:miter/>
            </a:ln>
          </p:spPr>
          <p:style>
            <a:lnRef idx="0"/>
            <a:fillRef idx="0"/>
            <a:effectRef idx="0"/>
            <a:fontRef idx="minor"/>
          </p:style>
          <p:txBody>
            <a:bodyPr lIns="90000" rIns="90000" tIns="46800" bIns="46800" anchor="t">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trike="noStrike" u="none">
                <a:solidFill>
                  <a:srgbClr val="000000"/>
                </a:solidFill>
                <a:effectLst/>
                <a:uFillTx/>
                <a:latin typeface="Arial"/>
              </a:endParaRPr>
            </a:p>
          </p:txBody>
        </p:sp>
        <p:sp>
          <p:nvSpPr>
            <p:cNvPr id="231" name="Oval 15"/>
            <p:cNvSpPr/>
            <p:nvPr/>
          </p:nvSpPr>
          <p:spPr>
            <a:xfrm>
              <a:off x="2134080" y="4629240"/>
              <a:ext cx="294120" cy="993960"/>
            </a:xfrm>
            <a:prstGeom prst="ellipse">
              <a:avLst/>
            </a:prstGeom>
            <a:noFill/>
            <a:ln w="9360">
              <a:solidFill>
                <a:srgbClr val="000000"/>
              </a:solidFill>
              <a:miter/>
            </a:ln>
          </p:spPr>
          <p:style>
            <a:lnRef idx="0"/>
            <a:fillRef idx="0"/>
            <a:effectRef idx="0"/>
            <a:fontRef idx="minor"/>
          </p:style>
          <p:txBody>
            <a:bodyPr lIns="90000" rIns="90000" tIns="46800" bIns="46800" anchor="t">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trike="noStrike" u="none">
                <a:solidFill>
                  <a:srgbClr val="000000"/>
                </a:solidFill>
                <a:effectLst/>
                <a:uFillTx/>
                <a:latin typeface="Arial"/>
              </a:endParaRPr>
            </a:p>
          </p:txBody>
        </p:sp>
        <p:sp>
          <p:nvSpPr>
            <p:cNvPr id="232" name="Line 16"/>
            <p:cNvSpPr/>
            <p:nvPr/>
          </p:nvSpPr>
          <p:spPr>
            <a:xfrm>
              <a:off x="517320" y="4629240"/>
              <a:ext cx="1774800" cy="720"/>
            </a:xfrm>
            <a:prstGeom prst="line">
              <a:avLst/>
            </a:prstGeom>
            <a:ln w="9360">
              <a:solidFill>
                <a:srgbClr val="000000"/>
              </a:solidFill>
              <a:miter/>
            </a:ln>
          </p:spPr>
          <p:style>
            <a:lnRef idx="0"/>
            <a:fillRef idx="0"/>
            <a:effectRef idx="0"/>
            <a:fontRef idx="minor"/>
          </p:style>
          <p:txBody>
            <a:bodyPr lIns="90000" rIns="90000" tIns="-46080" bIns="-46080" anchor="t">
              <a:noAutofit/>
            </a:bodyPr>
            <a:p>
              <a:endParaRPr b="0" lang="en-US" sz="1800" strike="noStrike" u="none">
                <a:solidFill>
                  <a:srgbClr val="000000"/>
                </a:solidFill>
                <a:effectLst/>
                <a:uFillTx/>
                <a:latin typeface="Arial"/>
              </a:endParaRPr>
            </a:p>
          </p:txBody>
        </p:sp>
        <p:sp>
          <p:nvSpPr>
            <p:cNvPr id="233" name="Line 17"/>
            <p:cNvSpPr/>
            <p:nvPr/>
          </p:nvSpPr>
          <p:spPr>
            <a:xfrm>
              <a:off x="517320" y="5622120"/>
              <a:ext cx="1774800" cy="720"/>
            </a:xfrm>
            <a:prstGeom prst="line">
              <a:avLst/>
            </a:prstGeom>
            <a:ln w="9360">
              <a:solidFill>
                <a:srgbClr val="000000"/>
              </a:solidFill>
              <a:miter/>
            </a:ln>
          </p:spPr>
          <p:style>
            <a:lnRef idx="0"/>
            <a:fillRef idx="0"/>
            <a:effectRef idx="0"/>
            <a:fontRef idx="minor"/>
          </p:style>
          <p:txBody>
            <a:bodyPr lIns="90000" rIns="90000" tIns="-46080" bIns="-46080" anchor="t">
              <a:noAutofit/>
            </a:bodyPr>
            <a:p>
              <a:endParaRPr b="0" lang="en-US" sz="1800" strike="noStrike" u="none">
                <a:solidFill>
                  <a:srgbClr val="000000"/>
                </a:solidFill>
                <a:effectLst/>
                <a:uFillTx/>
                <a:latin typeface="Arial"/>
              </a:endParaRPr>
            </a:p>
          </p:txBody>
        </p:sp>
        <p:sp>
          <p:nvSpPr>
            <p:cNvPr id="234" name="Oval 18"/>
            <p:cNvSpPr/>
            <p:nvPr/>
          </p:nvSpPr>
          <p:spPr>
            <a:xfrm>
              <a:off x="435960" y="4629240"/>
              <a:ext cx="258120" cy="993960"/>
            </a:xfrm>
            <a:prstGeom prst="ellipse">
              <a:avLst/>
            </a:prstGeom>
            <a:noFill/>
            <a:ln w="9360">
              <a:solidFill>
                <a:srgbClr val="000000"/>
              </a:solidFill>
              <a:prstDash val="dash"/>
              <a:miter/>
            </a:ln>
          </p:spPr>
          <p:style>
            <a:lnRef idx="0"/>
            <a:fillRef idx="0"/>
            <a:effectRef idx="0"/>
            <a:fontRef idx="minor"/>
          </p:style>
          <p:txBody>
            <a:bodyPr lIns="90000" rIns="90000" tIns="46800" bIns="46800" anchor="t">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trike="noStrike" u="none">
                <a:solidFill>
                  <a:srgbClr val="000000"/>
                </a:solidFill>
                <a:effectLst/>
                <a:uFillTx/>
                <a:latin typeface="Arial"/>
              </a:endParaRPr>
            </a:p>
          </p:txBody>
        </p:sp>
        <p:sp>
          <p:nvSpPr>
            <p:cNvPr id="235" name="Line 19"/>
            <p:cNvSpPr/>
            <p:nvPr/>
          </p:nvSpPr>
          <p:spPr>
            <a:xfrm flipH="1">
              <a:off x="2482560" y="4949640"/>
              <a:ext cx="348480" cy="1080"/>
            </a:xfrm>
            <a:prstGeom prst="line">
              <a:avLst/>
            </a:prstGeom>
            <a:ln w="9360">
              <a:solidFill>
                <a:srgbClr val="000000"/>
              </a:solidFill>
              <a:miter/>
              <a:tailEnd len="med" type="triangle" w="med"/>
            </a:ln>
          </p:spPr>
          <p:style>
            <a:lnRef idx="0"/>
            <a:fillRef idx="0"/>
            <a:effectRef idx="0"/>
            <a:fontRef idx="minor"/>
          </p:style>
          <p:txBody>
            <a:bodyPr lIns="90000" rIns="90000" tIns="-45720" bIns="-45720" anchor="t">
              <a:noAutofit/>
            </a:bodyPr>
            <a:p>
              <a:endParaRPr b="0" lang="en-US" sz="1800" strike="noStrike" u="none">
                <a:solidFill>
                  <a:srgbClr val="000000"/>
                </a:solidFill>
                <a:effectLst/>
                <a:uFillTx/>
                <a:latin typeface="Arial"/>
              </a:endParaRPr>
            </a:p>
          </p:txBody>
        </p:sp>
        <p:sp>
          <p:nvSpPr>
            <p:cNvPr id="236" name="Line 20"/>
            <p:cNvSpPr/>
            <p:nvPr/>
          </p:nvSpPr>
          <p:spPr>
            <a:xfrm>
              <a:off x="1341360" y="5623200"/>
              <a:ext cx="1080" cy="288720"/>
            </a:xfrm>
            <a:prstGeom prst="line">
              <a:avLst/>
            </a:prstGeom>
            <a:ln w="9360">
              <a:solidFill>
                <a:srgbClr val="000000"/>
              </a:solidFill>
              <a:prstDash val="sysDot"/>
              <a:miter/>
            </a:ln>
          </p:spPr>
          <p:style>
            <a:lnRef idx="0"/>
            <a:fillRef idx="0"/>
            <a:effectRef idx="0"/>
            <a:fontRef idx="minor"/>
          </p:style>
          <p:txBody>
            <a:bodyPr lIns="90000" rIns="90000" tIns="46800" bIns="46800" anchor="t">
              <a:noAutofit/>
            </a:bodyPr>
            <a:p>
              <a:endParaRPr b="0" lang="en-US" sz="1800" strike="noStrike" u="none">
                <a:solidFill>
                  <a:srgbClr val="000000"/>
                </a:solidFill>
                <a:effectLst/>
                <a:uFillTx/>
                <a:latin typeface="Arial"/>
              </a:endParaRPr>
            </a:p>
          </p:txBody>
        </p:sp>
        <p:sp>
          <p:nvSpPr>
            <p:cNvPr id="237" name="Line 21"/>
            <p:cNvSpPr/>
            <p:nvPr/>
          </p:nvSpPr>
          <p:spPr>
            <a:xfrm>
              <a:off x="1666440" y="4353120"/>
              <a:ext cx="720" cy="1558800"/>
            </a:xfrm>
            <a:prstGeom prst="line">
              <a:avLst/>
            </a:prstGeom>
            <a:ln w="9360">
              <a:solidFill>
                <a:srgbClr val="000000"/>
              </a:solidFill>
              <a:prstDash val="sysDot"/>
              <a:miter/>
            </a:ln>
          </p:spPr>
          <p:style>
            <a:lnRef idx="0"/>
            <a:fillRef idx="0"/>
            <a:effectRef idx="0"/>
            <a:fontRef idx="minor"/>
          </p:style>
          <p:txBody>
            <a:bodyPr lIns="90000" rIns="90000" tIns="46800" bIns="46800" anchor="t">
              <a:noAutofit/>
            </a:bodyPr>
            <a:p>
              <a:endParaRPr b="0" lang="en-US" sz="1800" strike="noStrike" u="none">
                <a:solidFill>
                  <a:srgbClr val="000000"/>
                </a:solidFill>
                <a:effectLst/>
                <a:uFillTx/>
                <a:latin typeface="Arial"/>
              </a:endParaRPr>
            </a:p>
          </p:txBody>
        </p:sp>
        <p:sp>
          <p:nvSpPr>
            <p:cNvPr id="238" name="Text Box 22"/>
            <p:cNvSpPr/>
            <p:nvPr/>
          </p:nvSpPr>
          <p:spPr>
            <a:xfrm>
              <a:off x="2515680" y="4565160"/>
              <a:ext cx="727560" cy="448560"/>
            </a:xfrm>
            <a:prstGeom prst="rect">
              <a:avLst/>
            </a:prstGeom>
            <a:noFill/>
            <a:ln w="0">
              <a:noFill/>
            </a:ln>
          </p:spPr>
          <p:style>
            <a:lnRef idx="0"/>
            <a:fillRef idx="0"/>
            <a:effectRef idx="0"/>
            <a:fontRef idx="minor"/>
          </p:style>
          <p:txBody>
            <a:bodyPr lIns="90000" rIns="90000" tIns="46800" bIns="46800" anchor="t">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800" strike="noStrike" u="none">
                  <a:solidFill>
                    <a:srgbClr val="c0504d"/>
                  </a:solidFill>
                  <a:effectLst/>
                  <a:uFillTx/>
                  <a:latin typeface="Times New Roman"/>
                  <a:ea typeface="Times New Roman"/>
                </a:rPr>
                <a:t>F</a:t>
              </a:r>
              <a:r>
                <a:rPr b="0" lang="fr-FR" sz="2800" strike="noStrike" u="none" baseline="-25000">
                  <a:solidFill>
                    <a:srgbClr val="c0504d"/>
                  </a:solidFill>
                  <a:effectLst/>
                  <a:uFillTx/>
                  <a:latin typeface="Times New Roman"/>
                  <a:ea typeface="Times New Roman"/>
                </a:rPr>
                <a:t>ext</a:t>
              </a:r>
              <a:endParaRPr b="0" lang="en-US" sz="2800" strike="noStrike" u="none">
                <a:solidFill>
                  <a:srgbClr val="000000"/>
                </a:solidFill>
                <a:effectLst/>
                <a:uFillTx/>
                <a:latin typeface="Arial"/>
              </a:endParaRPr>
            </a:p>
          </p:txBody>
        </p:sp>
        <p:sp>
          <p:nvSpPr>
            <p:cNvPr id="239" name="Line 23"/>
            <p:cNvSpPr/>
            <p:nvPr/>
          </p:nvSpPr>
          <p:spPr>
            <a:xfrm>
              <a:off x="1341360" y="5847840"/>
              <a:ext cx="284040" cy="720"/>
            </a:xfrm>
            <a:prstGeom prst="line">
              <a:avLst/>
            </a:prstGeom>
            <a:ln w="9360">
              <a:solidFill>
                <a:srgbClr val="000000"/>
              </a:solidFill>
              <a:miter/>
              <a:headEnd len="sm" type="stealth" w="sm"/>
              <a:tailEnd len="sm" type="stealth" w="sm"/>
            </a:ln>
          </p:spPr>
          <p:style>
            <a:lnRef idx="0"/>
            <a:fillRef idx="0"/>
            <a:effectRef idx="0"/>
            <a:fontRef idx="minor"/>
          </p:style>
          <p:txBody>
            <a:bodyPr lIns="90000" rIns="90000" tIns="-46080" bIns="-46080" anchor="t">
              <a:noAutofit/>
            </a:bodyPr>
            <a:p>
              <a:endParaRPr b="0" lang="en-US" sz="1800" strike="noStrike" u="none">
                <a:solidFill>
                  <a:srgbClr val="000000"/>
                </a:solidFill>
                <a:effectLst/>
                <a:uFillTx/>
                <a:latin typeface="Arial"/>
              </a:endParaRPr>
            </a:p>
          </p:txBody>
        </p:sp>
        <p:sp>
          <p:nvSpPr>
            <p:cNvPr id="240" name="Text Box 24"/>
            <p:cNvSpPr/>
            <p:nvPr/>
          </p:nvSpPr>
          <p:spPr>
            <a:xfrm>
              <a:off x="1199160" y="5847840"/>
              <a:ext cx="727560" cy="448560"/>
            </a:xfrm>
            <a:prstGeom prst="rect">
              <a:avLst/>
            </a:prstGeom>
            <a:noFill/>
            <a:ln w="0">
              <a:noFill/>
            </a:ln>
          </p:spPr>
          <p:style>
            <a:lnRef idx="0"/>
            <a:fillRef idx="0"/>
            <a:effectRef idx="0"/>
            <a:fontRef idx="minor"/>
          </p:style>
          <p:txBody>
            <a:bodyPr lIns="90000" rIns="90000" tIns="46800" bIns="46800" anchor="t">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800" strike="noStrike" u="none">
                  <a:solidFill>
                    <a:srgbClr val="c0504d"/>
                  </a:solidFill>
                  <a:effectLst/>
                  <a:uFillTx/>
                  <a:latin typeface="Times New Roman"/>
                  <a:ea typeface="Times New Roman"/>
                </a:rPr>
                <a:t>d</a:t>
              </a:r>
              <a:r>
                <a:rPr b="0" lang="fr-FR" sz="2800" strike="noStrike" u="none">
                  <a:solidFill>
                    <a:srgbClr val="c0504d"/>
                  </a:solidFill>
                  <a:effectLst/>
                  <a:uFillTx/>
                  <a:latin typeface="Times New Roman"/>
                  <a:ea typeface="Times New Roman"/>
                </a:rPr>
                <a:t>x</a:t>
              </a:r>
              <a:endParaRPr b="0" lang="en-US" sz="2800" strike="noStrike" u="none">
                <a:solidFill>
                  <a:srgbClr val="000000"/>
                </a:solidFill>
                <a:effectLst/>
                <a:uFillTx/>
                <a:latin typeface="Arial"/>
              </a:endParaRPr>
            </a:p>
          </p:txBody>
        </p:sp>
        <p:sp>
          <p:nvSpPr>
            <p:cNvPr id="241" name="Text Box 25"/>
            <p:cNvSpPr/>
            <p:nvPr/>
          </p:nvSpPr>
          <p:spPr>
            <a:xfrm>
              <a:off x="310320" y="3639600"/>
              <a:ext cx="528480" cy="448560"/>
            </a:xfrm>
            <a:prstGeom prst="rect">
              <a:avLst/>
            </a:prstGeom>
            <a:noFill/>
            <a:ln w="0">
              <a:noFill/>
            </a:ln>
          </p:spPr>
          <p:style>
            <a:lnRef idx="0"/>
            <a:fillRef idx="0"/>
            <a:effectRef idx="0"/>
            <a:fontRef idx="minor"/>
          </p:style>
          <p:txBody>
            <a:bodyPr lIns="90000" rIns="90000" tIns="46800" bIns="46800" anchor="t">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800" strike="noStrike" u="none">
                  <a:solidFill>
                    <a:srgbClr val="c0504d"/>
                  </a:solidFill>
                  <a:effectLst/>
                  <a:uFillTx/>
                  <a:latin typeface="Times New Roman"/>
                  <a:ea typeface="Times New Roman"/>
                </a:rPr>
                <a:t>S</a:t>
              </a:r>
              <a:endParaRPr b="0" lang="en-US" sz="2800" strike="noStrike" u="none">
                <a:solidFill>
                  <a:srgbClr val="000000"/>
                </a:solidFill>
                <a:effectLst/>
                <a:uFillTx/>
                <a:latin typeface="Arial"/>
              </a:endParaRPr>
            </a:p>
          </p:txBody>
        </p:sp>
        <p:sp>
          <p:nvSpPr>
            <p:cNvPr id="242" name="Line 26"/>
            <p:cNvSpPr/>
            <p:nvPr/>
          </p:nvSpPr>
          <p:spPr>
            <a:xfrm>
              <a:off x="517320" y="6453360"/>
              <a:ext cx="2943360" cy="1080"/>
            </a:xfrm>
            <a:prstGeom prst="line">
              <a:avLst/>
            </a:prstGeom>
            <a:ln w="9360">
              <a:solidFill>
                <a:srgbClr val="000000"/>
              </a:solidFill>
              <a:miter/>
              <a:tailEnd len="med" type="triangle" w="med"/>
            </a:ln>
          </p:spPr>
          <p:style>
            <a:lnRef idx="0"/>
            <a:fillRef idx="0"/>
            <a:effectRef idx="0"/>
            <a:fontRef idx="minor"/>
          </p:style>
          <p:txBody>
            <a:bodyPr lIns="90000" rIns="90000" tIns="-45720" bIns="-45720" anchor="t">
              <a:noAutofit/>
            </a:bodyPr>
            <a:p>
              <a:endParaRPr b="0" lang="en-US" sz="1800" strike="noStrike" u="none">
                <a:solidFill>
                  <a:srgbClr val="000000"/>
                </a:solidFill>
                <a:effectLst/>
                <a:uFillTx/>
                <a:latin typeface="Arial"/>
              </a:endParaRPr>
            </a:p>
          </p:txBody>
        </p:sp>
        <p:sp>
          <p:nvSpPr>
            <p:cNvPr id="243" name="Text Box 27"/>
            <p:cNvSpPr/>
            <p:nvPr/>
          </p:nvSpPr>
          <p:spPr>
            <a:xfrm>
              <a:off x="222120" y="6408720"/>
              <a:ext cx="727560" cy="448920"/>
            </a:xfrm>
            <a:prstGeom prst="rect">
              <a:avLst/>
            </a:prstGeom>
            <a:noFill/>
            <a:ln w="0">
              <a:noFill/>
            </a:ln>
          </p:spPr>
          <p:style>
            <a:lnRef idx="0"/>
            <a:fillRef idx="0"/>
            <a:effectRef idx="0"/>
            <a:fontRef idx="minor"/>
          </p:style>
          <p:txBody>
            <a:bodyPr lIns="90000" rIns="90000" tIns="46800" bIns="46800" anchor="t">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800" strike="noStrike" u="none">
                  <a:solidFill>
                    <a:srgbClr val="c0504d"/>
                  </a:solidFill>
                  <a:effectLst/>
                  <a:uFillTx/>
                  <a:latin typeface="Times New Roman"/>
                  <a:ea typeface="Times New Roman"/>
                </a:rPr>
                <a:t>O</a:t>
              </a:r>
              <a:endParaRPr b="0" lang="en-US" sz="2800" strike="noStrike" u="none">
                <a:solidFill>
                  <a:srgbClr val="000000"/>
                </a:solidFill>
                <a:effectLst/>
                <a:uFillTx/>
                <a:latin typeface="Arial"/>
              </a:endParaRPr>
            </a:p>
          </p:txBody>
        </p:sp>
        <p:sp>
          <p:nvSpPr>
            <p:cNvPr id="244" name="Text Box 28"/>
            <p:cNvSpPr/>
            <p:nvPr/>
          </p:nvSpPr>
          <p:spPr>
            <a:xfrm>
              <a:off x="3104280" y="6408720"/>
              <a:ext cx="478440" cy="448920"/>
            </a:xfrm>
            <a:prstGeom prst="rect">
              <a:avLst/>
            </a:prstGeom>
            <a:noFill/>
            <a:ln w="0">
              <a:noFill/>
            </a:ln>
          </p:spPr>
          <p:style>
            <a:lnRef idx="0"/>
            <a:fillRef idx="0"/>
            <a:effectRef idx="0"/>
            <a:fontRef idx="minor"/>
          </p:style>
          <p:txBody>
            <a:bodyPr lIns="90000" rIns="90000" tIns="46800" bIns="46800" anchor="t">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800" strike="noStrike" u="none">
                  <a:solidFill>
                    <a:srgbClr val="c0504d"/>
                  </a:solidFill>
                  <a:effectLst/>
                  <a:uFillTx/>
                  <a:latin typeface="Times New Roman"/>
                  <a:ea typeface="Times New Roman"/>
                </a:rPr>
                <a:t>x</a:t>
              </a:r>
              <a:endParaRPr b="0" lang="en-US" sz="2800" strike="noStrike" u="none">
                <a:solidFill>
                  <a:srgbClr val="000000"/>
                </a:solidFill>
                <a:effectLst/>
                <a:uFillTx/>
                <a:latin typeface="Arial"/>
              </a:endParaRPr>
            </a:p>
          </p:txBody>
        </p:sp>
      </p:grpSp>
      <p:sp>
        <p:nvSpPr>
          <p:cNvPr id="245" name="Text Box 30"/>
          <p:cNvSpPr/>
          <p:nvPr/>
        </p:nvSpPr>
        <p:spPr>
          <a:xfrm>
            <a:off x="0" y="965160"/>
            <a:ext cx="8940960" cy="2228760"/>
          </a:xfrm>
          <a:prstGeom prst="rect">
            <a:avLst/>
          </a:prstGeom>
          <a:noFill/>
          <a:ln w="0">
            <a:noFill/>
          </a:ln>
        </p:spPr>
        <p:style>
          <a:lnRef idx="0"/>
          <a:fillRef idx="0"/>
          <a:effectRef idx="0"/>
          <a:fontRef idx="minor"/>
        </p:style>
        <p:txBody>
          <a:bodyPr lIns="90000" rIns="90000" tIns="46800" bIns="46800" anchor="t">
            <a:spAutoFit/>
          </a:bodyPr>
          <a:p>
            <a:pPr algn="just">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800" strike="noStrike" u="none">
                <a:solidFill>
                  <a:srgbClr val="000000"/>
                </a:solidFill>
                <a:effectLst/>
                <a:uFillTx/>
                <a:latin typeface="Times New Roman"/>
                <a:ea typeface="Times New Roman"/>
              </a:rPr>
              <a:t>	</a:t>
            </a:r>
            <a:r>
              <a:rPr b="0" lang="fr-FR" sz="2800" strike="noStrike" u="none">
                <a:solidFill>
                  <a:srgbClr val="000000"/>
                </a:solidFill>
                <a:effectLst/>
                <a:uFillTx/>
                <a:latin typeface="Times New Roman"/>
                <a:ea typeface="Times New Roman"/>
              </a:rPr>
              <a:t>Un système constitué d’un fluide enfermé dans une enceinte cylindrique muni d’une paroi mobile (piston). Le mouvement du piston sous l’action des forces extérieures (forces de pression) entraîne une compression ou une dilatation du fluide.</a:t>
            </a:r>
            <a:endParaRPr b="0" lang="en-US" sz="2800" strike="noStrike" u="none">
              <a:solidFill>
                <a:srgbClr val="000000"/>
              </a:solidFill>
              <a:effectLst/>
              <a:uFillTx/>
              <a:latin typeface="Arial"/>
            </a:endParaRPr>
          </a:p>
        </p:txBody>
      </p:sp>
      <p:sp>
        <p:nvSpPr>
          <p:cNvPr id="246" name="Text Box 31"/>
          <p:cNvSpPr/>
          <p:nvPr/>
        </p:nvSpPr>
        <p:spPr>
          <a:xfrm>
            <a:off x="3619440" y="3238560"/>
            <a:ext cx="5524560" cy="2228760"/>
          </a:xfrm>
          <a:prstGeom prst="rect">
            <a:avLst/>
          </a:prstGeom>
          <a:noFill/>
          <a:ln w="0">
            <a:noFill/>
          </a:ln>
        </p:spPr>
        <p:style>
          <a:lnRef idx="0"/>
          <a:fillRef idx="0"/>
          <a:effectRef idx="0"/>
          <a:fontRef idx="minor"/>
        </p:style>
        <p:txBody>
          <a:bodyPr lIns="90000" rIns="90000" tIns="46800" bIns="46800" anchor="t">
            <a:spAutoFit/>
          </a:bodyPr>
          <a:p>
            <a:pPr algn="just">
              <a:lnSpc>
                <a:spcPct val="100000"/>
              </a:lnSpc>
              <a:spcBef>
                <a:spcPts val="174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800" strike="noStrike" u="none">
                <a:solidFill>
                  <a:srgbClr val="c00000"/>
                </a:solidFill>
                <a:effectLst/>
                <a:uFillTx/>
                <a:latin typeface="Times New Roman"/>
                <a:ea typeface="Times New Roman"/>
              </a:rPr>
              <a:t>Le travail élémentaire </a:t>
            </a:r>
            <a:r>
              <a:rPr b="0" lang="fr-FR" sz="2800" strike="noStrike" u="none">
                <a:solidFill>
                  <a:srgbClr val="c00000"/>
                </a:solidFill>
                <a:effectLst/>
                <a:uFillTx/>
                <a:latin typeface="Symbol"/>
                <a:ea typeface="Symbol"/>
              </a:rPr>
              <a:t></a:t>
            </a:r>
            <a:r>
              <a:rPr b="0" i="1" lang="fr-FR" sz="2800" strike="noStrike" u="none">
                <a:solidFill>
                  <a:srgbClr val="c00000"/>
                </a:solidFill>
                <a:effectLst/>
                <a:uFillTx/>
                <a:latin typeface="Times New Roman"/>
                <a:ea typeface="Times New Roman"/>
              </a:rPr>
              <a:t>W</a:t>
            </a:r>
            <a:r>
              <a:rPr b="0" lang="fr-FR" sz="2800" strike="noStrike" u="none">
                <a:solidFill>
                  <a:srgbClr val="c00000"/>
                </a:solidFill>
                <a:effectLst/>
                <a:uFillTx/>
                <a:latin typeface="Times New Roman"/>
                <a:ea typeface="Times New Roman"/>
              </a:rPr>
              <a:t> de la résultante </a:t>
            </a:r>
            <a:r>
              <a:rPr b="0" i="1" lang="fr-FR" sz="2800" strike="noStrike" u="none">
                <a:solidFill>
                  <a:srgbClr val="c00000"/>
                </a:solidFill>
                <a:effectLst/>
                <a:uFillTx/>
                <a:latin typeface="Times New Roman"/>
                <a:ea typeface="Times New Roman"/>
              </a:rPr>
              <a:t>F</a:t>
            </a:r>
            <a:r>
              <a:rPr b="0" lang="fr-FR" sz="1800" strike="noStrike" u="none">
                <a:solidFill>
                  <a:srgbClr val="c00000"/>
                </a:solidFill>
                <a:effectLst/>
                <a:uFillTx/>
                <a:latin typeface="Times New Roman"/>
                <a:ea typeface="Times New Roman"/>
              </a:rPr>
              <a:t>ext</a:t>
            </a:r>
            <a:r>
              <a:rPr b="0" lang="fr-FR" sz="2800" strike="noStrike" u="none">
                <a:solidFill>
                  <a:srgbClr val="c00000"/>
                </a:solidFill>
                <a:effectLst/>
                <a:uFillTx/>
                <a:latin typeface="Times New Roman"/>
                <a:ea typeface="Times New Roman"/>
              </a:rPr>
              <a:t>, des forces extérieures, au cours d’un déplacement d</a:t>
            </a:r>
            <a:r>
              <a:rPr b="0" i="1" lang="fr-FR" sz="2800" strike="noStrike" u="none">
                <a:solidFill>
                  <a:srgbClr val="c00000"/>
                </a:solidFill>
                <a:effectLst/>
                <a:uFillTx/>
                <a:latin typeface="Times New Roman"/>
                <a:ea typeface="Times New Roman"/>
              </a:rPr>
              <a:t>x</a:t>
            </a:r>
            <a:r>
              <a:rPr b="0" lang="fr-FR" sz="2800" strike="noStrike" u="none">
                <a:solidFill>
                  <a:srgbClr val="c00000"/>
                </a:solidFill>
                <a:effectLst/>
                <a:uFillTx/>
                <a:latin typeface="Times New Roman"/>
                <a:ea typeface="Times New Roman"/>
              </a:rPr>
              <a:t> du piston s’écrit en négligeant les frottements du piston sur les parois: </a:t>
            </a:r>
            <a:endParaRPr b="0" lang="en-US" sz="2800" strike="noStrike" u="none">
              <a:solidFill>
                <a:srgbClr val="000000"/>
              </a:solidFill>
              <a:effectLst/>
              <a:uFillTx/>
              <a:latin typeface="Arial"/>
            </a:endParaRPr>
          </a:p>
        </p:txBody>
      </p:sp>
      <p:sp>
        <p:nvSpPr>
          <p:cNvPr id="247" name="Rectangle 34"/>
          <p:cNvSpPr/>
          <p:nvPr/>
        </p:nvSpPr>
        <p:spPr>
          <a:xfrm>
            <a:off x="4230720" y="3534840"/>
            <a:ext cx="247320" cy="261720"/>
          </a:xfrm>
          <a:prstGeom prst="rect">
            <a:avLst/>
          </a:prstGeom>
          <a:noFill/>
          <a:ln w="0">
            <a:noFill/>
          </a:ln>
        </p:spPr>
        <p:style>
          <a:lnRef idx="0"/>
          <a:fillRef idx="0"/>
          <a:effectRef idx="0"/>
          <a:fontRef idx="minor"/>
        </p:style>
        <p:txBody>
          <a:bodyPr wrap="none" lIns="90000" rIns="90000" tIns="46800" bIns="46800" anchor="ctr">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000" strike="noStrike" u="none">
                <a:solidFill>
                  <a:srgbClr val="000000"/>
                </a:solidFill>
                <a:effectLst/>
                <a:uFillTx/>
                <a:latin typeface="Times New Roman"/>
                <a:ea typeface="Times New Roman"/>
              </a:rPr>
              <a:t> </a:t>
            </a:r>
            <a:r>
              <a:rPr b="0" lang="fr-FR" sz="1100" strike="noStrike" u="none">
                <a:solidFill>
                  <a:srgbClr val="000000"/>
                </a:solidFill>
                <a:effectLst/>
                <a:uFillTx/>
                <a:latin typeface="Times New Roman"/>
                <a:ea typeface="Times New Roman"/>
              </a:rPr>
              <a:t> </a:t>
            </a:r>
            <a:endParaRPr b="0" lang="en-US" sz="1100" strike="noStrike" u="none">
              <a:solidFill>
                <a:srgbClr val="000000"/>
              </a:solidFill>
              <a:effectLst/>
              <a:uFillTx/>
              <a:latin typeface="Arial"/>
            </a:endParaRPr>
          </a:p>
        </p:txBody>
      </p:sp>
      <p:sp>
        <p:nvSpPr>
          <p:cNvPr id="248" name="Rectangle 4"/>
          <p:cNvSpPr/>
          <p:nvPr/>
        </p:nvSpPr>
        <p:spPr>
          <a:xfrm>
            <a:off x="0" y="0"/>
            <a:ext cx="9144000" cy="571680"/>
          </a:xfrm>
          <a:prstGeom prst="rect">
            <a:avLst/>
          </a:prstGeom>
          <a:solidFill>
            <a:srgbClr val="4f81bd"/>
          </a:solidFill>
          <a:ln w="0">
            <a:noFill/>
          </a:ln>
        </p:spPr>
        <p:style>
          <a:lnRef idx="0"/>
          <a:fillRef idx="0"/>
          <a:effectRef idx="0"/>
          <a:fontRef idx="minor"/>
        </p:style>
        <p:txBody>
          <a:bodyPr lIns="90000" rIns="90000" tIns="46800" bIns="46800" anchor="b" anchorCtr="1">
            <a:noAutofit/>
          </a:bodyPr>
          <a:p>
            <a:pPr>
              <a:lnSpc>
                <a:spcPct val="15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800" strike="noStrike" u="none">
                <a:solidFill>
                  <a:srgbClr val="cc3300"/>
                </a:solidFill>
                <a:effectLst/>
                <a:uFillTx/>
                <a:latin typeface="Times New Roman"/>
                <a:ea typeface="Times New Roman"/>
              </a:rPr>
              <a:t>Séance 3 : </a:t>
            </a:r>
            <a:r>
              <a:rPr b="1" lang="fr-FR" sz="2800" strike="noStrike" u="none">
                <a:solidFill>
                  <a:srgbClr val="cc3300"/>
                </a:solidFill>
                <a:effectLst/>
                <a:uFillTx/>
                <a:latin typeface="Times New Roman"/>
                <a:ea typeface="Times New Roman"/>
              </a:rPr>
              <a:t>QUANTITE DE CHALEUR ET TRAVAIL</a:t>
            </a:r>
            <a:endParaRPr b="0" lang="en-US" sz="2800" strike="noStrike" u="none">
              <a:solidFill>
                <a:srgbClr val="000000"/>
              </a:solidFill>
              <a:effectLst/>
              <a:uFillTx/>
              <a:latin typeface="Arial"/>
            </a:endParaRPr>
          </a:p>
        </p:txBody>
      </p:sp>
      <p:sp>
        <p:nvSpPr>
          <p:cNvPr id="249" name="Rectangle 35"/>
          <p:cNvSpPr/>
          <p:nvPr/>
        </p:nvSpPr>
        <p:spPr>
          <a:xfrm>
            <a:off x="0" y="0"/>
            <a:ext cx="9144000" cy="360"/>
          </a:xfrm>
          <a:prstGeom prst="rect">
            <a:avLst/>
          </a:prstGeom>
          <a:noFill/>
          <a:ln w="0">
            <a:noFill/>
          </a:ln>
        </p:spPr>
        <p:style>
          <a:lnRef idx="0"/>
          <a:fillRef idx="0"/>
          <a:effectRef idx="0"/>
          <a:fontRef idx="minor"/>
        </p:style>
        <p:txBody>
          <a:bodyPr wrap="none" lIns="90000" rIns="90000" tIns="-46440" bIns="-46440" anchor="ctr">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trike="noStrike" u="none">
              <a:solidFill>
                <a:srgbClr val="000000"/>
              </a:solidFill>
              <a:effectLst/>
              <a:uFillTx/>
              <a:latin typeface="Arial"/>
            </a:endParaRPr>
          </a:p>
        </p:txBody>
      </p:sp>
      <mc:AlternateContent>
        <mc:Choice xmlns:a14="http://schemas.microsoft.com/office/drawing/2010/main" Requires="a14">
          <p:sp>
            <p:nvSpPr>
              <p:cNvPr id="250" name="Object 34"/>
              <p:cNvSpPr txBox="1"/>
              <p:nvPr/>
            </p:nvSpPr>
            <p:spPr>
              <a:xfrm>
                <a:off x="4643280" y="5572080"/>
                <a:ext cx="2659320" cy="714600"/>
              </a:xfrm>
              <a:prstGeom prst="rect">
                <a:avLst/>
              </a:prstGeom>
            </p:spPr>
            <p:txBody>
              <a:bodyPr/>
              <a:p>
                <a14:m>
                  <m:oMath xmlns:m="http://schemas.openxmlformats.org/officeDocument/2006/math">
                    <m:r>
                      <m:t xml:space="preserve">δW</m:t>
                    </m:r>
                    <m:r>
                      <m:t xml:space="preserve">=</m:t>
                    </m:r>
                    <m:acc>
                      <m:accPr>
                        <m:chr m:val="⃗"/>
                      </m:accPr>
                      <m:e>
                        <m:sSub>
                          <m:e>
                            <m:r>
                              <m:t xml:space="preserve">F</m:t>
                            </m:r>
                          </m:e>
                          <m:sub>
                            <m:r>
                              <m:rPr>
                                <m:lit/>
                                <m:nor/>
                              </m:rPr>
                              <m:t xml:space="preserve">ext</m:t>
                            </m:r>
                          </m:sub>
                        </m:sSub>
                      </m:e>
                    </m:acc>
                    <m:r>
                      <m:rPr>
                        <m:lit/>
                        <m:nor/>
                      </m:rPr>
                      <m:t xml:space="preserve">.</m:t>
                    </m:r>
                    <m:acc>
                      <m:accPr>
                        <m:chr m:val="⃗"/>
                      </m:accPr>
                      <m:e>
                        <m:r>
                          <m:rPr>
                            <m:lit/>
                            <m:nor/>
                          </m:rPr>
                          <m:t xml:space="preserve">dx</m:t>
                        </m:r>
                      </m:e>
                    </m:acc>
                  </m:oMath>
                </a14:m>
              </a:p>
            </p:txBody>
          </p:sp>
        </mc:Choice>
        <mc:Fallback>
          <p:sp>
            <p:nvSpPr>
              <p:cNvPr id="250" name="Object 34"/>
              <p:cNvSpPr txBox="1"/>
              <p:nvPr/>
            </p:nvSpPr>
            <p:spPr>
              <a:xfrm>
                <a:off x="4643280" y="5572080"/>
                <a:ext cx="2659320" cy="714600"/>
              </a:xfrm>
              <a:prstGeom prst="rect">
                <a:avLst/>
              </a:prstGeom>
              <a:blipFill>
                <a:blip r:embed="rId1"/>
                <a:stretch>
                  <a:fillRect/>
                </a:stretch>
              </a:blipFill>
            </p:spPr>
          </p:sp>
        </mc:Fallback>
      </mc:AlternateContent>
    </p:spTree>
  </p:cSld>
  <mc:AlternateContent>
    <mc:Choice Requires="p14">
      <p:transition spd="slow" p14:dur="2000"/>
    </mc:Choice>
    <mc:Fallback>
      <p:transition spd="slow"/>
    </mc:Fallback>
  </mc:AlternateContent>
  <p:timing>
    <p:tnLst>
      <p:par>
        <p:cTn id="940" dur="indefinite" restart="never" nodeType="tmRoot">
          <p:childTnLst>
            <p:seq>
              <p:cTn id="941" dur="indefinite" nodeType="mainSeq">
                <p:childTnLst>
                  <p:par>
                    <p:cTn id="942" nodeType="clickEffect" fill="hold">
                      <p:stCondLst>
                        <p:cond delay="indefinite"/>
                      </p:stCondLst>
                      <p:childTnLst>
                        <p:par>
                          <p:cTn id="943" nodeType="withEffect" fill="hold">
                            <p:stCondLst>
                              <p:cond delay="0"/>
                            </p:stCondLst>
                            <p:childTnLst>
                              <p:par>
                                <p:cTn id="944" nodeType="clickEffect" fill="hold" presetClass="entr" presetID="1">
                                  <p:stCondLst>
                                    <p:cond delay="0"/>
                                  </p:stCondLst>
                                  <p:childTnLst>
                                    <p:set>
                                      <p:cBhvr>
                                        <p:cTn id="945" dur="1" fill="hold">
                                          <p:stCondLst>
                                            <p:cond delay="499"/>
                                          </p:stCondLst>
                                        </p:cTn>
                                        <p:tgtEl>
                                          <p:spTgt spid="219"/>
                                        </p:tgtEl>
                                        <p:attrNameLst>
                                          <p:attrName>style.visibility</p:attrName>
                                        </p:attrNameLst>
                                      </p:cBhvr>
                                      <p:to>
                                        <p:strVal val="visible"/>
                                      </p:to>
                                    </p:set>
                                  </p:childTnLst>
                                </p:cTn>
                              </p:par>
                            </p:childTnLst>
                          </p:cTn>
                        </p:par>
                      </p:childTnLst>
                    </p:cTn>
                  </p:par>
                  <p:par>
                    <p:cTn id="946" nodeType="clickEffect" fill="hold">
                      <p:stCondLst>
                        <p:cond delay="indefinite"/>
                      </p:stCondLst>
                      <p:childTnLst>
                        <p:par>
                          <p:cTn id="947" nodeType="withEffect" fill="hold">
                            <p:stCondLst>
                              <p:cond delay="0"/>
                            </p:stCondLst>
                            <p:childTnLst>
                              <p:par>
                                <p:cTn id="948" nodeType="clickEffect" fill="hold" presetClass="entr" presetID="1">
                                  <p:stCondLst>
                                    <p:cond delay="0"/>
                                  </p:stCondLst>
                                  <p:iterate type="lt">
                                    <p:tmAbs val="0.0562500022351742"/>
                                  </p:iterate>
                                  <p:childTnLst>
                                    <p:set>
                                      <p:cBhvr>
                                        <p:cTn id="949" dur="1" fill="hold">
                                          <p:stCondLst>
                                            <p:cond delay="74"/>
                                          </p:stCondLst>
                                        </p:cTn>
                                        <p:tgtEl>
                                          <p:spTgt spid="245"/>
                                        </p:tgtEl>
                                        <p:attrNameLst>
                                          <p:attrName>style.visibility</p:attrName>
                                        </p:attrNameLst>
                                      </p:cBhvr>
                                      <p:to>
                                        <p:strVal val="visible"/>
                                      </p:to>
                                    </p:set>
                                  </p:childTnLst>
                                </p:cTn>
                              </p:par>
                            </p:childTnLst>
                          </p:cTn>
                        </p:par>
                      </p:childTnLst>
                    </p:cTn>
                  </p:par>
                  <p:par>
                    <p:cTn id="950" nodeType="clickEffect" fill="hold">
                      <p:stCondLst>
                        <p:cond delay="indefinite"/>
                      </p:stCondLst>
                      <p:childTnLst>
                        <p:par>
                          <p:cTn id="951" nodeType="withEffect" fill="hold">
                            <p:stCondLst>
                              <p:cond delay="0"/>
                            </p:stCondLst>
                            <p:childTnLst>
                              <p:par>
                                <p:cTn id="952" nodeType="clickEffect" fill="hold" presetClass="entr" presetID="1">
                                  <p:stCondLst>
                                    <p:cond delay="0"/>
                                  </p:stCondLst>
                                  <p:childTnLst>
                                    <p:set>
                                      <p:cBhvr>
                                        <p:cTn id="953" dur="1" fill="hold">
                                          <p:stCondLst>
                                            <p:cond delay="499"/>
                                          </p:stCondLst>
                                        </p:cTn>
                                        <p:tgtEl>
                                          <p:spTgt spid="218"/>
                                        </p:tgtEl>
                                        <p:attrNameLst>
                                          <p:attrName>style.visibility</p:attrName>
                                        </p:attrNameLst>
                                      </p:cBhvr>
                                      <p:to>
                                        <p:strVal val="visible"/>
                                      </p:to>
                                    </p:set>
                                  </p:childTnLst>
                                </p:cTn>
                              </p:par>
                            </p:childTnLst>
                          </p:cTn>
                        </p:par>
                        <p:par>
                          <p:cTn id="954" nodeType="afterEffect" fill="hold">
                            <p:stCondLst>
                              <p:cond delay="500"/>
                            </p:stCondLst>
                            <p:childTnLst>
                              <p:par>
                                <p:cTn id="955" nodeType="afterEffect" fill="hold" presetClass="entr" presetID="1">
                                  <p:stCondLst>
                                    <p:cond delay="0"/>
                                  </p:stCondLst>
                                  <p:childTnLst>
                                    <p:set>
                                      <p:cBhvr>
                                        <p:cTn id="956" dur="1" fill="hold">
                                          <p:stCondLst>
                                            <p:cond delay="499"/>
                                          </p:stCondLst>
                                        </p:cTn>
                                        <p:tgtEl>
                                          <p:spTgt spid="220"/>
                                        </p:tgtEl>
                                        <p:attrNameLst>
                                          <p:attrName>style.visibility</p:attrName>
                                        </p:attrNameLst>
                                      </p:cBhvr>
                                      <p:to>
                                        <p:strVal val="visible"/>
                                      </p:to>
                                    </p:set>
                                  </p:childTnLst>
                                </p:cTn>
                              </p:par>
                            </p:childTnLst>
                          </p:cTn>
                        </p:par>
                      </p:childTnLst>
                    </p:cTn>
                  </p:par>
                  <p:par>
                    <p:cTn id="957" nodeType="clickEffect" fill="hold">
                      <p:stCondLst>
                        <p:cond delay="indefinite"/>
                      </p:stCondLst>
                      <p:childTnLst>
                        <p:par>
                          <p:cTn id="958" nodeType="withEffect" fill="hold">
                            <p:stCondLst>
                              <p:cond delay="0"/>
                            </p:stCondLst>
                            <p:childTnLst>
                              <p:par>
                                <p:cTn id="959" nodeType="clickEffect" fill="hold" presetClass="entr" presetID="1">
                                  <p:stCondLst>
                                    <p:cond delay="0"/>
                                  </p:stCondLst>
                                  <p:iterate type="lt">
                                    <p:tmAbs val="0.0562500022351742"/>
                                  </p:iterate>
                                  <p:childTnLst>
                                    <p:set>
                                      <p:cBhvr>
                                        <p:cTn id="960" dur="1" fill="hold">
                                          <p:stCondLst>
                                            <p:cond delay="74"/>
                                          </p:stCondLst>
                                        </p:cTn>
                                        <p:tgtEl>
                                          <p:spTgt spid="246"/>
                                        </p:tgtEl>
                                        <p:attrNameLst>
                                          <p:attrName>style.visibility</p:attrName>
                                        </p:attrNameLst>
                                      </p:cBhvr>
                                      <p:to>
                                        <p:strVal val="visible"/>
                                      </p:to>
                                    </p:set>
                                  </p:childTnLst>
                                </p:cTn>
                              </p:par>
                            </p:childTnLst>
                          </p:cTn>
                        </p:par>
                      </p:childTnLst>
                    </p:cTn>
                  </p:par>
                  <p:par>
                    <p:cTn id="961" nodeType="clickEffect" fill="hold">
                      <p:stCondLst>
                        <p:cond delay="indefinite"/>
                      </p:stCondLst>
                      <p:childTnLst>
                        <p:par>
                          <p:cTn id="962" nodeType="withEffect" fill="hold">
                            <p:stCondLst>
                              <p:cond delay="0"/>
                            </p:stCondLst>
                            <p:childTnLst>
                              <p:par>
                                <p:cTn id="963" nodeType="clickEffect" fill="hold" presetClass="entr" presetID="29">
                                  <p:stCondLst>
                                    <p:cond delay="0"/>
                                  </p:stCondLst>
                                  <p:childTnLst>
                                    <p:set>
                                      <p:cBhvr>
                                        <p:cTn id="964" dur="1" fill="hold">
                                          <p:stCondLst>
                                            <p:cond delay="0"/>
                                          </p:stCondLst>
                                        </p:cTn>
                                        <p:tgtEl>
                                          <p:spTgt spid="250"/>
                                        </p:tgtEl>
                                        <p:attrNameLst>
                                          <p:attrName>style.visibility</p:attrName>
                                        </p:attrNameLst>
                                      </p:cBhvr>
                                      <p:to>
                                        <p:strVal val="visible"/>
                                      </p:to>
                                    </p:set>
                                    <p:anim calcmode="lin" valueType="num">
                                      <p:cBhvr additive="repl">
                                        <p:cTn id="965" dur="1000" fill="hold"/>
                                        <p:tgtEl>
                                          <p:spTgt spid="250"/>
                                        </p:tgtEl>
                                        <p:attrNameLst>
                                          <p:attrName>ppt_x</p:attrName>
                                        </p:attrNameLst>
                                      </p:cBhvr>
                                      <p:tavLst>
                                        <p:tav tm="0">
                                          <p:val>
                                            <p:strVal val="#ppt_x-.2"/>
                                          </p:val>
                                        </p:tav>
                                        <p:tav tm="100000">
                                          <p:val>
                                            <p:strVal val="#ppt_x"/>
                                          </p:val>
                                        </p:tav>
                                      </p:tavLst>
                                    </p:anim>
                                    <p:anim calcmode="lin" valueType="num">
                                      <p:cBhvr additive="repl">
                                        <p:cTn id="966" dur="1000" fill="hold"/>
                                        <p:tgtEl>
                                          <p:spTgt spid="250"/>
                                        </p:tgtEl>
                                        <p:attrNameLst>
                                          <p:attrName>ppt_y</p:attrName>
                                        </p:attrNameLst>
                                      </p:cBhvr>
                                      <p:tavLst>
                                        <p:tav tm="0">
                                          <p:val>
                                            <p:strVal val="#ppt_y"/>
                                          </p:val>
                                        </p:tav>
                                        <p:tav tm="100000">
                                          <p:val>
                                            <p:strVal val="#ppt_y"/>
                                          </p:val>
                                        </p:tav>
                                      </p:tavLst>
                                    </p:anim>
                                    <p:animEffect filter="wipe(right)" transition="in">
                                      <p:cBhvr additive="repl">
                                        <p:cTn id="967" dur="1000"/>
                                        <p:tgtEl>
                                          <p:spTgt spid="25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1" name="Rectangle 4"/>
          <p:cNvSpPr/>
          <p:nvPr/>
        </p:nvSpPr>
        <p:spPr>
          <a:xfrm>
            <a:off x="3619800" y="875520"/>
            <a:ext cx="2488320" cy="520920"/>
          </a:xfrm>
          <a:prstGeom prst="rect">
            <a:avLst/>
          </a:prstGeom>
          <a:noFill/>
          <a:ln w="0">
            <a:noFill/>
          </a:ln>
        </p:spPr>
        <p:style>
          <a:lnRef idx="0"/>
          <a:fillRef idx="0"/>
          <a:effectRef idx="0"/>
          <a:fontRef idx="minor"/>
        </p:style>
        <p:txBody>
          <a:bodyPr wrap="none" lIns="90000" rIns="90000" tIns="46800" bIns="46800" anchor="ctr">
            <a:sp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800" strike="noStrike" u="none">
                <a:solidFill>
                  <a:srgbClr val="000000"/>
                </a:solidFill>
                <a:effectLst/>
                <a:uFillTx/>
                <a:latin typeface="Times New Roman"/>
                <a:ea typeface="Times New Roman"/>
              </a:rPr>
              <a:t>en introduisant :</a:t>
            </a:r>
            <a:endParaRPr b="0" lang="en-US" sz="2800" strike="noStrike" u="none">
              <a:solidFill>
                <a:srgbClr val="000000"/>
              </a:solidFill>
              <a:effectLst/>
              <a:uFillTx/>
              <a:latin typeface="Arial"/>
            </a:endParaRPr>
          </a:p>
        </p:txBody>
      </p:sp>
      <p:sp>
        <p:nvSpPr>
          <p:cNvPr id="252" name="Rectangle 6"/>
          <p:cNvSpPr/>
          <p:nvPr/>
        </p:nvSpPr>
        <p:spPr>
          <a:xfrm>
            <a:off x="190440" y="762120"/>
            <a:ext cx="3327480" cy="3593880"/>
          </a:xfrm>
          <a:prstGeom prst="rect">
            <a:avLst/>
          </a:prstGeom>
          <a:solidFill>
            <a:srgbClr val="ccff99"/>
          </a:solidFill>
          <a:ln w="9360">
            <a:solidFill>
              <a:srgbClr val="000000"/>
            </a:solidFill>
            <a:miter/>
          </a:ln>
        </p:spPr>
        <p:style>
          <a:lnRef idx="0"/>
          <a:fillRef idx="0"/>
          <a:effectRef idx="0"/>
          <a:fontRef idx="minor"/>
        </p:style>
        <p:txBody>
          <a:bodyPr wrap="none" lIns="90000" rIns="90000" tIns="46800" bIns="46800" anchor="ctr">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trike="noStrike" u="none">
              <a:solidFill>
                <a:srgbClr val="000000"/>
              </a:solidFill>
              <a:effectLst/>
              <a:uFillTx/>
              <a:latin typeface="Arial"/>
            </a:endParaRPr>
          </a:p>
        </p:txBody>
      </p:sp>
      <p:grpSp>
        <p:nvGrpSpPr>
          <p:cNvPr id="253" name="Group 7"/>
          <p:cNvGrpSpPr/>
          <p:nvPr/>
        </p:nvGrpSpPr>
        <p:grpSpPr>
          <a:xfrm>
            <a:off x="298440" y="857160"/>
            <a:ext cx="3360600" cy="3511800"/>
            <a:chOff x="298440" y="857160"/>
            <a:chExt cx="3360600" cy="3511800"/>
          </a:xfrm>
        </p:grpSpPr>
        <p:sp>
          <p:nvSpPr>
            <p:cNvPr id="254" name="AutoShape 8"/>
            <p:cNvSpPr/>
            <p:nvPr/>
          </p:nvSpPr>
          <p:spPr>
            <a:xfrm>
              <a:off x="298440" y="857160"/>
              <a:ext cx="3360600" cy="3511800"/>
            </a:xfrm>
            <a:prstGeom prst="rect">
              <a:avLst/>
            </a:prstGeom>
            <a:noFill/>
            <a:ln w="0">
              <a:noFill/>
            </a:ln>
          </p:spPr>
          <p:style>
            <a:lnRef idx="0"/>
            <a:fillRef idx="0"/>
            <a:effectRef idx="0"/>
            <a:fontRef idx="minor"/>
          </p:style>
          <p:txBody>
            <a:bodyPr lIns="90000" rIns="90000" tIns="46800" bIns="46800" anchor="t">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trike="noStrike" u="none">
                <a:solidFill>
                  <a:srgbClr val="000000"/>
                </a:solidFill>
                <a:effectLst/>
                <a:uFillTx/>
                <a:latin typeface="Arial"/>
              </a:endParaRPr>
            </a:p>
          </p:txBody>
        </p:sp>
        <p:sp>
          <p:nvSpPr>
            <p:cNvPr id="255" name="Freeform 9"/>
            <p:cNvSpPr/>
            <p:nvPr/>
          </p:nvSpPr>
          <p:spPr>
            <a:xfrm rot="5400000">
              <a:off x="524160" y="2139840"/>
              <a:ext cx="980280" cy="1005120"/>
            </a:xfrm>
            <a:custGeom>
              <a:avLst/>
              <a:gdLst>
                <a:gd name="textAreaLeft" fmla="*/ 0 w 980280"/>
                <a:gd name="textAreaRight" fmla="*/ 980640 w 980280"/>
                <a:gd name="textAreaTop" fmla="*/ 0 h 1005120"/>
                <a:gd name="textAreaBottom" fmla="*/ 1005480 h 1005120"/>
                <a:gd name="GluePoint1X" fmla="*/ 0 w 1238"/>
                <a:gd name="GluePoint1Y" fmla="*/ 0 h 1818"/>
                <a:gd name="GluePoint2X" fmla="*/ 1 w 1238"/>
                <a:gd name="GluePoint2Y" fmla="*/ 0 h 1818"/>
                <a:gd name="GluePoint3X" fmla="*/ 1 w 1238"/>
                <a:gd name="GluePoint3Y" fmla="*/ 0 h 1818"/>
                <a:gd name="GluePoint4X" fmla="*/ 1 w 1238"/>
                <a:gd name="GluePoint4Y" fmla="*/ 0 h 1818"/>
                <a:gd name="GluePoint5X" fmla="*/ 1 w 1238"/>
                <a:gd name="GluePoint5Y" fmla="*/ 0 h 1818"/>
                <a:gd name="GluePoint6X" fmla="*/ 1 w 1238"/>
                <a:gd name="GluePoint6Y" fmla="*/ 0 h 1818"/>
                <a:gd name="GluePoint7X" fmla="*/ 1 w 1238"/>
                <a:gd name="GluePoint7Y" fmla="*/ 0 h 1818"/>
                <a:gd name="GluePoint8X" fmla="*/ 1 w 1238"/>
                <a:gd name="GluePoint8Y" fmla="*/ 0 h 1818"/>
                <a:gd name="GluePoint9X" fmla="*/ 1 w 1238"/>
                <a:gd name="GluePoint9Y" fmla="*/ 0 h 1818"/>
                <a:gd name="GluePoint10X" fmla="*/ 1 w 1238"/>
                <a:gd name="GluePoint10Y" fmla="*/ 0 h 1818"/>
                <a:gd name="GluePoint11X" fmla="*/ 1 w 1238"/>
                <a:gd name="GluePoint11Y" fmla="*/ 0 h 1818"/>
                <a:gd name="GluePoint12X" fmla="*/ 1 w 1238"/>
                <a:gd name="GluePoint12Y" fmla="*/ 0 h 1818"/>
                <a:gd name="GluePoint13X" fmla="*/ 1 w 1238"/>
                <a:gd name="GluePoint13Y" fmla="*/ 0 h 1818"/>
                <a:gd name="GluePoint14X" fmla="*/ 1 w 1238"/>
                <a:gd name="GluePoint14Y" fmla="*/ 0 h 1818"/>
                <a:gd name="GluePoint15X" fmla="*/ 1 w 1238"/>
                <a:gd name="GluePoint15Y" fmla="*/ 0 h 1818"/>
                <a:gd name="GluePoint16X" fmla="*/ 1 w 1238"/>
                <a:gd name="GluePoint16Y" fmla="*/ 0 h 1818"/>
                <a:gd name="GluePoint17X" fmla="*/ 1 w 1238"/>
                <a:gd name="GluePoint17Y" fmla="*/ 0 h 1818"/>
                <a:gd name="GluePoint18X" fmla="*/ 1 w 1238"/>
                <a:gd name="GluePoint18Y" fmla="*/ 0 h 1818"/>
                <a:gd name="GluePoint19X" fmla="*/ 1 w 1238"/>
                <a:gd name="GluePoint19Y" fmla="*/ 0 h 1818"/>
                <a:gd name="GluePoint20X" fmla="*/ 1 w 1238"/>
                <a:gd name="GluePoint20Y" fmla="*/ 0 h 1818"/>
                <a:gd name="GluePoint21X" fmla="*/ 1 w 1238"/>
                <a:gd name="GluePoint21Y" fmla="*/ 0 h 1818"/>
                <a:gd name="GluePoint22X" fmla="*/ 1 w 1238"/>
                <a:gd name="GluePoint22Y" fmla="*/ 0 h 1818"/>
                <a:gd name="GluePoint23X" fmla="*/ 1 w 1238"/>
                <a:gd name="GluePoint23Y" fmla="*/ 0 h 1818"/>
                <a:gd name="GluePoint24X" fmla="*/ 1 w 1238"/>
                <a:gd name="GluePoint24Y" fmla="*/ 0 h 1818"/>
                <a:gd name="GluePoint25X" fmla="*/ 1 w 1238"/>
                <a:gd name="GluePoint25Y" fmla="*/ 0 h 1818"/>
                <a:gd name="GluePoint26X" fmla="*/ 1 w 1238"/>
                <a:gd name="GluePoint26Y" fmla="*/ 0 h 1818"/>
                <a:gd name="GluePoint27X" fmla="*/ 1 w 1238"/>
                <a:gd name="GluePoint27Y" fmla="*/ 0 h 1818"/>
                <a:gd name="GluePoint28X" fmla="*/ 0 w 1238"/>
                <a:gd name="GluePoint28Y" fmla="*/ 0 h 1818"/>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 ang="0">
                  <a:pos x="GluePoint28X" y="GluePoint28Y"/>
                </a:cxn>
              </a:cxnLst>
              <a:rect l="textAreaLeft" t="textAreaTop" r="textAreaRight" b="textAreaBottom"/>
              <a:pathLst>
                <a:path w="1238" h="1818">
                  <a:moveTo>
                    <a:pt x="0" y="1654"/>
                  </a:moveTo>
                  <a:lnTo>
                    <a:pt x="46" y="1716"/>
                  </a:lnTo>
                  <a:lnTo>
                    <a:pt x="124" y="1749"/>
                  </a:lnTo>
                  <a:lnTo>
                    <a:pt x="220" y="1779"/>
                  </a:lnTo>
                  <a:lnTo>
                    <a:pt x="340" y="1800"/>
                  </a:lnTo>
                  <a:lnTo>
                    <a:pt x="472" y="1815"/>
                  </a:lnTo>
                  <a:lnTo>
                    <a:pt x="577" y="1818"/>
                  </a:lnTo>
                  <a:lnTo>
                    <a:pt x="691" y="1815"/>
                  </a:lnTo>
                  <a:lnTo>
                    <a:pt x="817" y="1812"/>
                  </a:lnTo>
                  <a:lnTo>
                    <a:pt x="931" y="1803"/>
                  </a:lnTo>
                  <a:lnTo>
                    <a:pt x="1045" y="1776"/>
                  </a:lnTo>
                  <a:lnTo>
                    <a:pt x="1138" y="1743"/>
                  </a:lnTo>
                  <a:lnTo>
                    <a:pt x="1215" y="1691"/>
                  </a:lnTo>
                  <a:lnTo>
                    <a:pt x="1238" y="1641"/>
                  </a:lnTo>
                  <a:lnTo>
                    <a:pt x="1229" y="185"/>
                  </a:lnTo>
                  <a:lnTo>
                    <a:pt x="1174" y="118"/>
                  </a:lnTo>
                  <a:lnTo>
                    <a:pt x="1073" y="68"/>
                  </a:lnTo>
                  <a:lnTo>
                    <a:pt x="992" y="44"/>
                  </a:lnTo>
                  <a:lnTo>
                    <a:pt x="885" y="19"/>
                  </a:lnTo>
                  <a:lnTo>
                    <a:pt x="767" y="7"/>
                  </a:lnTo>
                  <a:lnTo>
                    <a:pt x="664" y="0"/>
                  </a:lnTo>
                  <a:lnTo>
                    <a:pt x="528" y="0"/>
                  </a:lnTo>
                  <a:lnTo>
                    <a:pt x="396" y="12"/>
                  </a:lnTo>
                  <a:lnTo>
                    <a:pt x="279" y="31"/>
                  </a:lnTo>
                  <a:lnTo>
                    <a:pt x="163" y="62"/>
                  </a:lnTo>
                  <a:lnTo>
                    <a:pt x="50" y="118"/>
                  </a:lnTo>
                  <a:lnTo>
                    <a:pt x="2" y="185"/>
                  </a:lnTo>
                  <a:lnTo>
                    <a:pt x="0" y="1654"/>
                  </a:lnTo>
                  <a:close/>
                </a:path>
              </a:pathLst>
            </a:custGeom>
            <a:gradFill rotWithShape="0">
              <a:gsLst>
                <a:gs pos="0">
                  <a:srgbClr val="475e76"/>
                </a:gs>
                <a:gs pos="50000">
                  <a:srgbClr val="99ccff"/>
                </a:gs>
                <a:gs pos="100000">
                  <a:srgbClr val="475e76"/>
                </a:gs>
              </a:gsLst>
              <a:lin ang="16200000"/>
            </a:gradFill>
            <a:ln w="9360">
              <a:solidFill>
                <a:srgbClr val="000000"/>
              </a:solidFill>
              <a:round/>
            </a:ln>
          </p:spPr>
          <p:style>
            <a:lnRef idx="0"/>
            <a:fillRef idx="0"/>
            <a:effectRef idx="0"/>
            <a:fontRef idx="minor"/>
          </p:style>
          <p:txBody>
            <a:bodyPr lIns="90000" rIns="90000" tIns="46800" bIns="46800" anchor="t">
              <a:noAutofit/>
            </a:bodyPr>
            <a:p>
              <a:endParaRPr b="0" lang="en-US" sz="1800" strike="noStrike" u="none">
                <a:solidFill>
                  <a:srgbClr val="000000"/>
                </a:solidFill>
                <a:effectLst/>
                <a:uFillTx/>
                <a:latin typeface="Arial"/>
              </a:endParaRPr>
            </a:p>
          </p:txBody>
        </p:sp>
        <p:sp>
          <p:nvSpPr>
            <p:cNvPr id="256" name="Freeform 10"/>
            <p:cNvSpPr/>
            <p:nvPr/>
          </p:nvSpPr>
          <p:spPr>
            <a:xfrm rot="5400000">
              <a:off x="706320" y="657720"/>
              <a:ext cx="993960" cy="1392120"/>
            </a:xfrm>
            <a:custGeom>
              <a:avLst/>
              <a:gdLst>
                <a:gd name="textAreaLeft" fmla="*/ 0 w 993960"/>
                <a:gd name="textAreaRight" fmla="*/ 993960 w 993960"/>
                <a:gd name="textAreaTop" fmla="*/ 0 h 1392120"/>
                <a:gd name="textAreaBottom" fmla="*/ 1392480 h 1392120"/>
                <a:gd name="GluePoint1X" fmla="*/ 0 w 1238"/>
                <a:gd name="GluePoint1Y" fmla="*/ 1 h 1818"/>
                <a:gd name="GluePoint2X" fmla="*/ 1 w 1238"/>
                <a:gd name="GluePoint2Y" fmla="*/ 1 h 1818"/>
                <a:gd name="GluePoint3X" fmla="*/ 1 w 1238"/>
                <a:gd name="GluePoint3Y" fmla="*/ 1 h 1818"/>
                <a:gd name="GluePoint4X" fmla="*/ 1 w 1238"/>
                <a:gd name="GluePoint4Y" fmla="*/ 1 h 1818"/>
                <a:gd name="GluePoint5X" fmla="*/ 1 w 1238"/>
                <a:gd name="GluePoint5Y" fmla="*/ 1 h 1818"/>
                <a:gd name="GluePoint6X" fmla="*/ 1 w 1238"/>
                <a:gd name="GluePoint6Y" fmla="*/ 1 h 1818"/>
                <a:gd name="GluePoint7X" fmla="*/ 1 w 1238"/>
                <a:gd name="GluePoint7Y" fmla="*/ 1 h 1818"/>
                <a:gd name="GluePoint8X" fmla="*/ 1 w 1238"/>
                <a:gd name="GluePoint8Y" fmla="*/ 1 h 1818"/>
                <a:gd name="GluePoint9X" fmla="*/ 1 w 1238"/>
                <a:gd name="GluePoint9Y" fmla="*/ 1 h 1818"/>
                <a:gd name="GluePoint10X" fmla="*/ 1 w 1238"/>
                <a:gd name="GluePoint10Y" fmla="*/ 1 h 1818"/>
                <a:gd name="GluePoint11X" fmla="*/ 1 w 1238"/>
                <a:gd name="GluePoint11Y" fmla="*/ 1 h 1818"/>
                <a:gd name="GluePoint12X" fmla="*/ 1 w 1238"/>
                <a:gd name="GluePoint12Y" fmla="*/ 1 h 1818"/>
                <a:gd name="GluePoint13X" fmla="*/ 1 w 1238"/>
                <a:gd name="GluePoint13Y" fmla="*/ 1 h 1818"/>
                <a:gd name="GluePoint14X" fmla="*/ 1 w 1238"/>
                <a:gd name="GluePoint14Y" fmla="*/ 1 h 1818"/>
                <a:gd name="GluePoint15X" fmla="*/ 1 w 1238"/>
                <a:gd name="GluePoint15Y" fmla="*/ 1 h 1818"/>
                <a:gd name="GluePoint16X" fmla="*/ 1 w 1238"/>
                <a:gd name="GluePoint16Y" fmla="*/ 1 h 1818"/>
                <a:gd name="GluePoint17X" fmla="*/ 1 w 1238"/>
                <a:gd name="GluePoint17Y" fmla="*/ 1 h 1818"/>
                <a:gd name="GluePoint18X" fmla="*/ 1 w 1238"/>
                <a:gd name="GluePoint18Y" fmla="*/ 1 h 1818"/>
                <a:gd name="GluePoint19X" fmla="*/ 1 w 1238"/>
                <a:gd name="GluePoint19Y" fmla="*/ 1 h 1818"/>
                <a:gd name="GluePoint20X" fmla="*/ 1 w 1238"/>
                <a:gd name="GluePoint20Y" fmla="*/ 1 h 1818"/>
                <a:gd name="GluePoint21X" fmla="*/ 1 w 1238"/>
                <a:gd name="GluePoint21Y" fmla="*/ 0 h 1818"/>
                <a:gd name="GluePoint22X" fmla="*/ 1 w 1238"/>
                <a:gd name="GluePoint22Y" fmla="*/ 0 h 1818"/>
                <a:gd name="GluePoint23X" fmla="*/ 1 w 1238"/>
                <a:gd name="GluePoint23Y" fmla="*/ 1 h 1818"/>
                <a:gd name="GluePoint24X" fmla="*/ 1 w 1238"/>
                <a:gd name="GluePoint24Y" fmla="*/ 1 h 1818"/>
                <a:gd name="GluePoint25X" fmla="*/ 1 w 1238"/>
                <a:gd name="GluePoint25Y" fmla="*/ 1 h 1818"/>
                <a:gd name="GluePoint26X" fmla="*/ 1 w 1238"/>
                <a:gd name="GluePoint26Y" fmla="*/ 1 h 1818"/>
                <a:gd name="GluePoint27X" fmla="*/ 1 w 1238"/>
                <a:gd name="GluePoint27Y" fmla="*/ 1 h 1818"/>
                <a:gd name="GluePoint28X" fmla="*/ 0 w 1238"/>
                <a:gd name="GluePoint28Y" fmla="*/ 1 h 1818"/>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 ang="0">
                  <a:pos x="GluePoint28X" y="GluePoint28Y"/>
                </a:cxn>
              </a:cxnLst>
              <a:rect l="textAreaLeft" t="textAreaTop" r="textAreaRight" b="textAreaBottom"/>
              <a:pathLst>
                <a:path w="1238" h="1818">
                  <a:moveTo>
                    <a:pt x="0" y="1654"/>
                  </a:moveTo>
                  <a:lnTo>
                    <a:pt x="46" y="1716"/>
                  </a:lnTo>
                  <a:lnTo>
                    <a:pt x="124" y="1749"/>
                  </a:lnTo>
                  <a:lnTo>
                    <a:pt x="220" y="1779"/>
                  </a:lnTo>
                  <a:lnTo>
                    <a:pt x="340" y="1800"/>
                  </a:lnTo>
                  <a:lnTo>
                    <a:pt x="472" y="1815"/>
                  </a:lnTo>
                  <a:lnTo>
                    <a:pt x="577" y="1818"/>
                  </a:lnTo>
                  <a:lnTo>
                    <a:pt x="691" y="1815"/>
                  </a:lnTo>
                  <a:lnTo>
                    <a:pt x="817" y="1812"/>
                  </a:lnTo>
                  <a:lnTo>
                    <a:pt x="931" y="1803"/>
                  </a:lnTo>
                  <a:lnTo>
                    <a:pt x="1045" y="1776"/>
                  </a:lnTo>
                  <a:lnTo>
                    <a:pt x="1138" y="1743"/>
                  </a:lnTo>
                  <a:lnTo>
                    <a:pt x="1215" y="1691"/>
                  </a:lnTo>
                  <a:lnTo>
                    <a:pt x="1238" y="1641"/>
                  </a:lnTo>
                  <a:lnTo>
                    <a:pt x="1229" y="185"/>
                  </a:lnTo>
                  <a:lnTo>
                    <a:pt x="1174" y="118"/>
                  </a:lnTo>
                  <a:lnTo>
                    <a:pt x="1073" y="68"/>
                  </a:lnTo>
                  <a:lnTo>
                    <a:pt x="992" y="44"/>
                  </a:lnTo>
                  <a:lnTo>
                    <a:pt x="885" y="19"/>
                  </a:lnTo>
                  <a:lnTo>
                    <a:pt x="767" y="7"/>
                  </a:lnTo>
                  <a:lnTo>
                    <a:pt x="664" y="0"/>
                  </a:lnTo>
                  <a:lnTo>
                    <a:pt x="528" y="0"/>
                  </a:lnTo>
                  <a:lnTo>
                    <a:pt x="396" y="12"/>
                  </a:lnTo>
                  <a:lnTo>
                    <a:pt x="279" y="31"/>
                  </a:lnTo>
                  <a:lnTo>
                    <a:pt x="163" y="62"/>
                  </a:lnTo>
                  <a:lnTo>
                    <a:pt x="50" y="118"/>
                  </a:lnTo>
                  <a:lnTo>
                    <a:pt x="2" y="185"/>
                  </a:lnTo>
                  <a:lnTo>
                    <a:pt x="0" y="1654"/>
                  </a:lnTo>
                  <a:close/>
                </a:path>
              </a:pathLst>
            </a:custGeom>
            <a:gradFill rotWithShape="0">
              <a:gsLst>
                <a:gs pos="0">
                  <a:srgbClr val="475e76"/>
                </a:gs>
                <a:gs pos="50000">
                  <a:srgbClr val="99ccff"/>
                </a:gs>
                <a:gs pos="100000">
                  <a:srgbClr val="475e76"/>
                </a:gs>
              </a:gsLst>
              <a:lin ang="16200000"/>
            </a:gradFill>
            <a:ln w="9360">
              <a:solidFill>
                <a:srgbClr val="000000"/>
              </a:solidFill>
              <a:round/>
            </a:ln>
          </p:spPr>
          <p:style>
            <a:lnRef idx="0"/>
            <a:fillRef idx="0"/>
            <a:effectRef idx="0"/>
            <a:fontRef idx="minor"/>
          </p:style>
          <p:txBody>
            <a:bodyPr lIns="90000" rIns="90000" tIns="46800" bIns="46800" anchor="t">
              <a:noAutofit/>
            </a:bodyPr>
            <a:p>
              <a:endParaRPr b="0" lang="en-US" sz="1800" strike="noStrike" u="none">
                <a:solidFill>
                  <a:srgbClr val="000000"/>
                </a:solidFill>
                <a:effectLst/>
                <a:uFillTx/>
                <a:latin typeface="Arial"/>
              </a:endParaRPr>
            </a:p>
          </p:txBody>
        </p:sp>
        <p:sp>
          <p:nvSpPr>
            <p:cNvPr id="257" name="Oval 11"/>
            <p:cNvSpPr/>
            <p:nvPr/>
          </p:nvSpPr>
          <p:spPr>
            <a:xfrm rot="5400000">
              <a:off x="168120" y="1223280"/>
              <a:ext cx="957240" cy="297720"/>
            </a:xfrm>
            <a:prstGeom prst="ellipse">
              <a:avLst/>
            </a:prstGeom>
            <a:noFill/>
            <a:ln w="9360">
              <a:solidFill>
                <a:srgbClr val="000000"/>
              </a:solidFill>
              <a:prstDash val="dash"/>
              <a:miter/>
            </a:ln>
          </p:spPr>
          <p:style>
            <a:lnRef idx="0"/>
            <a:fillRef idx="0"/>
            <a:effectRef idx="0"/>
            <a:fontRef idx="minor"/>
          </p:style>
          <p:txBody>
            <a:bodyPr lIns="90000" rIns="90000" tIns="46800" bIns="46800" anchor="t">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trike="noStrike" u="none">
                <a:solidFill>
                  <a:srgbClr val="000000"/>
                </a:solidFill>
                <a:effectLst/>
                <a:uFillTx/>
                <a:latin typeface="Arial"/>
              </a:endParaRPr>
            </a:p>
          </p:txBody>
        </p:sp>
        <p:grpSp>
          <p:nvGrpSpPr>
            <p:cNvPr id="258" name="Group 12"/>
            <p:cNvGrpSpPr/>
            <p:nvPr/>
          </p:nvGrpSpPr>
          <p:grpSpPr>
            <a:xfrm>
              <a:off x="1680480" y="925560"/>
              <a:ext cx="1488960" cy="829080"/>
              <a:chOff x="1680480" y="925560"/>
              <a:chExt cx="1488960" cy="829080"/>
            </a:xfrm>
          </p:grpSpPr>
          <p:sp>
            <p:nvSpPr>
              <p:cNvPr id="259" name="Oval 13"/>
              <p:cNvSpPr/>
              <p:nvPr/>
            </p:nvSpPr>
            <p:spPr>
              <a:xfrm rot="5400000">
                <a:off x="1349280" y="1256400"/>
                <a:ext cx="829080" cy="167040"/>
              </a:xfrm>
              <a:prstGeom prst="ellipse">
                <a:avLst/>
              </a:prstGeom>
              <a:solidFill>
                <a:srgbClr val="000080"/>
              </a:solidFill>
              <a:ln w="57240">
                <a:solidFill>
                  <a:srgbClr val="000080"/>
                </a:solidFill>
                <a:miter/>
              </a:ln>
            </p:spPr>
            <p:style>
              <a:lnRef idx="0"/>
              <a:fillRef idx="0"/>
              <a:effectRef idx="0"/>
              <a:fontRef idx="minor"/>
            </p:style>
            <p:txBody>
              <a:bodyPr lIns="90000" rIns="90000" tIns="46800" bIns="46800" anchor="t">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trike="noStrike" u="none">
                  <a:solidFill>
                    <a:srgbClr val="000000"/>
                  </a:solidFill>
                  <a:effectLst/>
                  <a:uFillTx/>
                  <a:latin typeface="Arial"/>
                </a:endParaRPr>
              </a:p>
            </p:txBody>
          </p:sp>
          <p:sp>
            <p:nvSpPr>
              <p:cNvPr id="260" name="Rectangle 14"/>
              <p:cNvSpPr/>
              <p:nvPr/>
            </p:nvSpPr>
            <p:spPr>
              <a:xfrm>
                <a:off x="1775160" y="1278000"/>
                <a:ext cx="1394280" cy="128160"/>
              </a:xfrm>
              <a:prstGeom prst="rect">
                <a:avLst/>
              </a:prstGeom>
              <a:gradFill rotWithShape="0">
                <a:gsLst>
                  <a:gs pos="0">
                    <a:srgbClr val="000080"/>
                  </a:gs>
                  <a:gs pos="50000">
                    <a:srgbClr val="00ccff"/>
                  </a:gs>
                  <a:gs pos="100000">
                    <a:srgbClr val="000080"/>
                  </a:gs>
                </a:gsLst>
                <a:lin ang="5400000"/>
              </a:gradFill>
              <a:ln w="9360">
                <a:solidFill>
                  <a:srgbClr val="000000"/>
                </a:solidFill>
                <a:miter/>
              </a:ln>
            </p:spPr>
            <p:style>
              <a:lnRef idx="0"/>
              <a:fillRef idx="0"/>
              <a:effectRef idx="0"/>
              <a:fontRef idx="minor"/>
            </p:style>
            <p:txBody>
              <a:bodyPr lIns="90000" rIns="90000" tIns="46800" bIns="46800" anchor="t">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trike="noStrike" u="none">
                  <a:solidFill>
                    <a:srgbClr val="000000"/>
                  </a:solidFill>
                  <a:effectLst/>
                  <a:uFillTx/>
                  <a:latin typeface="Arial"/>
                </a:endParaRPr>
              </a:p>
            </p:txBody>
          </p:sp>
        </p:grpSp>
        <p:sp>
          <p:nvSpPr>
            <p:cNvPr id="261" name="AutoShape 15"/>
            <p:cNvSpPr/>
            <p:nvPr/>
          </p:nvSpPr>
          <p:spPr>
            <a:xfrm>
              <a:off x="1616760" y="857160"/>
              <a:ext cx="928080" cy="993960"/>
            </a:xfrm>
            <a:prstGeom prst="flowChartMagneticDrum">
              <a:avLst/>
            </a:prstGeom>
            <a:noFill/>
            <a:ln w="9360">
              <a:solidFill>
                <a:srgbClr val="000000"/>
              </a:solidFill>
              <a:miter/>
            </a:ln>
          </p:spPr>
          <p:style>
            <a:lnRef idx="0"/>
            <a:fillRef idx="0"/>
            <a:effectRef idx="0"/>
            <a:fontRef idx="minor"/>
          </p:style>
          <p:txBody>
            <a:bodyPr lIns="90000" rIns="90000" tIns="46800" bIns="46800" anchor="t">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trike="noStrike" u="none">
                <a:solidFill>
                  <a:srgbClr val="000000"/>
                </a:solidFill>
                <a:effectLst/>
                <a:uFillTx/>
                <a:latin typeface="Arial"/>
              </a:endParaRPr>
            </a:p>
          </p:txBody>
        </p:sp>
        <p:sp>
          <p:nvSpPr>
            <p:cNvPr id="262" name="Oval 16"/>
            <p:cNvSpPr/>
            <p:nvPr/>
          </p:nvSpPr>
          <p:spPr>
            <a:xfrm rot="5400000">
              <a:off x="949320" y="2506680"/>
              <a:ext cx="904680" cy="285120"/>
            </a:xfrm>
            <a:prstGeom prst="ellipse">
              <a:avLst/>
            </a:prstGeom>
            <a:solidFill>
              <a:srgbClr val="000080"/>
            </a:solidFill>
            <a:ln w="38160">
              <a:solidFill>
                <a:srgbClr val="000080"/>
              </a:solidFill>
              <a:miter/>
            </a:ln>
          </p:spPr>
          <p:style>
            <a:lnRef idx="0"/>
            <a:fillRef idx="0"/>
            <a:effectRef idx="0"/>
            <a:fontRef idx="minor"/>
          </p:style>
          <p:txBody>
            <a:bodyPr lIns="90000" rIns="90000" tIns="46800" bIns="46800" anchor="t">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trike="noStrike" u="none">
                <a:solidFill>
                  <a:srgbClr val="000000"/>
                </a:solidFill>
                <a:effectLst/>
                <a:uFillTx/>
                <a:latin typeface="Arial"/>
              </a:endParaRPr>
            </a:p>
          </p:txBody>
        </p:sp>
        <p:sp>
          <p:nvSpPr>
            <p:cNvPr id="263" name="Rectangle 17"/>
            <p:cNvSpPr/>
            <p:nvPr/>
          </p:nvSpPr>
          <p:spPr>
            <a:xfrm>
              <a:off x="1417680" y="2570760"/>
              <a:ext cx="1394640" cy="128160"/>
            </a:xfrm>
            <a:prstGeom prst="rect">
              <a:avLst/>
            </a:prstGeom>
            <a:gradFill rotWithShape="0">
              <a:gsLst>
                <a:gs pos="0">
                  <a:srgbClr val="000080"/>
                </a:gs>
                <a:gs pos="50000">
                  <a:srgbClr val="00ccff"/>
                </a:gs>
                <a:gs pos="100000">
                  <a:srgbClr val="000080"/>
                </a:gs>
              </a:gsLst>
              <a:lin ang="5400000"/>
            </a:gradFill>
            <a:ln w="9360">
              <a:solidFill>
                <a:srgbClr val="000000"/>
              </a:solidFill>
              <a:miter/>
            </a:ln>
          </p:spPr>
          <p:style>
            <a:lnRef idx="0"/>
            <a:fillRef idx="0"/>
            <a:effectRef idx="0"/>
            <a:fontRef idx="minor"/>
          </p:style>
          <p:txBody>
            <a:bodyPr lIns="90000" rIns="90000" tIns="46800" bIns="46800" anchor="t">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trike="noStrike" u="none">
                <a:solidFill>
                  <a:srgbClr val="000000"/>
                </a:solidFill>
                <a:effectLst/>
                <a:uFillTx/>
                <a:latin typeface="Arial"/>
              </a:endParaRPr>
            </a:p>
          </p:txBody>
        </p:sp>
        <p:sp>
          <p:nvSpPr>
            <p:cNvPr id="264" name="Oval 18"/>
            <p:cNvSpPr/>
            <p:nvPr/>
          </p:nvSpPr>
          <p:spPr>
            <a:xfrm>
              <a:off x="2210040" y="2139840"/>
              <a:ext cx="294120" cy="993960"/>
            </a:xfrm>
            <a:prstGeom prst="ellipse">
              <a:avLst/>
            </a:prstGeom>
            <a:noFill/>
            <a:ln w="9360">
              <a:solidFill>
                <a:srgbClr val="000000"/>
              </a:solidFill>
              <a:miter/>
            </a:ln>
          </p:spPr>
          <p:style>
            <a:lnRef idx="0"/>
            <a:fillRef idx="0"/>
            <a:effectRef idx="0"/>
            <a:fontRef idx="minor"/>
          </p:style>
          <p:txBody>
            <a:bodyPr lIns="90000" rIns="90000" tIns="46800" bIns="46800" anchor="t">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trike="noStrike" u="none">
                <a:solidFill>
                  <a:srgbClr val="000000"/>
                </a:solidFill>
                <a:effectLst/>
                <a:uFillTx/>
                <a:latin typeface="Arial"/>
              </a:endParaRPr>
            </a:p>
          </p:txBody>
        </p:sp>
        <p:sp>
          <p:nvSpPr>
            <p:cNvPr id="265" name="Line 19"/>
            <p:cNvSpPr/>
            <p:nvPr/>
          </p:nvSpPr>
          <p:spPr>
            <a:xfrm>
              <a:off x="593640" y="2139840"/>
              <a:ext cx="1774800" cy="720"/>
            </a:xfrm>
            <a:prstGeom prst="line">
              <a:avLst/>
            </a:prstGeom>
            <a:ln w="9360">
              <a:solidFill>
                <a:srgbClr val="000000"/>
              </a:solidFill>
              <a:miter/>
            </a:ln>
          </p:spPr>
          <p:style>
            <a:lnRef idx="0"/>
            <a:fillRef idx="0"/>
            <a:effectRef idx="0"/>
            <a:fontRef idx="minor"/>
          </p:style>
          <p:txBody>
            <a:bodyPr lIns="90000" rIns="90000" tIns="-46080" bIns="-46080" anchor="t">
              <a:noAutofit/>
            </a:bodyPr>
            <a:p>
              <a:endParaRPr b="0" lang="en-US" sz="1800" strike="noStrike" u="none">
                <a:solidFill>
                  <a:srgbClr val="000000"/>
                </a:solidFill>
                <a:effectLst/>
                <a:uFillTx/>
                <a:latin typeface="Arial"/>
              </a:endParaRPr>
            </a:p>
          </p:txBody>
        </p:sp>
        <p:sp>
          <p:nvSpPr>
            <p:cNvPr id="266" name="Line 20"/>
            <p:cNvSpPr/>
            <p:nvPr/>
          </p:nvSpPr>
          <p:spPr>
            <a:xfrm>
              <a:off x="593640" y="3133080"/>
              <a:ext cx="1774800" cy="720"/>
            </a:xfrm>
            <a:prstGeom prst="line">
              <a:avLst/>
            </a:prstGeom>
            <a:ln w="9360">
              <a:solidFill>
                <a:srgbClr val="000000"/>
              </a:solidFill>
              <a:miter/>
            </a:ln>
          </p:spPr>
          <p:style>
            <a:lnRef idx="0"/>
            <a:fillRef idx="0"/>
            <a:effectRef idx="0"/>
            <a:fontRef idx="minor"/>
          </p:style>
          <p:txBody>
            <a:bodyPr lIns="90000" rIns="90000" tIns="-46080" bIns="-46080" anchor="t">
              <a:noAutofit/>
            </a:bodyPr>
            <a:p>
              <a:endParaRPr b="0" lang="en-US" sz="1800" strike="noStrike" u="none">
                <a:solidFill>
                  <a:srgbClr val="000000"/>
                </a:solidFill>
                <a:effectLst/>
                <a:uFillTx/>
                <a:latin typeface="Arial"/>
              </a:endParaRPr>
            </a:p>
          </p:txBody>
        </p:sp>
        <p:sp>
          <p:nvSpPr>
            <p:cNvPr id="267" name="Oval 21"/>
            <p:cNvSpPr/>
            <p:nvPr/>
          </p:nvSpPr>
          <p:spPr>
            <a:xfrm>
              <a:off x="511920" y="2139840"/>
              <a:ext cx="258120" cy="993960"/>
            </a:xfrm>
            <a:prstGeom prst="ellipse">
              <a:avLst/>
            </a:prstGeom>
            <a:noFill/>
            <a:ln w="9360">
              <a:solidFill>
                <a:srgbClr val="000000"/>
              </a:solidFill>
              <a:prstDash val="dash"/>
              <a:miter/>
            </a:ln>
          </p:spPr>
          <p:style>
            <a:lnRef idx="0"/>
            <a:fillRef idx="0"/>
            <a:effectRef idx="0"/>
            <a:fontRef idx="minor"/>
          </p:style>
          <p:txBody>
            <a:bodyPr lIns="90000" rIns="90000" tIns="46800" bIns="46800" anchor="t">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trike="noStrike" u="none">
                <a:solidFill>
                  <a:srgbClr val="000000"/>
                </a:solidFill>
                <a:effectLst/>
                <a:uFillTx/>
                <a:latin typeface="Arial"/>
              </a:endParaRPr>
            </a:p>
          </p:txBody>
        </p:sp>
        <p:sp>
          <p:nvSpPr>
            <p:cNvPr id="268" name="Line 22"/>
            <p:cNvSpPr/>
            <p:nvPr/>
          </p:nvSpPr>
          <p:spPr>
            <a:xfrm flipH="1">
              <a:off x="2558880" y="2460600"/>
              <a:ext cx="348480" cy="1080"/>
            </a:xfrm>
            <a:prstGeom prst="line">
              <a:avLst/>
            </a:prstGeom>
            <a:ln w="9360">
              <a:solidFill>
                <a:srgbClr val="000000"/>
              </a:solidFill>
              <a:miter/>
              <a:tailEnd len="med" type="triangle" w="med"/>
            </a:ln>
          </p:spPr>
          <p:style>
            <a:lnRef idx="0"/>
            <a:fillRef idx="0"/>
            <a:effectRef idx="0"/>
            <a:fontRef idx="minor"/>
          </p:style>
          <p:txBody>
            <a:bodyPr lIns="90000" rIns="90000" tIns="-45720" bIns="-45720" anchor="t">
              <a:noAutofit/>
            </a:bodyPr>
            <a:p>
              <a:endParaRPr b="0" lang="en-US" sz="1800" strike="noStrike" u="none">
                <a:solidFill>
                  <a:srgbClr val="000000"/>
                </a:solidFill>
                <a:effectLst/>
                <a:uFillTx/>
                <a:latin typeface="Arial"/>
              </a:endParaRPr>
            </a:p>
          </p:txBody>
        </p:sp>
        <p:sp>
          <p:nvSpPr>
            <p:cNvPr id="269" name="Line 23"/>
            <p:cNvSpPr/>
            <p:nvPr/>
          </p:nvSpPr>
          <p:spPr>
            <a:xfrm>
              <a:off x="1417680" y="3134160"/>
              <a:ext cx="1080" cy="288720"/>
            </a:xfrm>
            <a:prstGeom prst="line">
              <a:avLst/>
            </a:prstGeom>
            <a:ln w="9360">
              <a:solidFill>
                <a:srgbClr val="000000"/>
              </a:solidFill>
              <a:prstDash val="sysDot"/>
              <a:miter/>
            </a:ln>
          </p:spPr>
          <p:style>
            <a:lnRef idx="0"/>
            <a:fillRef idx="0"/>
            <a:effectRef idx="0"/>
            <a:fontRef idx="minor"/>
          </p:style>
          <p:txBody>
            <a:bodyPr lIns="90000" rIns="90000" tIns="46800" bIns="46800" anchor="t">
              <a:noAutofit/>
            </a:bodyPr>
            <a:p>
              <a:endParaRPr b="0" lang="en-US" sz="1800" strike="noStrike" u="none">
                <a:solidFill>
                  <a:srgbClr val="000000"/>
                </a:solidFill>
                <a:effectLst/>
                <a:uFillTx/>
                <a:latin typeface="Arial"/>
              </a:endParaRPr>
            </a:p>
          </p:txBody>
        </p:sp>
        <p:sp>
          <p:nvSpPr>
            <p:cNvPr id="270" name="Line 24"/>
            <p:cNvSpPr/>
            <p:nvPr/>
          </p:nvSpPr>
          <p:spPr>
            <a:xfrm>
              <a:off x="1742760" y="1863720"/>
              <a:ext cx="720" cy="1558800"/>
            </a:xfrm>
            <a:prstGeom prst="line">
              <a:avLst/>
            </a:prstGeom>
            <a:ln w="9360">
              <a:solidFill>
                <a:srgbClr val="000000"/>
              </a:solidFill>
              <a:prstDash val="sysDot"/>
              <a:miter/>
            </a:ln>
          </p:spPr>
          <p:style>
            <a:lnRef idx="0"/>
            <a:fillRef idx="0"/>
            <a:effectRef idx="0"/>
            <a:fontRef idx="minor"/>
          </p:style>
          <p:txBody>
            <a:bodyPr lIns="90000" rIns="90000" tIns="46800" bIns="46800" anchor="t">
              <a:noAutofit/>
            </a:bodyPr>
            <a:p>
              <a:endParaRPr b="0" lang="en-US" sz="1800" strike="noStrike" u="none">
                <a:solidFill>
                  <a:srgbClr val="000000"/>
                </a:solidFill>
                <a:effectLst/>
                <a:uFillTx/>
                <a:latin typeface="Arial"/>
              </a:endParaRPr>
            </a:p>
          </p:txBody>
        </p:sp>
        <p:sp>
          <p:nvSpPr>
            <p:cNvPr id="271" name="Text Box 25"/>
            <p:cNvSpPr/>
            <p:nvPr/>
          </p:nvSpPr>
          <p:spPr>
            <a:xfrm>
              <a:off x="2591640" y="2075760"/>
              <a:ext cx="727560" cy="448560"/>
            </a:xfrm>
            <a:prstGeom prst="rect">
              <a:avLst/>
            </a:prstGeom>
            <a:noFill/>
            <a:ln w="0">
              <a:noFill/>
            </a:ln>
          </p:spPr>
          <p:style>
            <a:lnRef idx="0"/>
            <a:fillRef idx="0"/>
            <a:effectRef idx="0"/>
            <a:fontRef idx="minor"/>
          </p:style>
          <p:txBody>
            <a:bodyPr lIns="90000" rIns="90000" tIns="46800" bIns="46800" anchor="t">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800" strike="noStrike" u="none">
                  <a:solidFill>
                    <a:srgbClr val="c0504d"/>
                  </a:solidFill>
                  <a:effectLst/>
                  <a:uFillTx/>
                  <a:latin typeface="Times New Roman"/>
                  <a:ea typeface="Times New Roman"/>
                </a:rPr>
                <a:t>F</a:t>
              </a:r>
              <a:r>
                <a:rPr b="0" lang="fr-FR" sz="2800" strike="noStrike" u="none" baseline="-25000">
                  <a:solidFill>
                    <a:srgbClr val="c0504d"/>
                  </a:solidFill>
                  <a:effectLst/>
                  <a:uFillTx/>
                  <a:latin typeface="Times New Roman"/>
                  <a:ea typeface="Times New Roman"/>
                </a:rPr>
                <a:t>ext</a:t>
              </a:r>
              <a:endParaRPr b="0" lang="en-US" sz="2800" strike="noStrike" u="none">
                <a:solidFill>
                  <a:srgbClr val="000000"/>
                </a:solidFill>
                <a:effectLst/>
                <a:uFillTx/>
                <a:latin typeface="Arial"/>
              </a:endParaRPr>
            </a:p>
          </p:txBody>
        </p:sp>
        <p:sp>
          <p:nvSpPr>
            <p:cNvPr id="272" name="Line 26"/>
            <p:cNvSpPr/>
            <p:nvPr/>
          </p:nvSpPr>
          <p:spPr>
            <a:xfrm>
              <a:off x="1417680" y="3358800"/>
              <a:ext cx="284040" cy="720"/>
            </a:xfrm>
            <a:prstGeom prst="line">
              <a:avLst/>
            </a:prstGeom>
            <a:ln w="9360">
              <a:solidFill>
                <a:srgbClr val="000000"/>
              </a:solidFill>
              <a:miter/>
              <a:headEnd len="sm" type="stealth" w="sm"/>
              <a:tailEnd len="sm" type="stealth" w="sm"/>
            </a:ln>
          </p:spPr>
          <p:style>
            <a:lnRef idx="0"/>
            <a:fillRef idx="0"/>
            <a:effectRef idx="0"/>
            <a:fontRef idx="minor"/>
          </p:style>
          <p:txBody>
            <a:bodyPr lIns="90000" rIns="90000" tIns="-46080" bIns="-46080" anchor="t">
              <a:noAutofit/>
            </a:bodyPr>
            <a:p>
              <a:endParaRPr b="0" lang="en-US" sz="1800" strike="noStrike" u="none">
                <a:solidFill>
                  <a:srgbClr val="000000"/>
                </a:solidFill>
                <a:effectLst/>
                <a:uFillTx/>
                <a:latin typeface="Arial"/>
              </a:endParaRPr>
            </a:p>
          </p:txBody>
        </p:sp>
        <p:sp>
          <p:nvSpPr>
            <p:cNvPr id="273" name="Text Box 27"/>
            <p:cNvSpPr/>
            <p:nvPr/>
          </p:nvSpPr>
          <p:spPr>
            <a:xfrm>
              <a:off x="1275120" y="3358800"/>
              <a:ext cx="727560" cy="448560"/>
            </a:xfrm>
            <a:prstGeom prst="rect">
              <a:avLst/>
            </a:prstGeom>
            <a:noFill/>
            <a:ln w="0">
              <a:noFill/>
            </a:ln>
          </p:spPr>
          <p:style>
            <a:lnRef idx="0"/>
            <a:fillRef idx="0"/>
            <a:effectRef idx="0"/>
            <a:fontRef idx="minor"/>
          </p:style>
          <p:txBody>
            <a:bodyPr lIns="90000" rIns="90000" tIns="46800" bIns="46800" anchor="t">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800" strike="noStrike" u="none">
                  <a:solidFill>
                    <a:srgbClr val="c0504d"/>
                  </a:solidFill>
                  <a:effectLst/>
                  <a:uFillTx/>
                  <a:latin typeface="Times New Roman"/>
                  <a:ea typeface="Times New Roman"/>
                </a:rPr>
                <a:t>d</a:t>
              </a:r>
              <a:r>
                <a:rPr b="0" lang="fr-FR" sz="2800" strike="noStrike" u="none">
                  <a:solidFill>
                    <a:srgbClr val="c0504d"/>
                  </a:solidFill>
                  <a:effectLst/>
                  <a:uFillTx/>
                  <a:latin typeface="Times New Roman"/>
                  <a:ea typeface="Times New Roman"/>
                </a:rPr>
                <a:t>x</a:t>
              </a:r>
              <a:endParaRPr b="0" lang="en-US" sz="2800" strike="noStrike" u="none">
                <a:solidFill>
                  <a:srgbClr val="000000"/>
                </a:solidFill>
                <a:effectLst/>
                <a:uFillTx/>
                <a:latin typeface="Arial"/>
              </a:endParaRPr>
            </a:p>
          </p:txBody>
        </p:sp>
        <p:sp>
          <p:nvSpPr>
            <p:cNvPr id="274" name="Text Box 28"/>
            <p:cNvSpPr/>
            <p:nvPr/>
          </p:nvSpPr>
          <p:spPr>
            <a:xfrm>
              <a:off x="386640" y="1150200"/>
              <a:ext cx="528480" cy="448560"/>
            </a:xfrm>
            <a:prstGeom prst="rect">
              <a:avLst/>
            </a:prstGeom>
            <a:noFill/>
            <a:ln w="0">
              <a:noFill/>
            </a:ln>
          </p:spPr>
          <p:style>
            <a:lnRef idx="0"/>
            <a:fillRef idx="0"/>
            <a:effectRef idx="0"/>
            <a:fontRef idx="minor"/>
          </p:style>
          <p:txBody>
            <a:bodyPr lIns="90000" rIns="90000" tIns="46800" bIns="46800" anchor="t">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800" strike="noStrike" u="none">
                  <a:solidFill>
                    <a:srgbClr val="c0504d"/>
                  </a:solidFill>
                  <a:effectLst/>
                  <a:uFillTx/>
                  <a:latin typeface="Times New Roman"/>
                  <a:ea typeface="Times New Roman"/>
                </a:rPr>
                <a:t>S</a:t>
              </a:r>
              <a:endParaRPr b="0" lang="en-US" sz="2800" strike="noStrike" u="none">
                <a:solidFill>
                  <a:srgbClr val="000000"/>
                </a:solidFill>
                <a:effectLst/>
                <a:uFillTx/>
                <a:latin typeface="Arial"/>
              </a:endParaRPr>
            </a:p>
          </p:txBody>
        </p:sp>
        <p:sp>
          <p:nvSpPr>
            <p:cNvPr id="275" name="Line 29"/>
            <p:cNvSpPr/>
            <p:nvPr/>
          </p:nvSpPr>
          <p:spPr>
            <a:xfrm>
              <a:off x="593640" y="3964320"/>
              <a:ext cx="2943000" cy="1080"/>
            </a:xfrm>
            <a:prstGeom prst="line">
              <a:avLst/>
            </a:prstGeom>
            <a:ln w="9360">
              <a:solidFill>
                <a:srgbClr val="000000"/>
              </a:solidFill>
              <a:miter/>
              <a:tailEnd len="med" type="triangle" w="med"/>
            </a:ln>
          </p:spPr>
          <p:style>
            <a:lnRef idx="0"/>
            <a:fillRef idx="0"/>
            <a:effectRef idx="0"/>
            <a:fontRef idx="minor"/>
          </p:style>
          <p:txBody>
            <a:bodyPr lIns="90000" rIns="90000" tIns="-45720" bIns="-45720" anchor="t">
              <a:noAutofit/>
            </a:bodyPr>
            <a:p>
              <a:endParaRPr b="0" lang="en-US" sz="1800" strike="noStrike" u="none">
                <a:solidFill>
                  <a:srgbClr val="000000"/>
                </a:solidFill>
                <a:effectLst/>
                <a:uFillTx/>
                <a:latin typeface="Arial"/>
              </a:endParaRPr>
            </a:p>
          </p:txBody>
        </p:sp>
        <p:sp>
          <p:nvSpPr>
            <p:cNvPr id="276" name="Text Box 30"/>
            <p:cNvSpPr/>
            <p:nvPr/>
          </p:nvSpPr>
          <p:spPr>
            <a:xfrm>
              <a:off x="298440" y="3919680"/>
              <a:ext cx="727560" cy="448920"/>
            </a:xfrm>
            <a:prstGeom prst="rect">
              <a:avLst/>
            </a:prstGeom>
            <a:noFill/>
            <a:ln w="0">
              <a:noFill/>
            </a:ln>
          </p:spPr>
          <p:style>
            <a:lnRef idx="0"/>
            <a:fillRef idx="0"/>
            <a:effectRef idx="0"/>
            <a:fontRef idx="minor"/>
          </p:style>
          <p:txBody>
            <a:bodyPr lIns="90000" rIns="90000" tIns="46800" bIns="46800" anchor="t">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800" strike="noStrike" u="none">
                  <a:solidFill>
                    <a:srgbClr val="c0504d"/>
                  </a:solidFill>
                  <a:effectLst/>
                  <a:uFillTx/>
                  <a:latin typeface="Times New Roman"/>
                  <a:ea typeface="Times New Roman"/>
                </a:rPr>
                <a:t>O</a:t>
              </a:r>
              <a:endParaRPr b="0" lang="en-US" sz="2800" strike="noStrike" u="none">
                <a:solidFill>
                  <a:srgbClr val="000000"/>
                </a:solidFill>
                <a:effectLst/>
                <a:uFillTx/>
                <a:latin typeface="Arial"/>
              </a:endParaRPr>
            </a:p>
          </p:txBody>
        </p:sp>
        <p:sp>
          <p:nvSpPr>
            <p:cNvPr id="277" name="Text Box 31"/>
            <p:cNvSpPr/>
            <p:nvPr/>
          </p:nvSpPr>
          <p:spPr>
            <a:xfrm>
              <a:off x="3180240" y="3919680"/>
              <a:ext cx="478440" cy="448920"/>
            </a:xfrm>
            <a:prstGeom prst="rect">
              <a:avLst/>
            </a:prstGeom>
            <a:noFill/>
            <a:ln w="0">
              <a:noFill/>
            </a:ln>
          </p:spPr>
          <p:style>
            <a:lnRef idx="0"/>
            <a:fillRef idx="0"/>
            <a:effectRef idx="0"/>
            <a:fontRef idx="minor"/>
          </p:style>
          <p:txBody>
            <a:bodyPr lIns="90000" rIns="90000" tIns="46800" bIns="46800" anchor="t">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800" strike="noStrike" u="none">
                  <a:solidFill>
                    <a:srgbClr val="c0504d"/>
                  </a:solidFill>
                  <a:effectLst/>
                  <a:uFillTx/>
                  <a:latin typeface="Times New Roman"/>
                  <a:ea typeface="Times New Roman"/>
                </a:rPr>
                <a:t>x</a:t>
              </a:r>
              <a:endParaRPr b="0" lang="en-US" sz="2800" strike="noStrike" u="none">
                <a:solidFill>
                  <a:srgbClr val="000000"/>
                </a:solidFill>
                <a:effectLst/>
                <a:uFillTx/>
                <a:latin typeface="Arial"/>
              </a:endParaRPr>
            </a:p>
          </p:txBody>
        </p:sp>
      </p:grpSp>
      <p:graphicFrame>
        <p:nvGraphicFramePr>
          <p:cNvPr id="278" name="Object 3"/>
          <p:cNvGraphicFramePr/>
          <p:nvPr/>
        </p:nvGraphicFramePr>
        <p:xfrm>
          <a:off x="5054760" y="1835280"/>
          <a:ext cx="2641320" cy="660240"/>
        </p:xfrm>
        <a:graphic>
          <a:graphicData uri="http://schemas.openxmlformats.org/presentationml/2006/ole">
            <p:oleObj r:id="rId1" spid="">
              <p:embed/>
              <p:pic>
                <p:nvPicPr>
                  <p:cNvPr id="279" name="Object 3" descr=""/>
                  <p:cNvPicPr/>
                  <p:nvPr/>
                </p:nvPicPr>
                <p:blipFill>
                  <a:blip r:embed="rId2"/>
                  <a:stretch/>
                </p:blipFill>
                <p:spPr>
                  <a:xfrm>
                    <a:off x="5054760" y="1835280"/>
                    <a:ext cx="2641320" cy="660240"/>
                  </a:xfrm>
                  <a:prstGeom prst="rect">
                    <a:avLst/>
                  </a:prstGeom>
                  <a:solidFill>
                    <a:srgbClr val="ccff99"/>
                  </a:solidFill>
                  <a:ln w="0">
                    <a:noFill/>
                  </a:ln>
                </p:spPr>
              </p:pic>
            </p:oleObj>
          </a:graphicData>
        </a:graphic>
      </p:graphicFrame>
      <p:sp>
        <p:nvSpPr>
          <p:cNvPr id="280" name="Rectangle 34"/>
          <p:cNvSpPr/>
          <p:nvPr/>
        </p:nvSpPr>
        <p:spPr>
          <a:xfrm>
            <a:off x="3870000" y="1920960"/>
            <a:ext cx="940320" cy="52092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800" strike="noStrike" u="none">
                <a:solidFill>
                  <a:srgbClr val="000000"/>
                </a:solidFill>
                <a:effectLst/>
                <a:uFillTx/>
                <a:latin typeface="Times New Roman"/>
                <a:ea typeface="Times New Roman"/>
              </a:rPr>
              <a:t>Soit :</a:t>
            </a:r>
            <a:endParaRPr b="0" lang="en-US" sz="2800" strike="noStrike" u="none">
              <a:solidFill>
                <a:srgbClr val="000000"/>
              </a:solidFill>
              <a:effectLst/>
              <a:uFillTx/>
              <a:latin typeface="Arial"/>
            </a:endParaRPr>
          </a:p>
        </p:txBody>
      </p:sp>
      <p:sp>
        <p:nvSpPr>
          <p:cNvPr id="281" name="Rectangle 35"/>
          <p:cNvSpPr/>
          <p:nvPr/>
        </p:nvSpPr>
        <p:spPr>
          <a:xfrm>
            <a:off x="3733920" y="2768760"/>
            <a:ext cx="5162400" cy="1374840"/>
          </a:xfrm>
          <a:prstGeom prst="rect">
            <a:avLst/>
          </a:prstGeom>
          <a:noFill/>
          <a:ln w="0">
            <a:noFill/>
          </a:ln>
        </p:spPr>
        <p:style>
          <a:lnRef idx="0"/>
          <a:fillRef idx="0"/>
          <a:effectRef idx="0"/>
          <a:fontRef idx="minor"/>
        </p:style>
        <p:txBody>
          <a:bodyPr lIns="90000" rIns="90000" tIns="46800" bIns="46800" anchor="t">
            <a:spAutoFit/>
          </a:bodyPr>
          <a:p>
            <a:pPr algn="just">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800" strike="noStrike" u="none">
                <a:solidFill>
                  <a:srgbClr val="000000"/>
                </a:solidFill>
                <a:effectLst/>
                <a:uFillTx/>
                <a:latin typeface="Times New Roman"/>
                <a:ea typeface="Times New Roman"/>
              </a:rPr>
              <a:t>l’élément de volume balayé par le piston au cours du déplacement </a:t>
            </a:r>
            <a:r>
              <a:rPr b="0" i="1" lang="fr-FR" sz="2800" strike="noStrike" u="none">
                <a:solidFill>
                  <a:srgbClr val="000000"/>
                </a:solidFill>
                <a:effectLst/>
                <a:uFillTx/>
                <a:latin typeface="Times New Roman"/>
                <a:ea typeface="Times New Roman"/>
              </a:rPr>
              <a:t>dx :</a:t>
            </a:r>
            <a:r>
              <a:rPr b="0" lang="fr-FR" sz="2800" strike="noStrike" u="none">
                <a:solidFill>
                  <a:srgbClr val="000000"/>
                </a:solidFill>
                <a:effectLst/>
                <a:uFillTx/>
                <a:latin typeface="Times New Roman"/>
                <a:ea typeface="Times New Roman"/>
              </a:rPr>
              <a:t> </a:t>
            </a:r>
            <a:endParaRPr b="0" lang="en-US" sz="2800" strike="noStrike" u="none">
              <a:solidFill>
                <a:srgbClr val="000000"/>
              </a:solidFill>
              <a:effectLst/>
              <a:uFillTx/>
              <a:latin typeface="Arial"/>
            </a:endParaRPr>
          </a:p>
        </p:txBody>
      </p:sp>
      <p:sp>
        <p:nvSpPr>
          <p:cNvPr id="282" name="Text Box 49"/>
          <p:cNvSpPr/>
          <p:nvPr/>
        </p:nvSpPr>
        <p:spPr>
          <a:xfrm>
            <a:off x="0" y="5303880"/>
            <a:ext cx="9144000" cy="1069560"/>
          </a:xfrm>
          <a:prstGeom prst="rect">
            <a:avLst/>
          </a:prstGeom>
          <a:noFill/>
          <a:ln w="0">
            <a:noFill/>
          </a:ln>
        </p:spPr>
        <p:style>
          <a:lnRef idx="0"/>
          <a:fillRef idx="0"/>
          <a:effectRef idx="0"/>
          <a:fontRef idx="minor"/>
        </p:style>
        <p:txBody>
          <a:bodyPr lIns="90000" rIns="90000" tIns="46800" bIns="46800" anchor="t">
            <a:spAutoFit/>
          </a:bodyPr>
          <a:p>
            <a:pPr algn="just">
              <a:lnSpc>
                <a:spcPct val="100000"/>
              </a:lnSpc>
              <a:spcBef>
                <a:spcPts val="2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i="1" lang="fr-FR" sz="3200" strike="noStrike" u="none">
                <a:solidFill>
                  <a:srgbClr val="000000"/>
                </a:solidFill>
                <a:effectLst/>
                <a:uFillTx/>
                <a:latin typeface="Times New Roman"/>
                <a:ea typeface="Times New Roman"/>
              </a:rPr>
              <a:t>W</a:t>
            </a:r>
            <a:r>
              <a:rPr b="0" lang="fr-FR" sz="3200" strike="noStrike" u="none">
                <a:solidFill>
                  <a:srgbClr val="000000"/>
                </a:solidFill>
                <a:effectLst/>
                <a:uFillTx/>
                <a:latin typeface="Times New Roman"/>
                <a:ea typeface="Times New Roman"/>
              </a:rPr>
              <a:t> représente </a:t>
            </a:r>
            <a:r>
              <a:rPr b="0" i="1" lang="fr-FR" sz="3200" strike="noStrike" u="none">
                <a:solidFill>
                  <a:srgbClr val="000000"/>
                </a:solidFill>
                <a:effectLst/>
                <a:uFillTx/>
                <a:latin typeface="Times New Roman"/>
                <a:ea typeface="Times New Roman"/>
              </a:rPr>
              <a:t>une forme d’énergie</a:t>
            </a:r>
            <a:r>
              <a:rPr b="0" lang="fr-FR" sz="3200" strike="noStrike" u="none">
                <a:solidFill>
                  <a:srgbClr val="000000"/>
                </a:solidFill>
                <a:effectLst/>
                <a:uFillTx/>
                <a:latin typeface="Times New Roman"/>
                <a:ea typeface="Times New Roman"/>
              </a:rPr>
              <a:t> échangée entre le système et le milieu extérieur </a:t>
            </a:r>
            <a:endParaRPr b="0" lang="en-US" sz="3200" strike="noStrike" u="none">
              <a:solidFill>
                <a:srgbClr val="000000"/>
              </a:solidFill>
              <a:effectLst/>
              <a:uFillTx/>
              <a:latin typeface="Arial"/>
            </a:endParaRPr>
          </a:p>
        </p:txBody>
      </p:sp>
      <p:sp>
        <p:nvSpPr>
          <p:cNvPr id="283" name="Rectangle 4"/>
          <p:cNvSpPr/>
          <p:nvPr/>
        </p:nvSpPr>
        <p:spPr>
          <a:xfrm>
            <a:off x="0" y="0"/>
            <a:ext cx="9144000" cy="571680"/>
          </a:xfrm>
          <a:prstGeom prst="rect">
            <a:avLst/>
          </a:prstGeom>
          <a:solidFill>
            <a:srgbClr val="4f81bd"/>
          </a:solidFill>
          <a:ln w="0">
            <a:noFill/>
          </a:ln>
        </p:spPr>
        <p:style>
          <a:lnRef idx="0"/>
          <a:fillRef idx="0"/>
          <a:effectRef idx="0"/>
          <a:fontRef idx="minor"/>
        </p:style>
        <p:txBody>
          <a:bodyPr lIns="90000" rIns="90000" tIns="46800" bIns="46800" anchor="b" anchorCtr="1">
            <a:noAutofit/>
          </a:bodyPr>
          <a:p>
            <a:pPr>
              <a:lnSpc>
                <a:spcPct val="15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800" strike="noStrike" u="none">
                <a:solidFill>
                  <a:srgbClr val="cc3300"/>
                </a:solidFill>
                <a:effectLst/>
                <a:uFillTx/>
                <a:latin typeface="Times New Roman"/>
                <a:ea typeface="Times New Roman"/>
              </a:rPr>
              <a:t>Séance 3 : </a:t>
            </a:r>
            <a:r>
              <a:rPr b="1" lang="fr-FR" sz="2800" strike="noStrike" u="none">
                <a:solidFill>
                  <a:srgbClr val="cc3300"/>
                </a:solidFill>
                <a:effectLst/>
                <a:uFillTx/>
                <a:latin typeface="Times New Roman"/>
                <a:ea typeface="Times New Roman"/>
              </a:rPr>
              <a:t>QUANTITE DE CHALEUR ET TRAVAIL</a:t>
            </a:r>
            <a:endParaRPr b="0" lang="en-US" sz="2800" strike="noStrike" u="none">
              <a:solidFill>
                <a:srgbClr val="000000"/>
              </a:solidFill>
              <a:effectLst/>
              <a:uFillTx/>
              <a:latin typeface="Arial"/>
            </a:endParaRPr>
          </a:p>
        </p:txBody>
      </p:sp>
      <mc:AlternateContent>
        <mc:Choice xmlns:a14="http://schemas.microsoft.com/office/drawing/2010/main" Requires="a14">
          <p:sp>
            <p:nvSpPr>
              <p:cNvPr id="284" name="Object 36"/>
              <p:cNvSpPr txBox="1"/>
              <p:nvPr/>
            </p:nvSpPr>
            <p:spPr>
              <a:xfrm>
                <a:off x="4489560" y="4118040"/>
                <a:ext cx="3611520" cy="890640"/>
              </a:xfrm>
              <a:prstGeom prst="rect">
                <a:avLst/>
              </a:prstGeom>
            </p:spPr>
            <p:txBody>
              <a:bodyPr/>
              <a:p>
                <a14:m>
                  <m:oMath xmlns:m="http://schemas.openxmlformats.org/officeDocument/2006/math">
                    <m:r>
                      <m:t xml:space="preserve">δW</m:t>
                    </m:r>
                    <m:r>
                      <m:t xml:space="preserve">=</m:t>
                    </m:r>
                    <m:r>
                      <m:t xml:space="preserve">−</m:t>
                    </m:r>
                    <m:sSub>
                      <m:e>
                        <m:r>
                          <m:t xml:space="preserve">P</m:t>
                        </m:r>
                      </m:e>
                      <m:sub>
                        <m:r>
                          <m:rPr>
                            <m:lit/>
                            <m:nor/>
                          </m:rPr>
                          <m:t xml:space="preserve">ext</m:t>
                        </m:r>
                      </m:sub>
                    </m:sSub>
                    <m:r>
                      <m:rPr>
                        <m:lit/>
                        <m:nor/>
                      </m:rPr>
                      <m:t xml:space="preserve">.</m:t>
                    </m:r>
                    <m:r>
                      <m:rPr>
                        <m:lit/>
                        <m:nor/>
                      </m:rPr>
                      <m:t xml:space="preserve">dV</m:t>
                    </m:r>
                  </m:oMath>
                </a14:m>
              </a:p>
            </p:txBody>
          </p:sp>
        </mc:Choice>
        <mc:Fallback>
          <p:sp>
            <p:nvSpPr>
              <p:cNvPr id="284" name="Object 36"/>
              <p:cNvSpPr txBox="1"/>
              <p:nvPr/>
            </p:nvSpPr>
            <p:spPr>
              <a:xfrm>
                <a:off x="4489560" y="4118040"/>
                <a:ext cx="3611520" cy="890640"/>
              </a:xfrm>
              <a:prstGeom prst="rect">
                <a:avLst/>
              </a:prstGeom>
              <a:blipFill>
                <a:blip r:embed="rId3"/>
                <a:stretch>
                  <a:fillRect/>
                </a:stretch>
              </a:blipFill>
            </p:spPr>
          </p:sp>
        </mc:Fallback>
      </mc:AlternateContent>
      <mc:AlternateContent>
        <mc:Choice xmlns:a14="http://schemas.microsoft.com/office/drawing/2010/main" Requires="a14">
          <p:sp>
            <p:nvSpPr>
              <p:cNvPr id="285" name="Object 37"/>
              <p:cNvSpPr txBox="1"/>
              <p:nvPr/>
            </p:nvSpPr>
            <p:spPr>
              <a:xfrm>
                <a:off x="6286680" y="571680"/>
                <a:ext cx="2047680" cy="1250640"/>
              </a:xfrm>
              <a:prstGeom prst="rect">
                <a:avLst/>
              </a:prstGeom>
            </p:spPr>
            <p:txBody>
              <a:bodyPr/>
              <a:p>
                <a14:m>
                  <m:oMath xmlns:m="http://schemas.openxmlformats.org/officeDocument/2006/math">
                    <m:sSub>
                      <m:e>
                        <m:r>
                          <m:t xml:space="preserve">P</m:t>
                        </m:r>
                      </m:e>
                      <m:sub>
                        <m:r>
                          <m:rPr>
                            <m:lit/>
                            <m:nor/>
                          </m:rPr>
                          <m:t xml:space="preserve">ext</m:t>
                        </m:r>
                      </m:sub>
                    </m:sSub>
                    <m:r>
                      <m:t xml:space="preserve">=</m:t>
                    </m:r>
                    <m:f>
                      <m:num>
                        <m:d>
                          <m:dPr>
                            <m:begChr m:val="|"/>
                            <m:endChr m:val="|"/>
                          </m:dPr>
                          <m:e>
                            <m:sSub>
                              <m:e>
                                <m:r>
                                  <m:t xml:space="preserve">F</m:t>
                                </m:r>
                              </m:e>
                              <m:sub>
                                <m:r>
                                  <m:rPr>
                                    <m:lit/>
                                    <m:nor/>
                                  </m:rPr>
                                  <m:t xml:space="preserve">ext</m:t>
                                </m:r>
                              </m:sub>
                            </m:sSub>
                          </m:e>
                        </m:d>
                      </m:num>
                      <m:den>
                        <m:r>
                          <m:t xml:space="preserve">S</m:t>
                        </m:r>
                      </m:den>
                    </m:f>
                  </m:oMath>
                </a14:m>
              </a:p>
            </p:txBody>
          </p:sp>
        </mc:Choice>
        <mc:Fallback>
          <p:sp>
            <p:nvSpPr>
              <p:cNvPr id="285" name="Object 37"/>
              <p:cNvSpPr txBox="1"/>
              <p:nvPr/>
            </p:nvSpPr>
            <p:spPr>
              <a:xfrm>
                <a:off x="6286680" y="571680"/>
                <a:ext cx="2047680" cy="1250640"/>
              </a:xfrm>
              <a:prstGeom prst="rect">
                <a:avLst/>
              </a:prstGeom>
              <a:blipFill>
                <a:blip r:embed="rId4"/>
                <a:stretch>
                  <a:fillRect/>
                </a:stretch>
              </a:blipFill>
            </p:spPr>
          </p:sp>
        </mc:Fallback>
      </mc:AlternateContent>
    </p:spTree>
  </p:cSld>
  <p:timing>
    <p:tnLst>
      <p:par>
        <p:cTn id="968" dur="indefinite" restart="never" nodeType="tmRoot">
          <p:childTnLst>
            <p:seq>
              <p:cTn id="969" dur="indefinite" nodeType="mainSeq">
                <p:childTnLst>
                  <p:par>
                    <p:cTn id="970" nodeType="clickEffect" fill="hold">
                      <p:stCondLst>
                        <p:cond delay="indefinite"/>
                      </p:stCondLst>
                      <p:childTnLst>
                        <p:par>
                          <p:cTn id="971" nodeType="withEffect" fill="hold">
                            <p:stCondLst>
                              <p:cond delay="0"/>
                            </p:stCondLst>
                            <p:childTnLst>
                              <p:par>
                                <p:cTn id="972" nodeType="clickEffect" fill="hold" presetClass="entr" presetID="27">
                                  <p:stCondLst>
                                    <p:cond delay="0"/>
                                  </p:stCondLst>
                                  <p:iterate type="lt">
                                    <p:tmAbs val="40"/>
                                  </p:iterate>
                                  <p:childTnLst>
                                    <p:set>
                                      <p:cBhvr>
                                        <p:cTn id="973" dur="1" fill="hold">
                                          <p:stCondLst>
                                            <p:cond delay="0"/>
                                          </p:stCondLst>
                                        </p:cTn>
                                        <p:tgtEl>
                                          <p:spTgt spid="251"/>
                                        </p:tgtEl>
                                        <p:attrNameLst>
                                          <p:attrName>style.visibility</p:attrName>
                                        </p:attrNameLst>
                                      </p:cBhvr>
                                      <p:to>
                                        <p:strVal val="visible"/>
                                      </p:to>
                                    </p:set>
                                    <p:anim calcmode="discrete" valueType="clr">
                                      <p:cBhvr additive="repl">
                                        <p:cTn id="974" dur="80"/>
                                        <p:tgtEl>
                                          <p:spTgt spid="251"/>
                                        </p:tgtEl>
                                        <p:attrNameLst>
                                          <p:attrName>style.color</p:attrName>
                                        </p:attrNameLst>
                                      </p:cBhvr>
                                      <p:tavLst>
                                        <p:tav tm="0">
                                          <p:val>
                                            <p:strVal val="rgb(77,80,-64)"/>
                                          </p:val>
                                        </p:tav>
                                        <p:tav tm="50000">
                                          <p:val>
                                            <p:strVal val="rgb(-1,0,0)"/>
                                          </p:val>
                                        </p:tav>
                                      </p:tavLst>
                                    </p:anim>
                                    <p:anim calcmode="discrete" valueType="clr">
                                      <p:cBhvr additive="repl">
                                        <p:cTn id="975" dur="80"/>
                                        <p:tgtEl>
                                          <p:spTgt spid="251"/>
                                        </p:tgtEl>
                                        <p:attrNameLst>
                                          <p:attrName>fillcolor</p:attrName>
                                        </p:attrNameLst>
                                      </p:cBhvr>
                                      <p:tavLst>
                                        <p:tav tm="0">
                                          <p:val>
                                            <p:strVal val="rgb(77,80,-64)"/>
                                          </p:val>
                                        </p:tav>
                                        <p:tav tm="50000">
                                          <p:val>
                                            <p:strVal val="rgb(-1,0,0)"/>
                                          </p:val>
                                        </p:tav>
                                      </p:tavLst>
                                    </p:anim>
                                    <p:set>
                                      <p:cBhvr>
                                        <p:cTn id="976" dur="80"/>
                                        <p:tgtEl>
                                          <p:spTgt spid="251"/>
                                        </p:tgtEl>
                                        <p:attrNameLst>
                                          <p:attrName>fill.type</p:attrName>
                                        </p:attrNameLst>
                                      </p:cBhvr>
                                      <p:to>
                                        <p:strVal val="solid"/>
                                      </p:to>
                                    </p:set>
                                  </p:childTnLst>
                                </p:cTn>
                              </p:par>
                            </p:childTnLst>
                          </p:cTn>
                        </p:par>
                      </p:childTnLst>
                    </p:cTn>
                  </p:par>
                  <p:par>
                    <p:cTn id="977" nodeType="clickEffect" fill="hold">
                      <p:stCondLst>
                        <p:cond delay="indefinite"/>
                      </p:stCondLst>
                      <p:childTnLst>
                        <p:par>
                          <p:cTn id="978" nodeType="withEffect" fill="hold">
                            <p:stCondLst>
                              <p:cond delay="0"/>
                            </p:stCondLst>
                            <p:childTnLst>
                              <p:par>
                                <p:cTn id="979" nodeType="clickEffect" fill="hold" presetClass="emph" presetID="6">
                                  <p:stCondLst>
                                    <p:cond delay="0"/>
                                  </p:stCondLst>
                                  <p:childTnLst>
                                    <p:animScale>
                                      <p:cBhvr>
                                        <p:cTn id="980" dur="2000" fill="hold"/>
                                        <p:tgtEl>
                                          <p:spTgt spid="285"/>
                                        </p:tgtEl>
                                      </p:cBhvr>
                                      <p:to x="150000" y="150000"/>
                                    </p:animScale>
                                  </p:childTnLst>
                                </p:cTn>
                              </p:par>
                            </p:childTnLst>
                          </p:cTn>
                        </p:par>
                      </p:childTnLst>
                    </p:cTn>
                  </p:par>
                  <p:par>
                    <p:cTn id="981" nodeType="clickEffect" fill="hold">
                      <p:stCondLst>
                        <p:cond delay="indefinite"/>
                      </p:stCondLst>
                      <p:childTnLst>
                        <p:par>
                          <p:cTn id="982" nodeType="withEffect" fill="hold">
                            <p:stCondLst>
                              <p:cond delay="0"/>
                            </p:stCondLst>
                            <p:childTnLst>
                              <p:par>
                                <p:cTn id="983" nodeType="clickEffect" fill="hold" presetClass="entr" presetID="52">
                                  <p:stCondLst>
                                    <p:cond delay="0"/>
                                  </p:stCondLst>
                                  <p:childTnLst>
                                    <p:set>
                                      <p:cBhvr>
                                        <p:cTn id="984" dur="1" fill="hold">
                                          <p:stCondLst>
                                            <p:cond delay="0"/>
                                          </p:stCondLst>
                                        </p:cTn>
                                        <p:tgtEl>
                                          <p:spTgt spid="279"/>
                                        </p:tgtEl>
                                        <p:attrNameLst>
                                          <p:attrName>style.visibility</p:attrName>
                                        </p:attrNameLst>
                                      </p:cBhvr>
                                      <p:to>
                                        <p:strVal val="visible"/>
                                      </p:to>
                                    </p:set>
                                    <p:animScale>
                                      <p:cBhvr>
                                        <p:cTn id="985" dur="1000" fill="hold">
                                          <p:stCondLst>
                                            <p:cond delay="0"/>
                                          </p:stCondLst>
                                        </p:cTn>
                                        <p:tgtEl>
                                          <p:spTgt spid="279"/>
                                        </p:tgtEl>
                                      </p:cBhvr>
                                      <p:from x="250000" y="250000"/>
                                      <p:to x="100000" y="100000"/>
                                    </p:animScale>
                                    <p:animMotion origin="layout" path="M -0.46736 0.92887 C -0.37517 0.88508 -0.02552 0.75279 0.0908 0.66613 C 0.20747 0.57948 0.21649 0.50394 0.23177 0.40825 C 0.24705 0.31256 0.22118 0.15964 0.18264 0.09152 C 0.1441 0.02341 0.03802 0 0 0 E">
                                      <p:cBhvr>
                                        <p:cTn id="986" dur="1000" fill="hold">
                                          <p:stCondLst>
                                            <p:cond delay="0"/>
                                          </p:stCondLst>
                                        </p:cTn>
                                        <p:tgtEl>
                                          <p:spTgt spid="279"/>
                                        </p:tgtEl>
                                      </p:cBhvr>
                                    </p:animMotion>
                                    <p:animEffect filter="fade" transition="in">
                                      <p:cBhvr additive="repl">
                                        <p:cTn id="987" dur="1000"/>
                                        <p:tgtEl>
                                          <p:spTgt spid="279"/>
                                        </p:tgtEl>
                                      </p:cBhvr>
                                    </p:animEffect>
                                  </p:childTnLst>
                                </p:cTn>
                              </p:par>
                              <p:par>
                                <p:cTn id="988" nodeType="withEffect" fill="hold" presetClass="entr" presetID="52">
                                  <p:stCondLst>
                                    <p:cond delay="0"/>
                                  </p:stCondLst>
                                  <p:childTnLst>
                                    <p:set>
                                      <p:cBhvr>
                                        <p:cTn id="989" dur="1" fill="hold">
                                          <p:stCondLst>
                                            <p:cond delay="0"/>
                                          </p:stCondLst>
                                        </p:cTn>
                                        <p:tgtEl>
                                          <p:spTgt spid="280"/>
                                        </p:tgtEl>
                                        <p:attrNameLst>
                                          <p:attrName>style.visibility</p:attrName>
                                        </p:attrNameLst>
                                      </p:cBhvr>
                                      <p:to>
                                        <p:strVal val="visible"/>
                                      </p:to>
                                    </p:set>
                                    <p:animScale>
                                      <p:cBhvr>
                                        <p:cTn id="990" dur="1000" fill="hold">
                                          <p:stCondLst>
                                            <p:cond delay="0"/>
                                          </p:stCondLst>
                                        </p:cTn>
                                        <p:tgtEl>
                                          <p:spTgt spid="280"/>
                                        </p:tgtEl>
                                      </p:cBhvr>
                                      <p:from x="250000" y="250000"/>
                                      <p:to x="100000" y="100000"/>
                                    </p:animScale>
                                    <p:animMotion origin="layout" path="M -0.46736 0.92887 C -0.37517 0.88508 -0.02552 0.75279 0.0908 0.66613 C 0.20747 0.57948 0.21649 0.50394 0.23177 0.40825 C 0.24705 0.31256 0.22118 0.15964 0.18264 0.09152 C 0.1441 0.02341 0.03802 0 0 0 E">
                                      <p:cBhvr>
                                        <p:cTn id="991" dur="1000" fill="hold">
                                          <p:stCondLst>
                                            <p:cond delay="0"/>
                                          </p:stCondLst>
                                        </p:cTn>
                                        <p:tgtEl>
                                          <p:spTgt spid="280"/>
                                        </p:tgtEl>
                                      </p:cBhvr>
                                    </p:animMotion>
                                    <p:animEffect filter="fade" transition="in">
                                      <p:cBhvr additive="repl">
                                        <p:cTn id="992" dur="1000"/>
                                        <p:tgtEl>
                                          <p:spTgt spid="280"/>
                                        </p:tgtEl>
                                      </p:cBhvr>
                                    </p:animEffect>
                                  </p:childTnLst>
                                </p:cTn>
                              </p:par>
                            </p:childTnLst>
                          </p:cTn>
                        </p:par>
                      </p:childTnLst>
                    </p:cTn>
                  </p:par>
                  <p:par>
                    <p:cTn id="993" nodeType="clickEffect" fill="hold">
                      <p:stCondLst>
                        <p:cond delay="indefinite"/>
                      </p:stCondLst>
                      <p:childTnLst>
                        <p:par>
                          <p:cTn id="994" nodeType="withEffect" fill="hold">
                            <p:stCondLst>
                              <p:cond delay="0"/>
                            </p:stCondLst>
                            <p:childTnLst>
                              <p:par>
                                <p:cTn id="995" nodeType="clickEffect" fill="hold" presetClass="entr" presetID="27">
                                  <p:stCondLst>
                                    <p:cond delay="0"/>
                                  </p:stCondLst>
                                  <p:iterate type="lt">
                                    <p:tmAbs val="40"/>
                                  </p:iterate>
                                  <p:childTnLst>
                                    <p:set>
                                      <p:cBhvr>
                                        <p:cTn id="996" dur="1" fill="hold">
                                          <p:stCondLst>
                                            <p:cond delay="0"/>
                                          </p:stCondLst>
                                        </p:cTn>
                                        <p:tgtEl>
                                          <p:spTgt spid="281">
                                            <p:txEl>
                                              <p:pRg st="0" end="0"/>
                                            </p:txEl>
                                          </p:spTgt>
                                        </p:tgtEl>
                                        <p:attrNameLst>
                                          <p:attrName>style.visibility</p:attrName>
                                        </p:attrNameLst>
                                      </p:cBhvr>
                                      <p:to>
                                        <p:strVal val="visible"/>
                                      </p:to>
                                    </p:set>
                                    <p:anim calcmode="discrete" valueType="clr">
                                      <p:cBhvr additive="repl">
                                        <p:cTn id="997" dur="80"/>
                                        <p:tgtEl>
                                          <p:spTgt spid="281">
                                            <p:txEl>
                                              <p:pRg st="0" end="0"/>
                                            </p:txEl>
                                          </p:spTgt>
                                        </p:tgtEl>
                                        <p:attrNameLst>
                                          <p:attrName>style.color</p:attrName>
                                        </p:attrNameLst>
                                      </p:cBhvr>
                                      <p:tavLst>
                                        <p:tav tm="0">
                                          <p:val>
                                            <p:strVal val="rgb(77,80,-64)"/>
                                          </p:val>
                                        </p:tav>
                                        <p:tav tm="50000">
                                          <p:val>
                                            <p:strVal val="rgb(-1,0,0)"/>
                                          </p:val>
                                        </p:tav>
                                      </p:tavLst>
                                    </p:anim>
                                    <p:anim calcmode="discrete" valueType="clr">
                                      <p:cBhvr additive="repl">
                                        <p:cTn id="998" dur="80"/>
                                        <p:tgtEl>
                                          <p:spTgt spid="281">
                                            <p:txEl>
                                              <p:pRg st="0" end="0"/>
                                            </p:txEl>
                                          </p:spTgt>
                                        </p:tgtEl>
                                        <p:attrNameLst>
                                          <p:attrName>fillcolor</p:attrName>
                                        </p:attrNameLst>
                                      </p:cBhvr>
                                      <p:tavLst>
                                        <p:tav tm="0">
                                          <p:val>
                                            <p:strVal val="rgb(77,80,-64)"/>
                                          </p:val>
                                        </p:tav>
                                        <p:tav tm="50000">
                                          <p:val>
                                            <p:strVal val="rgb(-1,0,0)"/>
                                          </p:val>
                                        </p:tav>
                                      </p:tavLst>
                                    </p:anim>
                                    <p:set>
                                      <p:cBhvr>
                                        <p:cTn id="999" dur="80"/>
                                        <p:tgtEl>
                                          <p:spTgt spid="281">
                                            <p:txEl>
                                              <p:pRg st="0" end="0"/>
                                            </p:txEl>
                                          </p:spTgt>
                                        </p:tgtEl>
                                        <p:attrNameLst>
                                          <p:attrName>fill.type</p:attrName>
                                        </p:attrNameLst>
                                      </p:cBhvr>
                                      <p:to>
                                        <p:strVal val="solid"/>
                                      </p:to>
                                    </p:set>
                                  </p:childTnLst>
                                </p:cTn>
                              </p:par>
                            </p:childTnLst>
                          </p:cTn>
                        </p:par>
                      </p:childTnLst>
                    </p:cTn>
                  </p:par>
                  <p:par>
                    <p:cTn id="1000" nodeType="clickEffect" fill="hold">
                      <p:stCondLst>
                        <p:cond delay="indefinite"/>
                      </p:stCondLst>
                      <p:childTnLst>
                        <p:par>
                          <p:cTn id="1001" nodeType="withEffect" fill="hold">
                            <p:stCondLst>
                              <p:cond delay="0"/>
                            </p:stCondLst>
                            <p:childTnLst>
                              <p:par>
                                <p:cTn id="1002" nodeType="clickEffect" fill="hold" presetClass="entr" presetID="27">
                                  <p:stCondLst>
                                    <p:cond delay="0"/>
                                  </p:stCondLst>
                                  <p:iterate type="lt">
                                    <p:tmAbs val="40"/>
                                  </p:iterate>
                                  <p:childTnLst>
                                    <p:set>
                                      <p:cBhvr>
                                        <p:cTn id="1003" dur="1" fill="hold">
                                          <p:stCondLst>
                                            <p:cond delay="0"/>
                                          </p:stCondLst>
                                        </p:cTn>
                                        <p:tgtEl>
                                          <p:spTgt spid="282"/>
                                        </p:tgtEl>
                                        <p:attrNameLst>
                                          <p:attrName>style.visibility</p:attrName>
                                        </p:attrNameLst>
                                      </p:cBhvr>
                                      <p:to>
                                        <p:strVal val="visible"/>
                                      </p:to>
                                    </p:set>
                                    <p:anim calcmode="discrete" valueType="clr">
                                      <p:cBhvr additive="repl">
                                        <p:cTn id="1004" dur="80"/>
                                        <p:tgtEl>
                                          <p:spTgt spid="282"/>
                                        </p:tgtEl>
                                        <p:attrNameLst>
                                          <p:attrName>style.color</p:attrName>
                                        </p:attrNameLst>
                                      </p:cBhvr>
                                      <p:tavLst>
                                        <p:tav tm="0">
                                          <p:val>
                                            <p:strVal val="rgb(77,80,-64)"/>
                                          </p:val>
                                        </p:tav>
                                        <p:tav tm="50000">
                                          <p:val>
                                            <p:strVal val="rgb(-1,0,0)"/>
                                          </p:val>
                                        </p:tav>
                                      </p:tavLst>
                                    </p:anim>
                                    <p:anim calcmode="discrete" valueType="clr">
                                      <p:cBhvr additive="repl">
                                        <p:cTn id="1005" dur="80"/>
                                        <p:tgtEl>
                                          <p:spTgt spid="282"/>
                                        </p:tgtEl>
                                        <p:attrNameLst>
                                          <p:attrName>fillcolor</p:attrName>
                                        </p:attrNameLst>
                                      </p:cBhvr>
                                      <p:tavLst>
                                        <p:tav tm="0">
                                          <p:val>
                                            <p:strVal val="rgb(77,80,-64)"/>
                                          </p:val>
                                        </p:tav>
                                        <p:tav tm="50000">
                                          <p:val>
                                            <p:strVal val="rgb(-1,0,0)"/>
                                          </p:val>
                                        </p:tav>
                                      </p:tavLst>
                                    </p:anim>
                                    <p:set>
                                      <p:cBhvr>
                                        <p:cTn id="1006" dur="80"/>
                                        <p:tgtEl>
                                          <p:spTgt spid="282"/>
                                        </p:tgtEl>
                                        <p:attrNameLst>
                                          <p:attrName>fill.type</p:attrName>
                                        </p:attrNameLst>
                                      </p:cBhvr>
                                      <p:to>
                                        <p:strVal val="solid"/>
                                      </p:to>
                                    </p:set>
                                  </p:childTnLst>
                                </p:cTn>
                              </p:par>
                            </p:childTnLst>
                          </p:cTn>
                        </p:par>
                      </p:childTnLst>
                    </p:cTn>
                  </p:par>
                  <p:par>
                    <p:cTn id="1007" nodeType="clickEffect" fill="hold">
                      <p:stCondLst>
                        <p:cond delay="indefinite"/>
                      </p:stCondLst>
                      <p:childTnLst>
                        <p:par>
                          <p:cTn id="1008" nodeType="withEffect" fill="hold">
                            <p:stCondLst>
                              <p:cond delay="0"/>
                            </p:stCondLst>
                            <p:childTnLst>
                              <p:par>
                                <p:cTn id="1009" nodeType="clickEffect" fill="hold" presetClass="entr" presetID="22" presetSubtype="4">
                                  <p:stCondLst>
                                    <p:cond delay="0"/>
                                  </p:stCondLst>
                                  <p:childTnLst>
                                    <p:set>
                                      <p:cBhvr>
                                        <p:cTn id="1010" dur="1" fill="hold">
                                          <p:stCondLst>
                                            <p:cond delay="0"/>
                                          </p:stCondLst>
                                        </p:cTn>
                                        <p:tgtEl>
                                          <p:spTgt spid="284"/>
                                        </p:tgtEl>
                                        <p:attrNameLst>
                                          <p:attrName>style.visibility</p:attrName>
                                        </p:attrNameLst>
                                      </p:cBhvr>
                                      <p:to>
                                        <p:strVal val="visible"/>
                                      </p:to>
                                    </p:set>
                                    <p:animEffect filter="wipe(down)" transition="in">
                                      <p:cBhvr additive="repl">
                                        <p:cTn id="1011" dur="500"/>
                                        <p:tgtEl>
                                          <p:spTgt spid="28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6" name="Rectangle 6"/>
          <p:cNvSpPr/>
          <p:nvPr/>
        </p:nvSpPr>
        <p:spPr>
          <a:xfrm>
            <a:off x="574560" y="519120"/>
            <a:ext cx="1965600" cy="520920"/>
          </a:xfrm>
          <a:prstGeom prst="rect">
            <a:avLst/>
          </a:prstGeom>
          <a:noFill/>
          <a:ln w="0">
            <a:noFill/>
          </a:ln>
        </p:spPr>
        <p:style>
          <a:lnRef idx="0"/>
          <a:fillRef idx="0"/>
          <a:effectRef idx="0"/>
          <a:fontRef idx="minor"/>
        </p:style>
        <p:txBody>
          <a:bodyPr wrap="none" lIns="90000" rIns="90000" tIns="46800" bIns="46800" anchor="ctr">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800" strike="noStrike" u="none">
                <a:solidFill>
                  <a:srgbClr val="c00000"/>
                </a:solidFill>
                <a:effectLst/>
                <a:uFillTx/>
                <a:latin typeface="Times New Roman"/>
                <a:ea typeface="Times New Roman"/>
              </a:rPr>
              <a:t>Remarques :</a:t>
            </a:r>
            <a:endParaRPr b="0" lang="en-US" sz="2800" strike="noStrike" u="none">
              <a:solidFill>
                <a:srgbClr val="000000"/>
              </a:solidFill>
              <a:effectLst/>
              <a:uFillTx/>
              <a:latin typeface="Arial"/>
            </a:endParaRPr>
          </a:p>
        </p:txBody>
      </p:sp>
      <p:sp>
        <p:nvSpPr>
          <p:cNvPr id="287" name="Text Box 7"/>
          <p:cNvSpPr/>
          <p:nvPr/>
        </p:nvSpPr>
        <p:spPr>
          <a:xfrm>
            <a:off x="-214200" y="1285920"/>
            <a:ext cx="9144000" cy="2531880"/>
          </a:xfrm>
          <a:prstGeom prst="rect">
            <a:avLst/>
          </a:prstGeom>
          <a:noFill/>
          <a:ln w="0">
            <a:noFill/>
          </a:ln>
        </p:spPr>
        <p:style>
          <a:lnRef idx="0"/>
          <a:fillRef idx="0"/>
          <a:effectRef idx="0"/>
          <a:fontRef idx="minor"/>
        </p:style>
        <p:txBody>
          <a:bodyPr lIns="90000" rIns="90000" tIns="46800" bIns="46800" anchor="t">
            <a:spAutoFit/>
          </a:bodyPr>
          <a:p>
            <a:pPr marL="457200" indent="-457200" algn="just">
              <a:lnSpc>
                <a:spcPct val="100000"/>
              </a:lnSpc>
              <a:spcBef>
                <a:spcPts val="2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4000" strike="noStrike" u="none">
                <a:solidFill>
                  <a:srgbClr val="c00000"/>
                </a:solidFill>
                <a:effectLst/>
                <a:uFillTx/>
                <a:latin typeface="Times New Roman"/>
                <a:ea typeface="Times New Roman"/>
              </a:rPr>
              <a:t>	</a:t>
            </a:r>
            <a:r>
              <a:rPr b="1" lang="fr-FR" sz="4000" strike="noStrike" u="none">
                <a:solidFill>
                  <a:srgbClr val="c00000"/>
                </a:solidFill>
                <a:effectLst/>
                <a:uFillTx/>
                <a:latin typeface="Times New Roman"/>
                <a:ea typeface="Times New Roman"/>
              </a:rPr>
              <a:t>a)</a:t>
            </a:r>
            <a:r>
              <a:rPr b="0" lang="fr-FR" sz="4000" strike="noStrike" u="none">
                <a:solidFill>
                  <a:srgbClr val="c00000"/>
                </a:solidFill>
                <a:effectLst/>
                <a:uFillTx/>
                <a:latin typeface="Times New Roman"/>
                <a:ea typeface="Times New Roman"/>
              </a:rPr>
              <a:t> </a:t>
            </a:r>
            <a:r>
              <a:rPr b="0" lang="fr-FR" sz="4000" strike="noStrike" u="none">
                <a:solidFill>
                  <a:srgbClr val="000000"/>
                </a:solidFill>
                <a:effectLst/>
                <a:uFillTx/>
                <a:latin typeface="Times New Roman"/>
                <a:ea typeface="Times New Roman"/>
              </a:rPr>
              <a:t>si le piston se déplace vers la droite alors </a:t>
            </a:r>
            <a:r>
              <a:rPr b="0" i="1" lang="fr-FR" sz="4000" strike="noStrike" u="none">
                <a:solidFill>
                  <a:srgbClr val="c00000"/>
                </a:solidFill>
                <a:effectLst/>
                <a:uFillTx/>
                <a:latin typeface="Times New Roman"/>
                <a:ea typeface="Times New Roman"/>
              </a:rPr>
              <a:t>dV</a:t>
            </a:r>
            <a:r>
              <a:rPr b="0" lang="fr-FR" sz="4000" strike="noStrike" u="none">
                <a:solidFill>
                  <a:srgbClr val="000000"/>
                </a:solidFill>
                <a:effectLst/>
                <a:uFillTx/>
                <a:latin typeface="Times New Roman"/>
                <a:ea typeface="Times New Roman"/>
              </a:rPr>
              <a:t> augmente </a:t>
            </a:r>
            <a:r>
              <a:rPr b="0" lang="fr-FR" sz="4000" strike="noStrike" u="none">
                <a:solidFill>
                  <a:srgbClr val="c00000"/>
                </a:solidFill>
                <a:effectLst/>
                <a:uFillTx/>
                <a:latin typeface="Times New Roman"/>
                <a:ea typeface="Times New Roman"/>
              </a:rPr>
              <a:t>(</a:t>
            </a:r>
            <a:r>
              <a:rPr b="0" i="1" lang="fr-FR" sz="4000" strike="noStrike" u="none">
                <a:solidFill>
                  <a:srgbClr val="c00000"/>
                </a:solidFill>
                <a:effectLst/>
                <a:uFillTx/>
                <a:latin typeface="Times New Roman"/>
                <a:ea typeface="Times New Roman"/>
              </a:rPr>
              <a:t>dV </a:t>
            </a:r>
            <a:r>
              <a:rPr b="0" lang="fr-FR" sz="4000" strike="noStrike" u="none">
                <a:solidFill>
                  <a:srgbClr val="c00000"/>
                </a:solidFill>
                <a:effectLst/>
                <a:uFillTx/>
                <a:latin typeface="Times New Roman"/>
                <a:ea typeface="Times New Roman"/>
              </a:rPr>
              <a:t>&gt; 0) </a:t>
            </a:r>
            <a:r>
              <a:rPr b="0" lang="fr-FR" sz="4000" strike="noStrike" u="none">
                <a:solidFill>
                  <a:srgbClr val="000000"/>
                </a:solidFill>
                <a:effectLst/>
                <a:uFillTx/>
                <a:latin typeface="Times New Roman"/>
                <a:ea typeface="Times New Roman"/>
              </a:rPr>
              <a:t>et le travail est </a:t>
            </a:r>
            <a:r>
              <a:rPr b="0" i="1" lang="fr-FR" sz="4000" strike="noStrike" u="none">
                <a:solidFill>
                  <a:srgbClr val="000000"/>
                </a:solidFill>
                <a:effectLst/>
                <a:uFillTx/>
                <a:latin typeface="Times New Roman"/>
                <a:ea typeface="Times New Roman"/>
              </a:rPr>
              <a:t>cédé</a:t>
            </a:r>
            <a:r>
              <a:rPr b="0" lang="fr-FR" sz="4000" strike="noStrike" u="none">
                <a:solidFill>
                  <a:srgbClr val="000000"/>
                </a:solidFill>
                <a:effectLst/>
                <a:uFillTx/>
                <a:latin typeface="Times New Roman"/>
                <a:ea typeface="Times New Roman"/>
              </a:rPr>
              <a:t> ou </a:t>
            </a:r>
            <a:r>
              <a:rPr b="0" i="1" lang="fr-FR" sz="4000" strike="noStrike" u="none">
                <a:solidFill>
                  <a:srgbClr val="000000"/>
                </a:solidFill>
                <a:effectLst/>
                <a:uFillTx/>
                <a:latin typeface="Times New Roman"/>
                <a:ea typeface="Times New Roman"/>
              </a:rPr>
              <a:t>fournie</a:t>
            </a:r>
            <a:r>
              <a:rPr b="0" lang="fr-FR" sz="4000" strike="noStrike" u="none">
                <a:solidFill>
                  <a:srgbClr val="000000"/>
                </a:solidFill>
                <a:effectLst/>
                <a:uFillTx/>
                <a:latin typeface="Times New Roman"/>
                <a:ea typeface="Times New Roman"/>
              </a:rPr>
              <a:t> au milieu extérieur </a:t>
            </a:r>
            <a:r>
              <a:rPr b="0" lang="fr-FR" sz="4000" strike="noStrike" u="none">
                <a:solidFill>
                  <a:srgbClr val="c00000"/>
                </a:solidFill>
                <a:effectLst/>
                <a:uFillTx/>
                <a:latin typeface="Times New Roman"/>
                <a:ea typeface="Times New Roman"/>
              </a:rPr>
              <a:t>(</a:t>
            </a:r>
            <a:r>
              <a:rPr b="0" lang="fr-FR" sz="4000" strike="noStrike" u="none">
                <a:solidFill>
                  <a:srgbClr val="c00000"/>
                </a:solidFill>
                <a:effectLst/>
                <a:uFillTx/>
                <a:latin typeface="Symbol"/>
                <a:ea typeface="Symbol"/>
              </a:rPr>
              <a:t></a:t>
            </a:r>
            <a:r>
              <a:rPr b="0" i="1" lang="fr-FR" sz="4000" strike="noStrike" u="none">
                <a:solidFill>
                  <a:srgbClr val="c00000"/>
                </a:solidFill>
                <a:effectLst/>
                <a:uFillTx/>
                <a:latin typeface="Times New Roman"/>
                <a:ea typeface="Times New Roman"/>
              </a:rPr>
              <a:t>W</a:t>
            </a:r>
            <a:r>
              <a:rPr b="0" lang="fr-FR" sz="4000" strike="noStrike" u="none">
                <a:solidFill>
                  <a:srgbClr val="c00000"/>
                </a:solidFill>
                <a:effectLst/>
                <a:uFillTx/>
                <a:latin typeface="Times New Roman"/>
                <a:ea typeface="Times New Roman"/>
              </a:rPr>
              <a:t> &lt; 0).</a:t>
            </a:r>
            <a:endParaRPr b="0" lang="en-US" sz="4000" strike="noStrike" u="none">
              <a:solidFill>
                <a:srgbClr val="000000"/>
              </a:solidFill>
              <a:effectLst/>
              <a:uFillTx/>
              <a:latin typeface="Arial"/>
            </a:endParaRPr>
          </a:p>
        </p:txBody>
      </p:sp>
      <p:sp>
        <p:nvSpPr>
          <p:cNvPr id="288" name="Rectangle 9"/>
          <p:cNvSpPr/>
          <p:nvPr/>
        </p:nvSpPr>
        <p:spPr>
          <a:xfrm>
            <a:off x="285840" y="4143240"/>
            <a:ext cx="7858080" cy="1922400"/>
          </a:xfrm>
          <a:prstGeom prst="rect">
            <a:avLst/>
          </a:prstGeom>
          <a:noFill/>
          <a:ln w="0">
            <a:noFill/>
          </a:ln>
        </p:spPr>
        <p:style>
          <a:lnRef idx="0"/>
          <a:fillRef idx="0"/>
          <a:effectRef idx="0"/>
          <a:fontRef idx="minor"/>
        </p:style>
        <p:txBody>
          <a:bodyPr lIns="90000" rIns="90000" tIns="46800" bIns="46800" anchor="t">
            <a:spAutoFit/>
          </a:bodyPr>
          <a:p>
            <a:pPr algn="just">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4000" strike="noStrike" u="none">
                <a:solidFill>
                  <a:srgbClr val="c00000"/>
                </a:solidFill>
                <a:effectLst/>
                <a:uFillTx/>
                <a:latin typeface="Times New Roman"/>
                <a:ea typeface="Times New Roman"/>
              </a:rPr>
              <a:t>b)</a:t>
            </a:r>
            <a:r>
              <a:rPr b="0" lang="fr-FR" sz="4000" strike="noStrike" u="none">
                <a:solidFill>
                  <a:srgbClr val="c00000"/>
                </a:solidFill>
                <a:effectLst/>
                <a:uFillTx/>
                <a:latin typeface="Times New Roman"/>
                <a:ea typeface="Times New Roman"/>
              </a:rPr>
              <a:t> </a:t>
            </a:r>
            <a:r>
              <a:rPr b="0" lang="fr-FR" sz="4000" strike="noStrike" u="none">
                <a:solidFill>
                  <a:srgbClr val="000000"/>
                </a:solidFill>
                <a:effectLst/>
                <a:uFillTx/>
                <a:latin typeface="Times New Roman"/>
                <a:ea typeface="Times New Roman"/>
              </a:rPr>
              <a:t>le travail est reçu par le système </a:t>
            </a:r>
            <a:r>
              <a:rPr b="0" lang="fr-FR" sz="4000" strike="noStrike" u="none">
                <a:solidFill>
                  <a:srgbClr val="c00000"/>
                </a:solidFill>
                <a:effectLst/>
                <a:uFillTx/>
                <a:latin typeface="Times New Roman"/>
                <a:ea typeface="Times New Roman"/>
              </a:rPr>
              <a:t>(</a:t>
            </a:r>
            <a:r>
              <a:rPr b="0" lang="fr-FR" sz="4000" strike="noStrike" u="none">
                <a:solidFill>
                  <a:srgbClr val="c00000"/>
                </a:solidFill>
                <a:effectLst/>
                <a:uFillTx/>
                <a:latin typeface="Symbol"/>
                <a:ea typeface="Symbol"/>
              </a:rPr>
              <a:t></a:t>
            </a:r>
            <a:r>
              <a:rPr b="0" i="1" lang="fr-FR" sz="4000" strike="noStrike" u="none">
                <a:solidFill>
                  <a:srgbClr val="c00000"/>
                </a:solidFill>
                <a:effectLst/>
                <a:uFillTx/>
                <a:latin typeface="Times New Roman"/>
                <a:ea typeface="Times New Roman"/>
              </a:rPr>
              <a:t>W </a:t>
            </a:r>
            <a:r>
              <a:rPr b="0" lang="fr-FR" sz="4000" strike="noStrike" u="none">
                <a:solidFill>
                  <a:srgbClr val="c00000"/>
                </a:solidFill>
                <a:effectLst/>
                <a:uFillTx/>
                <a:latin typeface="Times New Roman"/>
                <a:ea typeface="Times New Roman"/>
              </a:rPr>
              <a:t>&gt; 0)</a:t>
            </a:r>
            <a:r>
              <a:rPr b="0" lang="fr-FR" sz="4000" strike="noStrike" u="none">
                <a:solidFill>
                  <a:srgbClr val="000000"/>
                </a:solidFill>
                <a:effectLst/>
                <a:uFillTx/>
                <a:latin typeface="Times New Roman"/>
                <a:ea typeface="Times New Roman"/>
              </a:rPr>
              <a:t> s’il y a diminution du volume </a:t>
            </a:r>
            <a:r>
              <a:rPr b="0" lang="fr-FR" sz="4000" strike="noStrike" u="none">
                <a:solidFill>
                  <a:srgbClr val="c00000"/>
                </a:solidFill>
                <a:effectLst/>
                <a:uFillTx/>
                <a:latin typeface="Times New Roman"/>
                <a:ea typeface="Times New Roman"/>
              </a:rPr>
              <a:t>(</a:t>
            </a:r>
            <a:r>
              <a:rPr b="0" i="1" lang="fr-FR" sz="4000" strike="noStrike" u="none">
                <a:solidFill>
                  <a:srgbClr val="c00000"/>
                </a:solidFill>
                <a:effectLst/>
                <a:uFillTx/>
                <a:latin typeface="Times New Roman"/>
                <a:ea typeface="Times New Roman"/>
              </a:rPr>
              <a:t>dV </a:t>
            </a:r>
            <a:r>
              <a:rPr b="0" lang="fr-FR" sz="4000" strike="noStrike" u="none">
                <a:solidFill>
                  <a:srgbClr val="c00000"/>
                </a:solidFill>
                <a:effectLst/>
                <a:uFillTx/>
                <a:latin typeface="Times New Roman"/>
                <a:ea typeface="Times New Roman"/>
              </a:rPr>
              <a:t>&lt; 0).</a:t>
            </a:r>
            <a:endParaRPr b="0" lang="en-US" sz="4000" strike="noStrike" u="none">
              <a:solidFill>
                <a:srgbClr val="000000"/>
              </a:solidFill>
              <a:effectLst/>
              <a:uFillTx/>
              <a:latin typeface="Arial"/>
            </a:endParaRPr>
          </a:p>
        </p:txBody>
      </p:sp>
      <p:sp>
        <p:nvSpPr>
          <p:cNvPr id="289" name="Rectangle 13"/>
          <p:cNvSpPr/>
          <p:nvPr/>
        </p:nvSpPr>
        <p:spPr>
          <a:xfrm>
            <a:off x="0" y="3238560"/>
            <a:ext cx="184320" cy="369720"/>
          </a:xfrm>
          <a:prstGeom prst="rect">
            <a:avLst/>
          </a:prstGeom>
          <a:noFill/>
          <a:ln w="0">
            <a:noFill/>
          </a:ln>
        </p:spPr>
        <p:style>
          <a:lnRef idx="0"/>
          <a:fillRef idx="0"/>
          <a:effectRef idx="0"/>
          <a:fontRef idx="minor"/>
        </p:style>
        <p:txBody>
          <a:bodyPr wrap="none" lIns="90000" rIns="90000" tIns="46800" bIns="46800" anchor="ctr">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trike="noStrike" u="none">
              <a:solidFill>
                <a:srgbClr val="000000"/>
              </a:solidFill>
              <a:effectLst/>
              <a:uFillTx/>
              <a:latin typeface="Arial"/>
            </a:endParaRPr>
          </a:p>
        </p:txBody>
      </p:sp>
      <p:sp>
        <p:nvSpPr>
          <p:cNvPr id="290" name="Rectangle 4"/>
          <p:cNvSpPr/>
          <p:nvPr/>
        </p:nvSpPr>
        <p:spPr>
          <a:xfrm>
            <a:off x="0" y="0"/>
            <a:ext cx="9144000" cy="571680"/>
          </a:xfrm>
          <a:prstGeom prst="rect">
            <a:avLst/>
          </a:prstGeom>
          <a:solidFill>
            <a:srgbClr val="4f81bd"/>
          </a:solidFill>
          <a:ln w="0">
            <a:noFill/>
          </a:ln>
        </p:spPr>
        <p:style>
          <a:lnRef idx="0"/>
          <a:fillRef idx="0"/>
          <a:effectRef idx="0"/>
          <a:fontRef idx="minor"/>
        </p:style>
        <p:txBody>
          <a:bodyPr lIns="90000" rIns="90000" tIns="46800" bIns="46800" anchor="b" anchorCtr="1">
            <a:noAutofit/>
          </a:bodyPr>
          <a:p>
            <a:pPr>
              <a:lnSpc>
                <a:spcPct val="15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800" strike="noStrike" u="none">
                <a:solidFill>
                  <a:srgbClr val="cc3300"/>
                </a:solidFill>
                <a:effectLst/>
                <a:uFillTx/>
                <a:latin typeface="Times New Roman"/>
                <a:ea typeface="Times New Roman"/>
              </a:rPr>
              <a:t>Séance 3 : </a:t>
            </a:r>
            <a:r>
              <a:rPr b="1" lang="fr-FR" sz="2800" strike="noStrike" u="none">
                <a:solidFill>
                  <a:srgbClr val="cc3300"/>
                </a:solidFill>
                <a:effectLst/>
                <a:uFillTx/>
                <a:latin typeface="Times New Roman"/>
                <a:ea typeface="Times New Roman"/>
              </a:rPr>
              <a:t>QUANTITE DE CHALEUR ET TRAVAIL</a:t>
            </a:r>
            <a:endParaRPr b="0" lang="en-US" sz="2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timing>
    <p:tnLst>
      <p:par>
        <p:cTn id="1012" dur="indefinite" restart="never" nodeType="tmRoot">
          <p:childTnLst>
            <p:seq>
              <p:cTn id="1013" dur="indefinite" nodeType="mainSeq">
                <p:childTnLst>
                  <p:par>
                    <p:cTn id="1014" nodeType="clickEffect" fill="hold">
                      <p:stCondLst>
                        <p:cond delay="indefinite"/>
                      </p:stCondLst>
                      <p:childTnLst>
                        <p:par>
                          <p:cTn id="1015" nodeType="withEffect" fill="hold">
                            <p:stCondLst>
                              <p:cond delay="0"/>
                            </p:stCondLst>
                            <p:childTnLst>
                              <p:par>
                                <p:cTn id="1016" nodeType="clickEffect" fill="hold" presetClass="entr" presetID="5" presetSubtype="10">
                                  <p:stCondLst>
                                    <p:cond delay="0"/>
                                  </p:stCondLst>
                                  <p:childTnLst>
                                    <p:set>
                                      <p:cBhvr>
                                        <p:cTn id="1017" dur="1" fill="hold">
                                          <p:stCondLst>
                                            <p:cond delay="0"/>
                                          </p:stCondLst>
                                        </p:cTn>
                                        <p:tgtEl>
                                          <p:spTgt spid="286"/>
                                        </p:tgtEl>
                                        <p:attrNameLst>
                                          <p:attrName>style.visibility</p:attrName>
                                        </p:attrNameLst>
                                      </p:cBhvr>
                                      <p:to>
                                        <p:strVal val="visible"/>
                                      </p:to>
                                    </p:set>
                                    <p:animEffect filter="checkerboard(across)" transition="in">
                                      <p:cBhvr additive="repl">
                                        <p:cTn id="1018" dur="500"/>
                                        <p:tgtEl>
                                          <p:spTgt spid="286"/>
                                        </p:tgtEl>
                                      </p:cBhvr>
                                    </p:animEffect>
                                  </p:childTnLst>
                                </p:cTn>
                              </p:par>
                            </p:childTnLst>
                          </p:cTn>
                        </p:par>
                      </p:childTnLst>
                    </p:cTn>
                  </p:par>
                  <p:par>
                    <p:cTn id="1019" nodeType="clickEffect" fill="hold">
                      <p:stCondLst>
                        <p:cond delay="indefinite"/>
                      </p:stCondLst>
                      <p:childTnLst>
                        <p:par>
                          <p:cTn id="1020" nodeType="withEffect" fill="hold">
                            <p:stCondLst>
                              <p:cond delay="0"/>
                            </p:stCondLst>
                            <p:childTnLst>
                              <p:par>
                                <p:cTn id="1021" nodeType="clickEffect" fill="hold" presetClass="entr" presetID="27">
                                  <p:stCondLst>
                                    <p:cond delay="0"/>
                                  </p:stCondLst>
                                  <p:iterate type="lt">
                                    <p:tmAbs val="40"/>
                                  </p:iterate>
                                  <p:childTnLst>
                                    <p:set>
                                      <p:cBhvr>
                                        <p:cTn id="1022" dur="1" fill="hold">
                                          <p:stCondLst>
                                            <p:cond delay="0"/>
                                          </p:stCondLst>
                                        </p:cTn>
                                        <p:tgtEl>
                                          <p:spTgt spid="287"/>
                                        </p:tgtEl>
                                        <p:attrNameLst>
                                          <p:attrName>style.visibility</p:attrName>
                                        </p:attrNameLst>
                                      </p:cBhvr>
                                      <p:to>
                                        <p:strVal val="visible"/>
                                      </p:to>
                                    </p:set>
                                    <p:anim calcmode="discrete" valueType="clr">
                                      <p:cBhvr additive="repl">
                                        <p:cTn id="1023" dur="80"/>
                                        <p:tgtEl>
                                          <p:spTgt spid="287"/>
                                        </p:tgtEl>
                                        <p:attrNameLst>
                                          <p:attrName>style.color</p:attrName>
                                        </p:attrNameLst>
                                      </p:cBhvr>
                                      <p:tavLst>
                                        <p:tav tm="0">
                                          <p:val>
                                            <p:strVal val="rgb(77,80,-64)"/>
                                          </p:val>
                                        </p:tav>
                                        <p:tav tm="50000">
                                          <p:val>
                                            <p:strVal val="rgb(-1,0,0)"/>
                                          </p:val>
                                        </p:tav>
                                      </p:tavLst>
                                    </p:anim>
                                    <p:anim calcmode="discrete" valueType="clr">
                                      <p:cBhvr additive="repl">
                                        <p:cTn id="1024" dur="80"/>
                                        <p:tgtEl>
                                          <p:spTgt spid="287"/>
                                        </p:tgtEl>
                                        <p:attrNameLst>
                                          <p:attrName>fillcolor</p:attrName>
                                        </p:attrNameLst>
                                      </p:cBhvr>
                                      <p:tavLst>
                                        <p:tav tm="0">
                                          <p:val>
                                            <p:strVal val="rgb(77,80,-64)"/>
                                          </p:val>
                                        </p:tav>
                                        <p:tav tm="50000">
                                          <p:val>
                                            <p:strVal val="rgb(-1,0,0)"/>
                                          </p:val>
                                        </p:tav>
                                      </p:tavLst>
                                    </p:anim>
                                    <p:set>
                                      <p:cBhvr>
                                        <p:cTn id="1025" dur="80"/>
                                        <p:tgtEl>
                                          <p:spTgt spid="287"/>
                                        </p:tgtEl>
                                        <p:attrNameLst>
                                          <p:attrName>fill.type</p:attrName>
                                        </p:attrNameLst>
                                      </p:cBhvr>
                                      <p:to>
                                        <p:strVal val="solid"/>
                                      </p:to>
                                    </p:set>
                                  </p:childTnLst>
                                </p:cTn>
                              </p:par>
                            </p:childTnLst>
                          </p:cTn>
                        </p:par>
                      </p:childTnLst>
                    </p:cTn>
                  </p:par>
                  <p:par>
                    <p:cTn id="1026" nodeType="clickEffect" fill="hold">
                      <p:stCondLst>
                        <p:cond delay="indefinite"/>
                      </p:stCondLst>
                      <p:childTnLst>
                        <p:par>
                          <p:cTn id="1027" nodeType="withEffect" fill="hold">
                            <p:stCondLst>
                              <p:cond delay="0"/>
                            </p:stCondLst>
                            <p:childTnLst>
                              <p:par>
                                <p:cTn id="1028" nodeType="clickEffect" fill="hold" presetClass="entr" presetID="27">
                                  <p:stCondLst>
                                    <p:cond delay="0"/>
                                  </p:stCondLst>
                                  <p:iterate type="lt">
                                    <p:tmAbs val="40"/>
                                  </p:iterate>
                                  <p:childTnLst>
                                    <p:set>
                                      <p:cBhvr>
                                        <p:cTn id="1029" dur="1" fill="hold">
                                          <p:stCondLst>
                                            <p:cond delay="0"/>
                                          </p:stCondLst>
                                        </p:cTn>
                                        <p:tgtEl>
                                          <p:spTgt spid="288"/>
                                        </p:tgtEl>
                                        <p:attrNameLst>
                                          <p:attrName>style.visibility</p:attrName>
                                        </p:attrNameLst>
                                      </p:cBhvr>
                                      <p:to>
                                        <p:strVal val="visible"/>
                                      </p:to>
                                    </p:set>
                                    <p:anim calcmode="discrete" valueType="clr">
                                      <p:cBhvr additive="repl">
                                        <p:cTn id="1030" dur="80"/>
                                        <p:tgtEl>
                                          <p:spTgt spid="288"/>
                                        </p:tgtEl>
                                        <p:attrNameLst>
                                          <p:attrName>style.color</p:attrName>
                                        </p:attrNameLst>
                                      </p:cBhvr>
                                      <p:tavLst>
                                        <p:tav tm="0">
                                          <p:val>
                                            <p:strVal val="rgb(77,80,-64)"/>
                                          </p:val>
                                        </p:tav>
                                        <p:tav tm="50000">
                                          <p:val>
                                            <p:strVal val="rgb(-1,0,0)"/>
                                          </p:val>
                                        </p:tav>
                                      </p:tavLst>
                                    </p:anim>
                                    <p:anim calcmode="discrete" valueType="clr">
                                      <p:cBhvr additive="repl">
                                        <p:cTn id="1031" dur="80"/>
                                        <p:tgtEl>
                                          <p:spTgt spid="288"/>
                                        </p:tgtEl>
                                        <p:attrNameLst>
                                          <p:attrName>fillcolor</p:attrName>
                                        </p:attrNameLst>
                                      </p:cBhvr>
                                      <p:tavLst>
                                        <p:tav tm="0">
                                          <p:val>
                                            <p:strVal val="rgb(77,80,-64)"/>
                                          </p:val>
                                        </p:tav>
                                        <p:tav tm="50000">
                                          <p:val>
                                            <p:strVal val="rgb(-1,0,0)"/>
                                          </p:val>
                                        </p:tav>
                                      </p:tavLst>
                                    </p:anim>
                                    <p:set>
                                      <p:cBhvr>
                                        <p:cTn id="1032" dur="80"/>
                                        <p:tgtEl>
                                          <p:spTgt spid="288"/>
                                        </p:tgtEl>
                                        <p:attrNameLst>
                                          <p:attrName>fill.type</p:attrName>
                                        </p:attrNameLst>
                                      </p:cBhvr>
                                      <p:to>
                                        <p:strVal val="solid"/>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1" name="Text Box 4"/>
          <p:cNvSpPr/>
          <p:nvPr/>
        </p:nvSpPr>
        <p:spPr>
          <a:xfrm>
            <a:off x="304920" y="851040"/>
            <a:ext cx="8534160" cy="3141360"/>
          </a:xfrm>
          <a:prstGeom prst="rect">
            <a:avLst/>
          </a:prstGeom>
          <a:noFill/>
          <a:ln w="0">
            <a:noFill/>
          </a:ln>
        </p:spPr>
        <p:style>
          <a:lnRef idx="0"/>
          <a:fillRef idx="0"/>
          <a:effectRef idx="0"/>
          <a:fontRef idx="minor"/>
        </p:style>
        <p:txBody>
          <a:bodyPr lIns="90000" rIns="90000" tIns="46800" bIns="46800" anchor="t">
            <a:spAutoFit/>
          </a:bodyPr>
          <a:p>
            <a:pPr algn="just">
              <a:lnSpc>
                <a:spcPct val="100000"/>
              </a:lnSpc>
              <a:spcBef>
                <a:spcPts val="2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4000" strike="noStrike" u="none">
                <a:solidFill>
                  <a:srgbClr val="000000"/>
                </a:solidFill>
                <a:effectLst/>
                <a:uFillTx/>
                <a:latin typeface="Times New Roman"/>
                <a:ea typeface="Times New Roman"/>
              </a:rPr>
              <a:t>Au cours d’une transformation entre deux états distincts, le travail fourni par le milieu extérieur s’obtient en effectuant l’intégrale le long du chemin suivi (</a:t>
            </a:r>
            <a:r>
              <a:rPr b="0" i="1" lang="fr-FR" sz="4000" strike="noStrike" u="none">
                <a:solidFill>
                  <a:srgbClr val="000000"/>
                </a:solidFill>
                <a:effectLst/>
                <a:uFillTx/>
                <a:latin typeface="Times New Roman"/>
                <a:ea typeface="Times New Roman"/>
              </a:rPr>
              <a:t>C</a:t>
            </a:r>
            <a:r>
              <a:rPr b="0" lang="fr-FR" sz="4000" strike="noStrike" u="none">
                <a:solidFill>
                  <a:srgbClr val="000000"/>
                </a:solidFill>
                <a:effectLst/>
                <a:uFillTx/>
                <a:latin typeface="Times New Roman"/>
                <a:ea typeface="Times New Roman"/>
              </a:rPr>
              <a:t>) : </a:t>
            </a:r>
            <a:r>
              <a:rPr b="0" lang="fr-FR" sz="4000" strike="noStrike" u="none">
                <a:solidFill>
                  <a:srgbClr val="66ffff"/>
                </a:solidFill>
                <a:effectLst/>
                <a:uFillTx/>
                <a:latin typeface="Times New Roman"/>
                <a:ea typeface="Times New Roman"/>
              </a:rPr>
              <a:t>	</a:t>
            </a:r>
            <a:r>
              <a:rPr b="0" lang="fr-FR" sz="4000" strike="noStrike" u="none">
                <a:solidFill>
                  <a:srgbClr val="66ffff"/>
                </a:solidFill>
                <a:effectLst/>
                <a:uFillTx/>
                <a:latin typeface="Times New Roman"/>
                <a:ea typeface="Times New Roman"/>
              </a:rPr>
              <a:t> </a:t>
            </a:r>
            <a:endParaRPr b="0" lang="en-US" sz="4000" strike="noStrike" u="none">
              <a:solidFill>
                <a:srgbClr val="000000"/>
              </a:solidFill>
              <a:effectLst/>
              <a:uFillTx/>
              <a:latin typeface="Arial"/>
            </a:endParaRPr>
          </a:p>
        </p:txBody>
      </p:sp>
      <p:graphicFrame>
        <p:nvGraphicFramePr>
          <p:cNvPr id="292" name="Object 2"/>
          <p:cNvGraphicFramePr/>
          <p:nvPr/>
        </p:nvGraphicFramePr>
        <p:xfrm>
          <a:off x="5214960" y="4572000"/>
          <a:ext cx="3265560" cy="1536840"/>
        </p:xfrm>
        <a:graphic>
          <a:graphicData uri="http://schemas.openxmlformats.org/presentationml/2006/ole">
            <p:oleObj r:id="rId1" spid="">
              <p:embed/>
              <p:pic>
                <p:nvPicPr>
                  <p:cNvPr id="293" name="Object 2" descr=""/>
                  <p:cNvPicPr/>
                  <p:nvPr/>
                </p:nvPicPr>
                <p:blipFill>
                  <a:blip r:embed="rId2"/>
                  <a:stretch/>
                </p:blipFill>
                <p:spPr>
                  <a:xfrm>
                    <a:off x="5214960" y="4572000"/>
                    <a:ext cx="3265560" cy="1536840"/>
                  </a:xfrm>
                  <a:prstGeom prst="rect">
                    <a:avLst/>
                  </a:prstGeom>
                  <a:solidFill>
                    <a:srgbClr val="ccff99"/>
                  </a:solidFill>
                  <a:ln w="0">
                    <a:noFill/>
                  </a:ln>
                </p:spPr>
              </p:pic>
            </p:oleObj>
          </a:graphicData>
        </a:graphic>
      </p:graphicFrame>
      <p:sp>
        <p:nvSpPr>
          <p:cNvPr id="294" name="Oval 7"/>
          <p:cNvSpPr/>
          <p:nvPr/>
        </p:nvSpPr>
        <p:spPr>
          <a:xfrm>
            <a:off x="1104840" y="6095880"/>
            <a:ext cx="63720" cy="88920"/>
          </a:xfrm>
          <a:prstGeom prst="ellipse">
            <a:avLst/>
          </a:prstGeom>
          <a:solidFill>
            <a:srgbClr val="4f81bd"/>
          </a:solidFill>
          <a:ln w="9360">
            <a:solidFill>
              <a:srgbClr val="000000"/>
            </a:solidFill>
            <a:miter/>
          </a:ln>
        </p:spPr>
        <p:style>
          <a:lnRef idx="0"/>
          <a:fillRef idx="0"/>
          <a:effectRef idx="0"/>
          <a:fontRef idx="minor"/>
        </p:style>
        <p:txBody>
          <a:bodyPr wrap="none" lIns="90000" rIns="90000" tIns="16200" bIns="16200" anchor="ctr">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trike="noStrike" u="none">
              <a:solidFill>
                <a:srgbClr val="000000"/>
              </a:solidFill>
              <a:effectLst/>
              <a:uFillTx/>
              <a:latin typeface="Arial"/>
            </a:endParaRPr>
          </a:p>
        </p:txBody>
      </p:sp>
      <p:sp>
        <p:nvSpPr>
          <p:cNvPr id="295" name="Oval 8"/>
          <p:cNvSpPr/>
          <p:nvPr/>
        </p:nvSpPr>
        <p:spPr>
          <a:xfrm>
            <a:off x="3886200" y="4368960"/>
            <a:ext cx="63360" cy="63360"/>
          </a:xfrm>
          <a:prstGeom prst="ellipse">
            <a:avLst/>
          </a:prstGeom>
          <a:solidFill>
            <a:srgbClr val="4f81bd"/>
          </a:solidFill>
          <a:ln w="9360">
            <a:solidFill>
              <a:srgbClr val="000000"/>
            </a:solidFill>
            <a:miter/>
          </a:ln>
        </p:spPr>
        <p:style>
          <a:lnRef idx="0"/>
          <a:fillRef idx="0"/>
          <a:effectRef idx="0"/>
          <a:fontRef idx="minor"/>
        </p:style>
        <p:txBody>
          <a:bodyPr wrap="none" lIns="90000" rIns="90000" tIns="-1440" bIns="-1440" anchor="ctr">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trike="noStrike" u="none">
              <a:solidFill>
                <a:srgbClr val="000000"/>
              </a:solidFill>
              <a:effectLst/>
              <a:uFillTx/>
              <a:latin typeface="Arial"/>
            </a:endParaRPr>
          </a:p>
        </p:txBody>
      </p:sp>
      <p:sp>
        <p:nvSpPr>
          <p:cNvPr id="296" name="Text Box 10"/>
          <p:cNvSpPr/>
          <p:nvPr/>
        </p:nvSpPr>
        <p:spPr>
          <a:xfrm>
            <a:off x="2214720" y="4929120"/>
            <a:ext cx="431640" cy="368280"/>
          </a:xfrm>
          <a:prstGeom prst="rect">
            <a:avLst/>
          </a:prstGeom>
          <a:noFill/>
          <a:ln w="0">
            <a:noFill/>
          </a:ln>
        </p:spPr>
        <p:style>
          <a:lnRef idx="0"/>
          <a:fillRef idx="0"/>
          <a:effectRef idx="0"/>
          <a:fontRef idx="minor"/>
        </p:style>
        <p:txBody>
          <a:bodyPr lIns="90000" rIns="90000" tIns="46800" bIns="46800" anchor="t">
            <a:spAutoFit/>
          </a:bodyPr>
          <a:p>
            <a:pPr>
              <a:lnSpc>
                <a:spcPct val="100000"/>
              </a:lnSpc>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800" strike="noStrike" u="none">
                <a:solidFill>
                  <a:srgbClr val="000000"/>
                </a:solidFill>
                <a:effectLst/>
                <a:uFillTx/>
                <a:latin typeface="Times New Roman"/>
                <a:ea typeface="Times New Roman"/>
              </a:rPr>
              <a:t>C</a:t>
            </a:r>
            <a:endParaRPr b="0" lang="en-US" sz="1800" strike="noStrike" u="none">
              <a:solidFill>
                <a:srgbClr val="000000"/>
              </a:solidFill>
              <a:effectLst/>
              <a:uFillTx/>
              <a:latin typeface="Arial"/>
            </a:endParaRPr>
          </a:p>
        </p:txBody>
      </p:sp>
      <p:sp>
        <p:nvSpPr>
          <p:cNvPr id="297" name="Rectangle 4"/>
          <p:cNvSpPr/>
          <p:nvPr/>
        </p:nvSpPr>
        <p:spPr>
          <a:xfrm>
            <a:off x="0" y="0"/>
            <a:ext cx="9144000" cy="571680"/>
          </a:xfrm>
          <a:prstGeom prst="rect">
            <a:avLst/>
          </a:prstGeom>
          <a:solidFill>
            <a:srgbClr val="4f81bd"/>
          </a:solidFill>
          <a:ln w="0">
            <a:noFill/>
          </a:ln>
        </p:spPr>
        <p:style>
          <a:lnRef idx="0"/>
          <a:fillRef idx="0"/>
          <a:effectRef idx="0"/>
          <a:fontRef idx="minor"/>
        </p:style>
        <p:txBody>
          <a:bodyPr lIns="90000" rIns="90000" tIns="46800" bIns="46800" anchor="b" anchorCtr="1">
            <a:noAutofit/>
          </a:bodyPr>
          <a:p>
            <a:pPr>
              <a:lnSpc>
                <a:spcPct val="15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800" strike="noStrike" u="none">
                <a:solidFill>
                  <a:srgbClr val="cc3300"/>
                </a:solidFill>
                <a:effectLst/>
                <a:uFillTx/>
                <a:latin typeface="Times New Roman"/>
                <a:ea typeface="Times New Roman"/>
              </a:rPr>
              <a:t>Séance 3 : </a:t>
            </a:r>
            <a:r>
              <a:rPr b="1" lang="fr-FR" sz="2800" strike="noStrike" u="none">
                <a:solidFill>
                  <a:srgbClr val="cc3300"/>
                </a:solidFill>
                <a:effectLst/>
                <a:uFillTx/>
                <a:latin typeface="Times New Roman"/>
                <a:ea typeface="Times New Roman"/>
              </a:rPr>
              <a:t>QUANTITE DE CHALEUR ET TRAVAIL</a:t>
            </a:r>
            <a:endParaRPr b="0" lang="en-US" sz="2800" strike="noStrike" u="none">
              <a:solidFill>
                <a:srgbClr val="000000"/>
              </a:solidFill>
              <a:effectLst/>
              <a:uFillTx/>
              <a:latin typeface="Arial"/>
            </a:endParaRPr>
          </a:p>
        </p:txBody>
      </p:sp>
      <p:pic>
        <p:nvPicPr>
          <p:cNvPr id="298" name="Group 46" descr=""/>
          <p:cNvPicPr/>
          <p:nvPr/>
        </p:nvPicPr>
        <p:blipFill>
          <a:blip r:embed="rId3"/>
          <a:stretch/>
        </p:blipFill>
        <p:spPr>
          <a:xfrm>
            <a:off x="73080" y="4194000"/>
            <a:ext cx="4425840" cy="2498760"/>
          </a:xfrm>
          <a:prstGeom prst="rect">
            <a:avLst/>
          </a:prstGeom>
          <a:noFill/>
          <a:ln w="0">
            <a:noFill/>
          </a:ln>
        </p:spPr>
      </p:pic>
      <p:sp>
        <p:nvSpPr>
          <p:cNvPr id="299" name="Freeform 9"/>
          <p:cNvSpPr/>
          <p:nvPr/>
        </p:nvSpPr>
        <p:spPr>
          <a:xfrm>
            <a:off x="1143000" y="4365720"/>
            <a:ext cx="2781360" cy="2030400"/>
          </a:xfrm>
          <a:custGeom>
            <a:avLst/>
            <a:gdLst>
              <a:gd name="textAreaLeft" fmla="*/ 0 w 2781360"/>
              <a:gd name="textAreaRight" fmla="*/ 2781720 w 2781360"/>
              <a:gd name="textAreaTop" fmla="*/ 0 h 2030400"/>
              <a:gd name="textAreaBottom" fmla="*/ 2030760 h 2030400"/>
              <a:gd name="GluePoint1X" fmla="*/ 0 w 1752"/>
              <a:gd name="GluePoint1Y" fmla="*/ 2147483647 h 1279"/>
              <a:gd name="GluePoint2X" fmla="*/ 2147483647 w 1752"/>
              <a:gd name="GluePoint2Y" fmla="*/ 2147483647 h 1279"/>
              <a:gd name="GluePoint3X" fmla="*/ 2147483647 w 1752"/>
              <a:gd name="GluePoint3Y" fmla="*/ 2147483647 h 1279"/>
              <a:gd name="GluePoint4X" fmla="*/ 2147483647 w 1752"/>
              <a:gd name="GluePoint4Y" fmla="*/ 2147483647 h 1279"/>
              <a:gd name="GluePoint5X" fmla="*/ 2147483647 w 1752"/>
              <a:gd name="GluePoint5Y" fmla="*/ 2147483647 h 1279"/>
              <a:gd name="GluePoint6X" fmla="*/ 2147483647 w 1752"/>
              <a:gd name="GluePoint6Y" fmla="*/ 0 h 1279"/>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Lst>
            <a:rect l="textAreaLeft" t="textAreaTop" r="textAreaRight" b="textAreaBottom"/>
            <a:pathLst>
              <a:path w="1752" h="1279">
                <a:moveTo>
                  <a:pt x="0" y="1104"/>
                </a:moveTo>
                <a:cubicBezTo>
                  <a:pt x="194" y="1191"/>
                  <a:pt x="388" y="1279"/>
                  <a:pt x="552" y="1240"/>
                </a:cubicBezTo>
                <a:cubicBezTo>
                  <a:pt x="716" y="1201"/>
                  <a:pt x="895" y="1005"/>
                  <a:pt x="984" y="872"/>
                </a:cubicBezTo>
                <a:cubicBezTo>
                  <a:pt x="1073" y="739"/>
                  <a:pt x="1028" y="549"/>
                  <a:pt x="1088" y="440"/>
                </a:cubicBezTo>
                <a:cubicBezTo>
                  <a:pt x="1148" y="331"/>
                  <a:pt x="1233" y="289"/>
                  <a:pt x="1344" y="216"/>
                </a:cubicBezTo>
                <a:cubicBezTo>
                  <a:pt x="1455" y="143"/>
                  <a:pt x="1603" y="71"/>
                  <a:pt x="1752" y="0"/>
                </a:cubicBezTo>
              </a:path>
            </a:pathLst>
          </a:custGeom>
          <a:noFill/>
          <a:ln w="28440">
            <a:solidFill>
              <a:srgbClr val="000000"/>
            </a:solidFill>
            <a:round/>
          </a:ln>
        </p:spPr>
        <p:style>
          <a:lnRef idx="0"/>
          <a:fillRef idx="0"/>
          <a:effectRef idx="0"/>
          <a:fontRef idx="minor"/>
        </p:style>
        <p:txBody>
          <a:bodyPr lIns="90000" rIns="90000" tIns="46800" bIns="46800" anchor="t">
            <a:noAutofit/>
          </a:bodyPr>
          <a:p>
            <a:endParaRPr b="0" lang="en-US" sz="1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timing>
    <p:tnLst>
      <p:par>
        <p:cTn id="1033" dur="indefinite" restart="never" nodeType="tmRoot">
          <p:childTnLst>
            <p:seq>
              <p:cTn id="1034" dur="indefinite" nodeType="mainSeq">
                <p:childTnLst>
                  <p:par>
                    <p:cTn id="1035" nodeType="clickEffect" fill="hold">
                      <p:stCondLst>
                        <p:cond delay="indefinite"/>
                      </p:stCondLst>
                      <p:childTnLst>
                        <p:par>
                          <p:cTn id="1036" nodeType="withEffect" fill="hold">
                            <p:stCondLst>
                              <p:cond delay="0"/>
                            </p:stCondLst>
                            <p:childTnLst>
                              <p:par>
                                <p:cTn id="1037" nodeType="clickEffect" fill="hold" presetClass="entr" presetID="27">
                                  <p:stCondLst>
                                    <p:cond delay="0"/>
                                  </p:stCondLst>
                                  <p:iterate type="lt">
                                    <p:tmAbs val="40"/>
                                  </p:iterate>
                                  <p:childTnLst>
                                    <p:set>
                                      <p:cBhvr>
                                        <p:cTn id="1038" dur="1" fill="hold">
                                          <p:stCondLst>
                                            <p:cond delay="0"/>
                                          </p:stCondLst>
                                        </p:cTn>
                                        <p:tgtEl>
                                          <p:spTgt spid="291"/>
                                        </p:tgtEl>
                                        <p:attrNameLst>
                                          <p:attrName>style.visibility</p:attrName>
                                        </p:attrNameLst>
                                      </p:cBhvr>
                                      <p:to>
                                        <p:strVal val="visible"/>
                                      </p:to>
                                    </p:set>
                                    <p:anim calcmode="discrete" valueType="clr">
                                      <p:cBhvr additive="repl">
                                        <p:cTn id="1039" dur="80"/>
                                        <p:tgtEl>
                                          <p:spTgt spid="291"/>
                                        </p:tgtEl>
                                        <p:attrNameLst>
                                          <p:attrName>style.color</p:attrName>
                                        </p:attrNameLst>
                                      </p:cBhvr>
                                      <p:tavLst>
                                        <p:tav tm="0">
                                          <p:val>
                                            <p:strVal val="rgb(77,80,-64)"/>
                                          </p:val>
                                        </p:tav>
                                        <p:tav tm="50000">
                                          <p:val>
                                            <p:strVal val="rgb(-1,0,0)"/>
                                          </p:val>
                                        </p:tav>
                                      </p:tavLst>
                                    </p:anim>
                                    <p:anim calcmode="discrete" valueType="clr">
                                      <p:cBhvr additive="repl">
                                        <p:cTn id="1040" dur="80"/>
                                        <p:tgtEl>
                                          <p:spTgt spid="291"/>
                                        </p:tgtEl>
                                        <p:attrNameLst>
                                          <p:attrName>fillcolor</p:attrName>
                                        </p:attrNameLst>
                                      </p:cBhvr>
                                      <p:tavLst>
                                        <p:tav tm="0">
                                          <p:val>
                                            <p:strVal val="rgb(77,80,-64)"/>
                                          </p:val>
                                        </p:tav>
                                        <p:tav tm="50000">
                                          <p:val>
                                            <p:strVal val="rgb(-1,0,0)"/>
                                          </p:val>
                                        </p:tav>
                                      </p:tavLst>
                                    </p:anim>
                                    <p:set>
                                      <p:cBhvr>
                                        <p:cTn id="1041" dur="80"/>
                                        <p:tgtEl>
                                          <p:spTgt spid="291"/>
                                        </p:tgtEl>
                                        <p:attrNameLst>
                                          <p:attrName>fill.type</p:attrName>
                                        </p:attrNameLst>
                                      </p:cBhvr>
                                      <p:to>
                                        <p:strVal val="solid"/>
                                      </p:to>
                                    </p:set>
                                  </p:childTnLst>
                                </p:cTn>
                              </p:par>
                            </p:childTnLst>
                          </p:cTn>
                        </p:par>
                      </p:childTnLst>
                    </p:cTn>
                  </p:par>
                  <p:par>
                    <p:cTn id="1042" nodeType="clickEffect" fill="hold">
                      <p:stCondLst>
                        <p:cond delay="indefinite"/>
                      </p:stCondLst>
                      <p:childTnLst>
                        <p:par>
                          <p:cTn id="1043" nodeType="withEffect" fill="hold">
                            <p:stCondLst>
                              <p:cond delay="0"/>
                            </p:stCondLst>
                            <p:childTnLst>
                              <p:par>
                                <p:cTn id="1044" nodeType="clickEffect" fill="hold" presetClass="entr" presetID="52">
                                  <p:stCondLst>
                                    <p:cond delay="0"/>
                                  </p:stCondLst>
                                  <p:childTnLst>
                                    <p:set>
                                      <p:cBhvr>
                                        <p:cTn id="1045" dur="1" fill="hold">
                                          <p:stCondLst>
                                            <p:cond delay="0"/>
                                          </p:stCondLst>
                                        </p:cTn>
                                        <p:tgtEl>
                                          <p:spTgt spid="298"/>
                                        </p:tgtEl>
                                        <p:attrNameLst>
                                          <p:attrName>style.visibility</p:attrName>
                                        </p:attrNameLst>
                                      </p:cBhvr>
                                      <p:to>
                                        <p:strVal val="visible"/>
                                      </p:to>
                                    </p:set>
                                    <p:animScale>
                                      <p:cBhvr>
                                        <p:cTn id="1046" dur="1000" fill="hold">
                                          <p:stCondLst>
                                            <p:cond delay="0"/>
                                          </p:stCondLst>
                                        </p:cTn>
                                        <p:tgtEl>
                                          <p:spTgt spid="298"/>
                                        </p:tgtEl>
                                      </p:cBhvr>
                                      <p:from x="250000" y="250000"/>
                                      <p:to x="100000" y="100000"/>
                                    </p:animScale>
                                    <p:animMotion origin="layout" path="M -0.46736 0.92887 C -0.37517 0.88508 -0.02552 0.75279 0.0908 0.66613 C 0.20747 0.57948 0.21649 0.50394 0.23177 0.40825 C 0.24705 0.31256 0.22118 0.15964 0.18264 0.09152 C 0.1441 0.02341 0.03802 0 0 0 E">
                                      <p:cBhvr>
                                        <p:cTn id="1047" dur="1000" fill="hold">
                                          <p:stCondLst>
                                            <p:cond delay="0"/>
                                          </p:stCondLst>
                                        </p:cTn>
                                        <p:tgtEl>
                                          <p:spTgt spid="298"/>
                                        </p:tgtEl>
                                      </p:cBhvr>
                                    </p:animMotion>
                                    <p:animEffect filter="fade" transition="in">
                                      <p:cBhvr additive="repl">
                                        <p:cTn id="1048" dur="1000"/>
                                        <p:tgtEl>
                                          <p:spTgt spid="298"/>
                                        </p:tgtEl>
                                      </p:cBhvr>
                                    </p:animEffect>
                                  </p:childTnLst>
                                </p:cTn>
                              </p:par>
                            </p:childTnLst>
                          </p:cTn>
                        </p:par>
                      </p:childTnLst>
                    </p:cTn>
                  </p:par>
                  <p:par>
                    <p:cTn id="1049" nodeType="clickEffect" fill="hold">
                      <p:stCondLst>
                        <p:cond delay="indefinite"/>
                      </p:stCondLst>
                      <p:childTnLst>
                        <p:par>
                          <p:cTn id="1050" nodeType="withEffect" fill="hold">
                            <p:stCondLst>
                              <p:cond delay="0"/>
                            </p:stCondLst>
                            <p:childTnLst>
                              <p:par>
                                <p:cTn id="1051" nodeType="clickEffect" fill="hold" presetClass="entr" presetID="22" presetSubtype="4">
                                  <p:stCondLst>
                                    <p:cond delay="0"/>
                                  </p:stCondLst>
                                  <p:childTnLst>
                                    <p:set>
                                      <p:cBhvr>
                                        <p:cTn id="1052" dur="1" fill="hold">
                                          <p:stCondLst>
                                            <p:cond delay="0"/>
                                          </p:stCondLst>
                                        </p:cTn>
                                        <p:tgtEl>
                                          <p:spTgt spid="296"/>
                                        </p:tgtEl>
                                        <p:attrNameLst>
                                          <p:attrName>style.visibility</p:attrName>
                                        </p:attrNameLst>
                                      </p:cBhvr>
                                      <p:to>
                                        <p:strVal val="visible"/>
                                      </p:to>
                                    </p:set>
                                    <p:animEffect filter="wipe(down)" transition="in">
                                      <p:cBhvr additive="repl">
                                        <p:cTn id="1053" dur="500"/>
                                        <p:tgtEl>
                                          <p:spTgt spid="296"/>
                                        </p:tgtEl>
                                      </p:cBhvr>
                                    </p:animEffect>
                                  </p:childTnLst>
                                </p:cTn>
                              </p:par>
                              <p:par>
                                <p:cTn id="1054" nodeType="withEffect" fill="hold" presetClass="entr" presetID="22" presetSubtype="4">
                                  <p:stCondLst>
                                    <p:cond delay="0"/>
                                  </p:stCondLst>
                                  <p:childTnLst>
                                    <p:set>
                                      <p:cBhvr>
                                        <p:cTn id="1055" dur="1" fill="hold">
                                          <p:stCondLst>
                                            <p:cond delay="0"/>
                                          </p:stCondLst>
                                        </p:cTn>
                                        <p:tgtEl>
                                          <p:spTgt spid="299"/>
                                        </p:tgtEl>
                                        <p:attrNameLst>
                                          <p:attrName>style.visibility</p:attrName>
                                        </p:attrNameLst>
                                      </p:cBhvr>
                                      <p:to>
                                        <p:strVal val="visible"/>
                                      </p:to>
                                    </p:set>
                                    <p:animEffect filter="wipe(down)" transition="in">
                                      <p:cBhvr additive="repl">
                                        <p:cTn id="1056" dur="500"/>
                                        <p:tgtEl>
                                          <p:spTgt spid="299"/>
                                        </p:tgtEl>
                                      </p:cBhvr>
                                    </p:animEffect>
                                  </p:childTnLst>
                                </p:cTn>
                              </p:par>
                            </p:childTnLst>
                          </p:cTn>
                        </p:par>
                      </p:childTnLst>
                    </p:cTn>
                  </p:par>
                  <p:par>
                    <p:cTn id="1057" nodeType="clickEffect" fill="hold">
                      <p:stCondLst>
                        <p:cond delay="indefinite"/>
                      </p:stCondLst>
                      <p:childTnLst>
                        <p:par>
                          <p:cTn id="1058" nodeType="withEffect" fill="hold">
                            <p:stCondLst>
                              <p:cond delay="0"/>
                            </p:stCondLst>
                            <p:childTnLst>
                              <p:par>
                                <p:cTn id="1059" nodeType="clickEffect" fill="hold" presetClass="entr" presetID="22" presetSubtype="4">
                                  <p:stCondLst>
                                    <p:cond delay="0"/>
                                  </p:stCondLst>
                                  <p:childTnLst>
                                    <p:set>
                                      <p:cBhvr>
                                        <p:cTn id="1060" dur="1" fill="hold">
                                          <p:stCondLst>
                                            <p:cond delay="0"/>
                                          </p:stCondLst>
                                        </p:cTn>
                                        <p:tgtEl>
                                          <p:spTgt spid="293"/>
                                        </p:tgtEl>
                                        <p:attrNameLst>
                                          <p:attrName>style.visibility</p:attrName>
                                        </p:attrNameLst>
                                      </p:cBhvr>
                                      <p:to>
                                        <p:strVal val="visible"/>
                                      </p:to>
                                    </p:set>
                                    <p:animEffect filter="wipe(down)" transition="in">
                                      <p:cBhvr additive="repl">
                                        <p:cTn id="1061" dur="500"/>
                                        <p:tgtEl>
                                          <p:spTgt spid="29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0" name="Rectangle 9"/>
          <p:cNvSpPr/>
          <p:nvPr/>
        </p:nvSpPr>
        <p:spPr>
          <a:xfrm>
            <a:off x="-355680" y="2084400"/>
            <a:ext cx="360" cy="360"/>
          </a:xfrm>
          <a:prstGeom prst="rect">
            <a:avLst/>
          </a:prstGeom>
          <a:solidFill>
            <a:srgbClr val="4f81bd"/>
          </a:solidFill>
          <a:ln w="9360">
            <a:solidFill>
              <a:srgbClr val="000000"/>
            </a:solidFill>
            <a:miter/>
          </a:ln>
        </p:spPr>
        <p:style>
          <a:lnRef idx="0"/>
          <a:fillRef idx="0"/>
          <a:effectRef idx="0"/>
          <a:fontRef idx="minor"/>
        </p:style>
        <p:txBody>
          <a:bodyPr lIns="90000" rIns="90000" tIns="-46440" bIns="-46440" anchor="t">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trike="noStrike" u="none">
              <a:solidFill>
                <a:srgbClr val="000000"/>
              </a:solidFill>
              <a:effectLst/>
              <a:uFillTx/>
              <a:latin typeface="Arial"/>
            </a:endParaRPr>
          </a:p>
        </p:txBody>
      </p:sp>
      <p:sp>
        <p:nvSpPr>
          <p:cNvPr id="301" name="Rectangle 12"/>
          <p:cNvSpPr/>
          <p:nvPr/>
        </p:nvSpPr>
        <p:spPr>
          <a:xfrm>
            <a:off x="512280" y="638280"/>
            <a:ext cx="3809160" cy="52092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800" strike="noStrike" u="none">
                <a:solidFill>
                  <a:srgbClr val="c00000"/>
                </a:solidFill>
                <a:effectLst/>
                <a:uFillTx/>
                <a:latin typeface="Times New Roman"/>
                <a:ea typeface="Times New Roman"/>
              </a:rPr>
              <a:t>Interprétation graphique :</a:t>
            </a:r>
            <a:endParaRPr b="0" lang="en-US" sz="2800" strike="noStrike" u="none">
              <a:solidFill>
                <a:srgbClr val="000000"/>
              </a:solidFill>
              <a:effectLst/>
              <a:uFillTx/>
              <a:latin typeface="Arial"/>
            </a:endParaRPr>
          </a:p>
        </p:txBody>
      </p:sp>
      <p:sp>
        <p:nvSpPr>
          <p:cNvPr id="302" name="Text Box 13"/>
          <p:cNvSpPr/>
          <p:nvPr/>
        </p:nvSpPr>
        <p:spPr>
          <a:xfrm>
            <a:off x="228600" y="1193760"/>
            <a:ext cx="8699400" cy="1557000"/>
          </a:xfrm>
          <a:prstGeom prst="rect">
            <a:avLst/>
          </a:prstGeom>
          <a:noFill/>
          <a:ln w="0">
            <a:noFill/>
          </a:ln>
        </p:spPr>
        <p:style>
          <a:lnRef idx="0"/>
          <a:fillRef idx="0"/>
          <a:effectRef idx="0"/>
          <a:fontRef idx="minor"/>
        </p:style>
        <p:txBody>
          <a:bodyPr lIns="90000" rIns="90000" tIns="46800" bIns="46800" anchor="t">
            <a:spAutoFit/>
          </a:bodyPr>
          <a:p>
            <a:pPr algn="just">
              <a:lnSpc>
                <a:spcPct val="100000"/>
              </a:lnSpc>
              <a:spcBef>
                <a:spcPts val="1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400" strike="noStrike" u="none">
                <a:solidFill>
                  <a:srgbClr val="000000"/>
                </a:solidFill>
                <a:effectLst/>
                <a:uFillTx/>
                <a:latin typeface="Times New Roman"/>
                <a:ea typeface="Times New Roman"/>
              </a:rPr>
              <a:t>	</a:t>
            </a:r>
            <a:r>
              <a:rPr b="0" lang="fr-FR" sz="2400" strike="noStrike" u="none">
                <a:solidFill>
                  <a:srgbClr val="000000"/>
                </a:solidFill>
                <a:effectLst/>
                <a:uFillTx/>
                <a:latin typeface="Times New Roman"/>
                <a:ea typeface="Times New Roman"/>
              </a:rPr>
              <a:t>La valeur absolue du travail est donnée par l'aire </a:t>
            </a:r>
            <a:r>
              <a:rPr b="0" i="1" lang="fr-FR" sz="2400" strike="noStrike" u="none">
                <a:solidFill>
                  <a:srgbClr val="000000"/>
                </a:solidFill>
                <a:effectLst/>
                <a:uFillTx/>
                <a:latin typeface="Times New Roman"/>
                <a:ea typeface="Times New Roman"/>
              </a:rPr>
              <a:t>S</a:t>
            </a:r>
            <a:r>
              <a:rPr b="0" lang="fr-FR" sz="2400" strike="noStrike" u="none">
                <a:solidFill>
                  <a:srgbClr val="000000"/>
                </a:solidFill>
                <a:effectLst/>
                <a:uFillTx/>
                <a:latin typeface="Times New Roman"/>
                <a:ea typeface="Times New Roman"/>
              </a:rPr>
              <a:t> sous</a:t>
            </a:r>
            <a:r>
              <a:rPr b="0" lang="fr-FR" sz="2400" strike="noStrike" u="none">
                <a:solidFill>
                  <a:srgbClr val="c00000"/>
                </a:solidFill>
                <a:effectLst/>
                <a:uFillTx/>
                <a:latin typeface="Times New Roman"/>
                <a:ea typeface="Times New Roman"/>
              </a:rPr>
              <a:t> la courbe </a:t>
            </a:r>
            <a:r>
              <a:rPr b="0" i="1" lang="fr-FR" sz="2400" strike="noStrike" u="none">
                <a:solidFill>
                  <a:srgbClr val="c00000"/>
                </a:solidFill>
                <a:effectLst/>
                <a:uFillTx/>
                <a:latin typeface="Times New Roman"/>
                <a:ea typeface="Times New Roman"/>
              </a:rPr>
              <a:t>P</a:t>
            </a:r>
            <a:r>
              <a:rPr b="0" lang="fr-FR" sz="2400" strike="noStrike" u="none">
                <a:solidFill>
                  <a:srgbClr val="c00000"/>
                </a:solidFill>
                <a:effectLst/>
                <a:uFillTx/>
                <a:latin typeface="Times New Roman"/>
                <a:ea typeface="Times New Roman"/>
              </a:rPr>
              <a:t>(</a:t>
            </a:r>
            <a:r>
              <a:rPr b="0" i="1" lang="fr-FR" sz="2400" strike="noStrike" u="none">
                <a:solidFill>
                  <a:srgbClr val="c00000"/>
                </a:solidFill>
                <a:effectLst/>
                <a:uFillTx/>
                <a:latin typeface="Times New Roman"/>
                <a:ea typeface="Times New Roman"/>
              </a:rPr>
              <a:t>V</a:t>
            </a:r>
            <a:r>
              <a:rPr b="0" lang="fr-FR" sz="2400" strike="noStrike" u="none">
                <a:solidFill>
                  <a:srgbClr val="c00000"/>
                </a:solidFill>
                <a:effectLst/>
                <a:uFillTx/>
                <a:latin typeface="Times New Roman"/>
                <a:ea typeface="Times New Roman"/>
              </a:rPr>
              <a:t>)</a:t>
            </a:r>
            <a:r>
              <a:rPr b="0" lang="fr-FR" sz="2400" strike="noStrike" u="none">
                <a:solidFill>
                  <a:srgbClr val="000000"/>
                </a:solidFill>
                <a:effectLst/>
                <a:uFillTx/>
                <a:latin typeface="Times New Roman"/>
                <a:ea typeface="Times New Roman"/>
              </a:rPr>
              <a:t> (</a:t>
            </a:r>
            <a:r>
              <a:rPr b="0" i="1" lang="fr-FR" sz="2400" strike="noStrike" u="none">
                <a:solidFill>
                  <a:srgbClr val="000000"/>
                </a:solidFill>
                <a:effectLst/>
                <a:uFillTx/>
                <a:latin typeface="Times New Roman"/>
                <a:ea typeface="Times New Roman"/>
              </a:rPr>
              <a:t>diagramme de CLAPEYRON</a:t>
            </a:r>
            <a:r>
              <a:rPr b="0" lang="fr-FR" sz="2400" strike="noStrike" u="none">
                <a:solidFill>
                  <a:srgbClr val="000000"/>
                </a:solidFill>
                <a:effectLst/>
                <a:uFillTx/>
                <a:latin typeface="Times New Roman"/>
                <a:ea typeface="Times New Roman"/>
              </a:rPr>
              <a:t>) décrite par la transformation du système, le signe étant donné par le sens de l'évolution.</a:t>
            </a:r>
            <a:endParaRPr b="0" lang="en-US" sz="2400" strike="noStrike" u="none">
              <a:solidFill>
                <a:srgbClr val="000000"/>
              </a:solidFill>
              <a:effectLst/>
              <a:uFillTx/>
              <a:latin typeface="Arial"/>
            </a:endParaRPr>
          </a:p>
        </p:txBody>
      </p:sp>
      <p:pic>
        <p:nvPicPr>
          <p:cNvPr id="303" name="Group 46" descr=""/>
          <p:cNvPicPr/>
          <p:nvPr/>
        </p:nvPicPr>
        <p:blipFill>
          <a:blip r:embed="rId1"/>
          <a:stretch/>
        </p:blipFill>
        <p:spPr>
          <a:xfrm>
            <a:off x="49320" y="2762280"/>
            <a:ext cx="4425840" cy="2754360"/>
          </a:xfrm>
          <a:prstGeom prst="rect">
            <a:avLst/>
          </a:prstGeom>
          <a:noFill/>
          <a:ln w="0">
            <a:noFill/>
          </a:ln>
        </p:spPr>
      </p:pic>
      <p:grpSp>
        <p:nvGrpSpPr>
          <p:cNvPr id="304" name="Group 47"/>
          <p:cNvGrpSpPr/>
          <p:nvPr/>
        </p:nvGrpSpPr>
        <p:grpSpPr>
          <a:xfrm>
            <a:off x="4684680" y="2986200"/>
            <a:ext cx="4230720" cy="2539800"/>
            <a:chOff x="4684680" y="2986200"/>
            <a:chExt cx="4230720" cy="2539800"/>
          </a:xfrm>
        </p:grpSpPr>
        <p:sp>
          <p:nvSpPr>
            <p:cNvPr id="305" name="Line 31"/>
            <p:cNvSpPr/>
            <p:nvPr/>
          </p:nvSpPr>
          <p:spPr>
            <a:xfrm flipV="1">
              <a:off x="5357880" y="5143680"/>
              <a:ext cx="3149640" cy="1440"/>
            </a:xfrm>
            <a:prstGeom prst="line">
              <a:avLst/>
            </a:prstGeom>
            <a:ln w="9360">
              <a:solidFill>
                <a:srgbClr val="000000"/>
              </a:solidFill>
              <a:miter/>
              <a:tailEnd len="lg" type="stealth" w="med"/>
            </a:ln>
          </p:spPr>
          <p:style>
            <a:lnRef idx="0"/>
            <a:fillRef idx="0"/>
            <a:effectRef idx="0"/>
            <a:fontRef idx="minor"/>
          </p:style>
          <p:txBody>
            <a:bodyPr lIns="90000" rIns="90000" tIns="-45360" bIns="-45360" anchor="t">
              <a:noAutofit/>
            </a:bodyPr>
            <a:p>
              <a:endParaRPr b="0" lang="en-US" sz="1800" strike="noStrike" u="none">
                <a:solidFill>
                  <a:srgbClr val="000000"/>
                </a:solidFill>
                <a:effectLst/>
                <a:uFillTx/>
                <a:latin typeface="Arial"/>
              </a:endParaRPr>
            </a:p>
          </p:txBody>
        </p:sp>
        <p:sp>
          <p:nvSpPr>
            <p:cNvPr id="306" name="Line 32"/>
            <p:cNvSpPr/>
            <p:nvPr/>
          </p:nvSpPr>
          <p:spPr>
            <a:xfrm flipV="1">
              <a:off x="5327640" y="3011040"/>
              <a:ext cx="0" cy="2156040"/>
            </a:xfrm>
            <a:prstGeom prst="line">
              <a:avLst/>
            </a:prstGeom>
            <a:ln w="9360">
              <a:solidFill>
                <a:srgbClr val="000000"/>
              </a:solidFill>
              <a:miter/>
              <a:tailEnd len="lg" type="stealth" w="med"/>
            </a:ln>
          </p:spPr>
          <p:style>
            <a:lnRef idx="0"/>
            <a:fillRef idx="0"/>
            <a:effectRef idx="0"/>
            <a:fontRef idx="minor"/>
          </p:style>
          <p:txBody>
            <a:bodyPr lIns="90000" rIns="90000" tIns="46800" bIns="46800" anchor="t">
              <a:noAutofit/>
            </a:bodyPr>
            <a:p>
              <a:endParaRPr b="0" lang="en-US" sz="1800" strike="noStrike" u="none">
                <a:solidFill>
                  <a:srgbClr val="000000"/>
                </a:solidFill>
                <a:effectLst/>
                <a:uFillTx/>
                <a:latin typeface="Arial"/>
              </a:endParaRPr>
            </a:p>
          </p:txBody>
        </p:sp>
        <p:sp>
          <p:nvSpPr>
            <p:cNvPr id="307" name="Freeform 33" descr="Diagonales larges vers le bas"/>
            <p:cNvSpPr/>
            <p:nvPr/>
          </p:nvSpPr>
          <p:spPr>
            <a:xfrm>
              <a:off x="5886360" y="3519360"/>
              <a:ext cx="1708200" cy="1644840"/>
            </a:xfrm>
            <a:custGeom>
              <a:avLst/>
              <a:gdLst>
                <a:gd name="textAreaLeft" fmla="*/ 0 w 1708200"/>
                <a:gd name="textAreaRight" fmla="*/ 1708560 w 1708200"/>
                <a:gd name="textAreaTop" fmla="*/ 0 h 1644840"/>
                <a:gd name="textAreaBottom" fmla="*/ 1645200 h 1644840"/>
                <a:gd name="GluePoint1X" fmla="*/ 0 w 1791"/>
                <a:gd name="GluePoint1Y" fmla="*/ 0 h 2181"/>
                <a:gd name="GluePoint2X" fmla="*/ 0 w 1791"/>
                <a:gd name="GluePoint2Y" fmla="*/ 0 h 2181"/>
                <a:gd name="GluePoint3X" fmla="*/ 1 w 1791"/>
                <a:gd name="GluePoint3Y" fmla="*/ 0 h 2181"/>
                <a:gd name="GluePoint4X" fmla="*/ 1 w 1791"/>
                <a:gd name="GluePoint4Y" fmla="*/ 0 h 2181"/>
                <a:gd name="GluePoint5X" fmla="*/ 1 w 1791"/>
                <a:gd name="GluePoint5Y" fmla="*/ 0 h 2181"/>
                <a:gd name="GluePoint6X" fmla="*/ 1 w 1791"/>
                <a:gd name="GluePoint6Y" fmla="*/ 0 h 2181"/>
                <a:gd name="GluePoint7X" fmla="*/ 1 w 1791"/>
                <a:gd name="GluePoint7Y" fmla="*/ 0 h 2181"/>
                <a:gd name="GluePoint8X" fmla="*/ 1 w 1791"/>
                <a:gd name="GluePoint8Y" fmla="*/ 0 h 2181"/>
                <a:gd name="GluePoint9X" fmla="*/ 1 w 1791"/>
                <a:gd name="GluePoint9Y" fmla="*/ 0 h 2181"/>
                <a:gd name="GluePoint10X" fmla="*/ 1 w 1791"/>
                <a:gd name="GluePoint10Y" fmla="*/ 0 h 2181"/>
                <a:gd name="GluePoint11X" fmla="*/ 1 w 1791"/>
                <a:gd name="GluePoint11Y" fmla="*/ 0 h 2181"/>
                <a:gd name="GluePoint12X" fmla="*/ 1 w 1791"/>
                <a:gd name="GluePoint12Y" fmla="*/ 0 h 2181"/>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Lst>
              <a:rect l="textAreaLeft" t="textAreaTop" r="textAreaRight" b="textAreaBottom"/>
              <a:pathLst>
                <a:path w="1791" h="2181">
                  <a:moveTo>
                    <a:pt x="0" y="2181"/>
                  </a:moveTo>
                  <a:lnTo>
                    <a:pt x="0" y="0"/>
                  </a:lnTo>
                  <a:lnTo>
                    <a:pt x="86" y="225"/>
                  </a:lnTo>
                  <a:lnTo>
                    <a:pt x="176" y="398"/>
                  </a:lnTo>
                  <a:lnTo>
                    <a:pt x="289" y="555"/>
                  </a:lnTo>
                  <a:lnTo>
                    <a:pt x="446" y="683"/>
                  </a:lnTo>
                  <a:lnTo>
                    <a:pt x="657" y="812"/>
                  </a:lnTo>
                  <a:lnTo>
                    <a:pt x="866" y="900"/>
                  </a:lnTo>
                  <a:lnTo>
                    <a:pt x="1146" y="952"/>
                  </a:lnTo>
                  <a:lnTo>
                    <a:pt x="1436" y="990"/>
                  </a:lnTo>
                  <a:lnTo>
                    <a:pt x="1791" y="1008"/>
                  </a:lnTo>
                  <a:lnTo>
                    <a:pt x="1791" y="2181"/>
                  </a:lnTo>
                </a:path>
              </a:pathLst>
            </a:custGeom>
            <a:blipFill rotWithShape="0">
              <a:blip r:embed="rId2"/>
              <a:srcRect/>
              <a:tile tx="0" ty="0" sx="100000" sy="100000" algn="ctr"/>
            </a:blipFill>
            <a:ln w="0">
              <a:noFill/>
            </a:ln>
          </p:spPr>
          <p:style>
            <a:lnRef idx="0"/>
            <a:fillRef idx="0"/>
            <a:effectRef idx="0"/>
            <a:fontRef idx="minor"/>
          </p:style>
          <p:txBody>
            <a:bodyPr lIns="90000" rIns="90000" tIns="46800" bIns="46800" anchor="t">
              <a:noAutofit/>
            </a:bodyPr>
            <a:p>
              <a:endParaRPr b="0" lang="en-US" sz="1800" strike="noStrike" u="none">
                <a:solidFill>
                  <a:srgbClr val="000000"/>
                </a:solidFill>
                <a:effectLst/>
                <a:uFillTx/>
                <a:latin typeface="Arial"/>
              </a:endParaRPr>
            </a:p>
          </p:txBody>
        </p:sp>
        <p:sp>
          <p:nvSpPr>
            <p:cNvPr id="308" name="Line 34"/>
            <p:cNvSpPr/>
            <p:nvPr/>
          </p:nvSpPr>
          <p:spPr>
            <a:xfrm flipH="1" flipV="1">
              <a:off x="6421320" y="4102200"/>
              <a:ext cx="239760" cy="71280"/>
            </a:xfrm>
            <a:prstGeom prst="line">
              <a:avLst/>
            </a:prstGeom>
            <a:ln w="9360">
              <a:solidFill>
                <a:srgbClr val="66ffff"/>
              </a:solidFill>
              <a:miter/>
              <a:tailEnd len="lg" type="stealth" w="lg"/>
            </a:ln>
          </p:spPr>
          <p:style>
            <a:lnRef idx="0"/>
            <a:fillRef idx="0"/>
            <a:effectRef idx="0"/>
            <a:fontRef idx="minor"/>
          </p:style>
          <p:txBody>
            <a:bodyPr lIns="90000" rIns="90000" tIns="24480" bIns="24480" anchor="t">
              <a:noAutofit/>
            </a:bodyPr>
            <a:p>
              <a:endParaRPr b="0" lang="en-US" sz="1800" strike="noStrike" u="none">
                <a:solidFill>
                  <a:srgbClr val="000000"/>
                </a:solidFill>
                <a:effectLst/>
                <a:uFillTx/>
                <a:latin typeface="Arial"/>
              </a:endParaRPr>
            </a:p>
          </p:txBody>
        </p:sp>
        <p:sp>
          <p:nvSpPr>
            <p:cNvPr id="309" name="Freeform 35"/>
            <p:cNvSpPr/>
            <p:nvPr/>
          </p:nvSpPr>
          <p:spPr>
            <a:xfrm>
              <a:off x="5886360" y="3519360"/>
              <a:ext cx="1708200" cy="760680"/>
            </a:xfrm>
            <a:custGeom>
              <a:avLst/>
              <a:gdLst>
                <a:gd name="textAreaLeft" fmla="*/ 0 w 1708200"/>
                <a:gd name="textAreaRight" fmla="*/ 1708560 w 1708200"/>
                <a:gd name="textAreaTop" fmla="*/ 0 h 760680"/>
                <a:gd name="textAreaBottom" fmla="*/ 761040 h 760680"/>
                <a:gd name="GluePoint1X" fmla="*/ 0 w 1791"/>
                <a:gd name="GluePoint1Y" fmla="*/ 0 h 1008"/>
                <a:gd name="GluePoint2X" fmla="*/ 1 w 1791"/>
                <a:gd name="GluePoint2Y" fmla="*/ 0 h 1008"/>
                <a:gd name="GluePoint3X" fmla="*/ 1 w 1791"/>
                <a:gd name="GluePoint3Y" fmla="*/ 0 h 1008"/>
                <a:gd name="GluePoint4X" fmla="*/ 1 w 1791"/>
                <a:gd name="GluePoint4Y" fmla="*/ 0 h 1008"/>
                <a:gd name="GluePoint5X" fmla="*/ 1 w 1791"/>
                <a:gd name="GluePoint5Y" fmla="*/ 0 h 1008"/>
                <a:gd name="GluePoint6X" fmla="*/ 1 w 1791"/>
                <a:gd name="GluePoint6Y" fmla="*/ 0 h 1008"/>
                <a:gd name="GluePoint7X" fmla="*/ 1 w 1791"/>
                <a:gd name="GluePoint7Y" fmla="*/ 0 h 1008"/>
                <a:gd name="GluePoint8X" fmla="*/ 1 w 1791"/>
                <a:gd name="GluePoint8Y" fmla="*/ 0 h 1008"/>
                <a:gd name="GluePoint9X" fmla="*/ 1 w 1791"/>
                <a:gd name="GluePoint9Y" fmla="*/ 0 h 1008"/>
                <a:gd name="GluePoint10X" fmla="*/ 1 w 1791"/>
                <a:gd name="GluePoint10Y" fmla="*/ 0 h 1008"/>
                <a:gd name="GluePoint11X" fmla="*/ 1 w 1791"/>
                <a:gd name="GluePoint11Y" fmla="*/ 0 h 1008"/>
                <a:gd name="GluePoint12X" fmla="*/ 1 w 1791"/>
                <a:gd name="GluePoint12Y" fmla="*/ 0 h 1008"/>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Lst>
              <a:rect l="textAreaLeft" t="textAreaTop" r="textAreaRight" b="textAreaBottom"/>
              <a:pathLst>
                <a:path w="1791" h="1008">
                  <a:moveTo>
                    <a:pt x="0" y="0"/>
                  </a:moveTo>
                  <a:lnTo>
                    <a:pt x="49" y="168"/>
                  </a:lnTo>
                  <a:lnTo>
                    <a:pt x="140" y="364"/>
                  </a:lnTo>
                  <a:lnTo>
                    <a:pt x="280" y="532"/>
                  </a:lnTo>
                  <a:lnTo>
                    <a:pt x="392" y="644"/>
                  </a:lnTo>
                  <a:lnTo>
                    <a:pt x="619" y="812"/>
                  </a:lnTo>
                  <a:lnTo>
                    <a:pt x="855" y="896"/>
                  </a:lnTo>
                  <a:lnTo>
                    <a:pt x="1171" y="952"/>
                  </a:lnTo>
                  <a:lnTo>
                    <a:pt x="1401" y="980"/>
                  </a:lnTo>
                  <a:lnTo>
                    <a:pt x="1557" y="1008"/>
                  </a:lnTo>
                  <a:lnTo>
                    <a:pt x="1694" y="1008"/>
                  </a:lnTo>
                  <a:lnTo>
                    <a:pt x="1791" y="1008"/>
                  </a:lnTo>
                </a:path>
              </a:pathLst>
            </a:custGeom>
            <a:noFill/>
            <a:ln w="19080">
              <a:solidFill>
                <a:srgbClr val="66ffff"/>
              </a:solidFill>
              <a:round/>
            </a:ln>
          </p:spPr>
          <p:style>
            <a:lnRef idx="0"/>
            <a:fillRef idx="0"/>
            <a:effectRef idx="0"/>
            <a:fontRef idx="minor"/>
          </p:style>
          <p:txBody>
            <a:bodyPr lIns="90000" rIns="90000" tIns="46800" bIns="46800" anchor="t">
              <a:noAutofit/>
            </a:bodyPr>
            <a:p>
              <a:endParaRPr b="0" lang="en-US" sz="1800" strike="noStrike" u="none">
                <a:solidFill>
                  <a:srgbClr val="000000"/>
                </a:solidFill>
                <a:effectLst/>
                <a:uFillTx/>
                <a:latin typeface="Arial"/>
              </a:endParaRPr>
            </a:p>
          </p:txBody>
        </p:sp>
        <p:sp>
          <p:nvSpPr>
            <p:cNvPr id="310" name="Text Box 36"/>
            <p:cNvSpPr/>
            <p:nvPr/>
          </p:nvSpPr>
          <p:spPr>
            <a:xfrm>
              <a:off x="6234120" y="4579920"/>
              <a:ext cx="844560" cy="317520"/>
            </a:xfrm>
            <a:prstGeom prst="rect">
              <a:avLst/>
            </a:prstGeom>
            <a:solidFill>
              <a:srgbClr val="ffffff"/>
            </a:solidFill>
            <a:ln w="0">
              <a:noFill/>
            </a:ln>
          </p:spPr>
          <p:style>
            <a:lnRef idx="0"/>
            <a:fillRef idx="0"/>
            <a:effectRef idx="0"/>
            <a:fontRef idx="minor"/>
          </p:style>
          <p:txBody>
            <a:bodyPr lIns="90000" rIns="90000" tIns="46800" bIns="46800" anchor="t">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000" strike="noStrike" u="none">
                  <a:solidFill>
                    <a:srgbClr val="000000"/>
                  </a:solidFill>
                  <a:effectLst/>
                  <a:uFillTx/>
                  <a:latin typeface="Times New Roman"/>
                  <a:ea typeface="Times New Roman"/>
                </a:rPr>
                <a:t>W &gt; 0</a:t>
              </a:r>
              <a:endParaRPr b="0" lang="en-US" sz="2000" strike="noStrike" u="none">
                <a:solidFill>
                  <a:srgbClr val="000000"/>
                </a:solidFill>
                <a:effectLst/>
                <a:uFillTx/>
                <a:latin typeface="Arial"/>
              </a:endParaRPr>
            </a:p>
          </p:txBody>
        </p:sp>
        <p:sp>
          <p:nvSpPr>
            <p:cNvPr id="311" name="Text Box 37"/>
            <p:cNvSpPr/>
            <p:nvPr/>
          </p:nvSpPr>
          <p:spPr>
            <a:xfrm>
              <a:off x="4684680" y="2986200"/>
              <a:ext cx="525600" cy="379440"/>
            </a:xfrm>
            <a:prstGeom prst="rect">
              <a:avLst/>
            </a:prstGeom>
            <a:noFill/>
            <a:ln w="0">
              <a:noFill/>
            </a:ln>
          </p:spPr>
          <p:style>
            <a:lnRef idx="0"/>
            <a:fillRef idx="0"/>
            <a:effectRef idx="0"/>
            <a:fontRef idx="minor"/>
          </p:style>
          <p:txBody>
            <a:bodyPr lIns="90000" rIns="90000" tIns="46800" bIns="46800" anchor="t">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fr-FR" sz="2000" strike="noStrike" u="none">
                  <a:solidFill>
                    <a:srgbClr val="000000"/>
                  </a:solidFill>
                  <a:effectLst/>
                  <a:uFillTx/>
                  <a:latin typeface="Times New Roman"/>
                  <a:ea typeface="Times New Roman"/>
                </a:rPr>
                <a:t>P</a:t>
              </a:r>
              <a:endParaRPr b="0" lang="en-US" sz="2000" strike="noStrike" u="none">
                <a:solidFill>
                  <a:srgbClr val="000000"/>
                </a:solidFill>
                <a:effectLst/>
                <a:uFillTx/>
                <a:latin typeface="Arial"/>
              </a:endParaRPr>
            </a:p>
          </p:txBody>
        </p:sp>
        <p:sp>
          <p:nvSpPr>
            <p:cNvPr id="312" name="Text Box 38"/>
            <p:cNvSpPr/>
            <p:nvPr/>
          </p:nvSpPr>
          <p:spPr>
            <a:xfrm>
              <a:off x="8389800" y="4719600"/>
              <a:ext cx="525600" cy="379440"/>
            </a:xfrm>
            <a:prstGeom prst="rect">
              <a:avLst/>
            </a:prstGeom>
            <a:noFill/>
            <a:ln w="0">
              <a:noFill/>
            </a:ln>
          </p:spPr>
          <p:style>
            <a:lnRef idx="0"/>
            <a:fillRef idx="0"/>
            <a:effectRef idx="0"/>
            <a:fontRef idx="minor"/>
          </p:style>
          <p:txBody>
            <a:bodyPr lIns="90000" rIns="90000" tIns="46800" bIns="46800" anchor="t">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fr-FR" sz="2000" strike="noStrike" u="none">
                  <a:solidFill>
                    <a:srgbClr val="000000"/>
                  </a:solidFill>
                  <a:effectLst/>
                  <a:uFillTx/>
                  <a:latin typeface="Times New Roman"/>
                  <a:ea typeface="Times New Roman"/>
                </a:rPr>
                <a:t>V</a:t>
              </a:r>
              <a:endParaRPr b="0" lang="en-US" sz="2000" strike="noStrike" u="none">
                <a:solidFill>
                  <a:srgbClr val="000000"/>
                </a:solidFill>
                <a:effectLst/>
                <a:uFillTx/>
                <a:latin typeface="Arial"/>
              </a:endParaRPr>
            </a:p>
          </p:txBody>
        </p:sp>
        <p:sp>
          <p:nvSpPr>
            <p:cNvPr id="313" name="Text Box 39"/>
            <p:cNvSpPr/>
            <p:nvPr/>
          </p:nvSpPr>
          <p:spPr>
            <a:xfrm>
              <a:off x="5776920" y="3284640"/>
              <a:ext cx="492120" cy="314280"/>
            </a:xfrm>
            <a:prstGeom prst="rect">
              <a:avLst/>
            </a:prstGeom>
            <a:noFill/>
            <a:ln w="0">
              <a:noFill/>
            </a:ln>
          </p:spPr>
          <p:style>
            <a:lnRef idx="0"/>
            <a:fillRef idx="0"/>
            <a:effectRef idx="0"/>
            <a:fontRef idx="minor"/>
          </p:style>
          <p:txBody>
            <a:bodyPr lIns="90000" rIns="90000" tIns="46800" bIns="46800" anchor="t">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000000"/>
                  </a:solidFill>
                  <a:effectLst/>
                  <a:uFillTx/>
                  <a:latin typeface="Times New Roman"/>
                  <a:ea typeface="Times New Roman"/>
                </a:rPr>
                <a:t>B</a:t>
              </a:r>
              <a:endParaRPr b="0" lang="en-US" sz="1600" strike="noStrike" u="none">
                <a:solidFill>
                  <a:srgbClr val="000000"/>
                </a:solidFill>
                <a:effectLst/>
                <a:uFillTx/>
                <a:latin typeface="Arial"/>
              </a:endParaRPr>
            </a:p>
          </p:txBody>
        </p:sp>
        <p:sp>
          <p:nvSpPr>
            <p:cNvPr id="314" name="Text Box 40"/>
            <p:cNvSpPr/>
            <p:nvPr/>
          </p:nvSpPr>
          <p:spPr>
            <a:xfrm>
              <a:off x="7313760" y="5202360"/>
              <a:ext cx="574560" cy="315720"/>
            </a:xfrm>
            <a:prstGeom prst="rect">
              <a:avLst/>
            </a:prstGeom>
            <a:noFill/>
            <a:ln w="0">
              <a:noFill/>
            </a:ln>
          </p:spPr>
          <p:style>
            <a:lnRef idx="0"/>
            <a:fillRef idx="0"/>
            <a:effectRef idx="0"/>
            <a:fontRef idx="minor"/>
          </p:style>
          <p:txBody>
            <a:bodyPr lIns="90000" rIns="90000" tIns="46800" bIns="46800" anchor="t">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fr-FR" sz="1600" strike="noStrike" u="none">
                  <a:solidFill>
                    <a:srgbClr val="000000"/>
                  </a:solidFill>
                  <a:effectLst/>
                  <a:uFillTx/>
                  <a:latin typeface="Times New Roman"/>
                  <a:ea typeface="Times New Roman"/>
                </a:rPr>
                <a:t>V</a:t>
              </a:r>
              <a:r>
                <a:rPr b="1" lang="fr-FR" sz="1600" strike="noStrike" u="none" baseline="-25000">
                  <a:solidFill>
                    <a:srgbClr val="000000"/>
                  </a:solidFill>
                  <a:effectLst/>
                  <a:uFillTx/>
                  <a:latin typeface="Times New Roman"/>
                  <a:ea typeface="Times New Roman"/>
                </a:rPr>
                <a:t>A</a:t>
              </a:r>
              <a:endParaRPr b="0" lang="en-US" sz="1600" strike="noStrike" u="none">
                <a:solidFill>
                  <a:srgbClr val="000000"/>
                </a:solidFill>
                <a:effectLst/>
                <a:uFillTx/>
                <a:latin typeface="Arial"/>
              </a:endParaRPr>
            </a:p>
          </p:txBody>
        </p:sp>
        <p:sp>
          <p:nvSpPr>
            <p:cNvPr id="315" name="Text Box 41"/>
            <p:cNvSpPr/>
            <p:nvPr/>
          </p:nvSpPr>
          <p:spPr>
            <a:xfrm>
              <a:off x="5659560" y="5210280"/>
              <a:ext cx="574560" cy="315720"/>
            </a:xfrm>
            <a:prstGeom prst="rect">
              <a:avLst/>
            </a:prstGeom>
            <a:noFill/>
            <a:ln w="0">
              <a:noFill/>
            </a:ln>
          </p:spPr>
          <p:style>
            <a:lnRef idx="0"/>
            <a:fillRef idx="0"/>
            <a:effectRef idx="0"/>
            <a:fontRef idx="minor"/>
          </p:style>
          <p:txBody>
            <a:bodyPr lIns="90000" rIns="90000" tIns="46800" bIns="46800" anchor="t">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fr-FR" sz="1600" strike="noStrike" u="none">
                  <a:solidFill>
                    <a:srgbClr val="000000"/>
                  </a:solidFill>
                  <a:effectLst/>
                  <a:uFillTx/>
                  <a:latin typeface="Times New Roman"/>
                  <a:ea typeface="Times New Roman"/>
                </a:rPr>
                <a:t>V</a:t>
              </a:r>
              <a:r>
                <a:rPr b="1" lang="fr-FR" sz="1600" strike="noStrike" u="none" baseline="-25000">
                  <a:solidFill>
                    <a:srgbClr val="000000"/>
                  </a:solidFill>
                  <a:effectLst/>
                  <a:uFillTx/>
                  <a:latin typeface="Times New Roman"/>
                  <a:ea typeface="Times New Roman"/>
                </a:rPr>
                <a:t>B</a:t>
              </a:r>
              <a:endParaRPr b="0" lang="en-US" sz="1600" strike="noStrike" u="none">
                <a:solidFill>
                  <a:srgbClr val="000000"/>
                </a:solidFill>
                <a:effectLst/>
                <a:uFillTx/>
                <a:latin typeface="Arial"/>
              </a:endParaRPr>
            </a:p>
          </p:txBody>
        </p:sp>
        <p:sp>
          <p:nvSpPr>
            <p:cNvPr id="316" name="Text Box 42"/>
            <p:cNvSpPr/>
            <p:nvPr/>
          </p:nvSpPr>
          <p:spPr>
            <a:xfrm>
              <a:off x="4697280" y="3430440"/>
              <a:ext cx="574920" cy="316080"/>
            </a:xfrm>
            <a:prstGeom prst="rect">
              <a:avLst/>
            </a:prstGeom>
            <a:noFill/>
            <a:ln w="0">
              <a:noFill/>
            </a:ln>
          </p:spPr>
          <p:style>
            <a:lnRef idx="0"/>
            <a:fillRef idx="0"/>
            <a:effectRef idx="0"/>
            <a:fontRef idx="minor"/>
          </p:style>
          <p:txBody>
            <a:bodyPr lIns="90000" rIns="90000" tIns="46800" bIns="46800" anchor="t">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fr-FR" sz="1600" strike="noStrike" u="none">
                  <a:solidFill>
                    <a:srgbClr val="000000"/>
                  </a:solidFill>
                  <a:effectLst/>
                  <a:uFillTx/>
                  <a:latin typeface="Times New Roman"/>
                  <a:ea typeface="Times New Roman"/>
                </a:rPr>
                <a:t>P</a:t>
              </a:r>
              <a:r>
                <a:rPr b="1" lang="fr-FR" sz="1600" strike="noStrike" u="none" baseline="-25000">
                  <a:solidFill>
                    <a:srgbClr val="000000"/>
                  </a:solidFill>
                  <a:effectLst/>
                  <a:uFillTx/>
                  <a:latin typeface="Times New Roman"/>
                  <a:ea typeface="Times New Roman"/>
                </a:rPr>
                <a:t>A</a:t>
              </a:r>
              <a:endParaRPr b="0" lang="en-US" sz="1600" strike="noStrike" u="none">
                <a:solidFill>
                  <a:srgbClr val="000000"/>
                </a:solidFill>
                <a:effectLst/>
                <a:uFillTx/>
                <a:latin typeface="Arial"/>
              </a:endParaRPr>
            </a:p>
          </p:txBody>
        </p:sp>
        <p:sp>
          <p:nvSpPr>
            <p:cNvPr id="317" name="Text Box 43"/>
            <p:cNvSpPr/>
            <p:nvPr/>
          </p:nvSpPr>
          <p:spPr>
            <a:xfrm>
              <a:off x="4721400" y="3949560"/>
              <a:ext cx="574560" cy="316080"/>
            </a:xfrm>
            <a:prstGeom prst="rect">
              <a:avLst/>
            </a:prstGeom>
            <a:noFill/>
            <a:ln w="0">
              <a:noFill/>
            </a:ln>
          </p:spPr>
          <p:style>
            <a:lnRef idx="0"/>
            <a:fillRef idx="0"/>
            <a:effectRef idx="0"/>
            <a:fontRef idx="minor"/>
          </p:style>
          <p:txBody>
            <a:bodyPr lIns="90000" rIns="90000" tIns="46800" bIns="46800" anchor="t">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fr-FR" sz="1600" strike="noStrike" u="none">
                  <a:solidFill>
                    <a:srgbClr val="000000"/>
                  </a:solidFill>
                  <a:effectLst/>
                  <a:uFillTx/>
                  <a:latin typeface="Times New Roman"/>
                  <a:ea typeface="Times New Roman"/>
                </a:rPr>
                <a:t>P</a:t>
              </a:r>
              <a:r>
                <a:rPr b="1" lang="fr-FR" sz="1600" strike="noStrike" u="none" baseline="-25000">
                  <a:solidFill>
                    <a:srgbClr val="000000"/>
                  </a:solidFill>
                  <a:effectLst/>
                  <a:uFillTx/>
                  <a:latin typeface="Times New Roman"/>
                  <a:ea typeface="Times New Roman"/>
                </a:rPr>
                <a:t>B</a:t>
              </a:r>
              <a:endParaRPr b="0" lang="en-US" sz="1600" strike="noStrike" u="none">
                <a:solidFill>
                  <a:srgbClr val="000000"/>
                </a:solidFill>
                <a:effectLst/>
                <a:uFillTx/>
                <a:latin typeface="Arial"/>
              </a:endParaRPr>
            </a:p>
          </p:txBody>
        </p:sp>
        <p:sp>
          <p:nvSpPr>
            <p:cNvPr id="318" name="Text Box 44"/>
            <p:cNvSpPr/>
            <p:nvPr/>
          </p:nvSpPr>
          <p:spPr>
            <a:xfrm>
              <a:off x="7396200" y="3922560"/>
              <a:ext cx="492120" cy="316080"/>
            </a:xfrm>
            <a:prstGeom prst="rect">
              <a:avLst/>
            </a:prstGeom>
            <a:noFill/>
            <a:ln w="0">
              <a:noFill/>
            </a:ln>
          </p:spPr>
          <p:style>
            <a:lnRef idx="0"/>
            <a:fillRef idx="0"/>
            <a:effectRef idx="0"/>
            <a:fontRef idx="minor"/>
          </p:style>
          <p:txBody>
            <a:bodyPr lIns="90000" rIns="90000" tIns="46800" bIns="46800" anchor="t">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1600" strike="noStrike" u="none">
                  <a:solidFill>
                    <a:srgbClr val="000000"/>
                  </a:solidFill>
                  <a:effectLst/>
                  <a:uFillTx/>
                  <a:latin typeface="Times New Roman"/>
                  <a:ea typeface="Times New Roman"/>
                </a:rPr>
                <a:t>A</a:t>
              </a:r>
              <a:endParaRPr b="0" lang="en-US" sz="1600" strike="noStrike" u="none">
                <a:solidFill>
                  <a:srgbClr val="000000"/>
                </a:solidFill>
                <a:effectLst/>
                <a:uFillTx/>
                <a:latin typeface="Arial"/>
              </a:endParaRPr>
            </a:p>
          </p:txBody>
        </p:sp>
      </p:grpSp>
      <p:sp>
        <p:nvSpPr>
          <p:cNvPr id="319" name="Rectangle 4"/>
          <p:cNvSpPr/>
          <p:nvPr/>
        </p:nvSpPr>
        <p:spPr>
          <a:xfrm>
            <a:off x="0" y="0"/>
            <a:ext cx="9144000" cy="571680"/>
          </a:xfrm>
          <a:prstGeom prst="rect">
            <a:avLst/>
          </a:prstGeom>
          <a:solidFill>
            <a:srgbClr val="4f81bd"/>
          </a:solidFill>
          <a:ln w="0">
            <a:noFill/>
          </a:ln>
        </p:spPr>
        <p:style>
          <a:lnRef idx="0"/>
          <a:fillRef idx="0"/>
          <a:effectRef idx="0"/>
          <a:fontRef idx="minor"/>
        </p:style>
        <p:txBody>
          <a:bodyPr lIns="90000" rIns="90000" tIns="46800" bIns="46800" anchor="b" anchorCtr="1">
            <a:noAutofit/>
          </a:bodyPr>
          <a:p>
            <a:pPr>
              <a:lnSpc>
                <a:spcPct val="15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800" strike="noStrike" u="none">
                <a:solidFill>
                  <a:srgbClr val="cc3300"/>
                </a:solidFill>
                <a:effectLst/>
                <a:uFillTx/>
                <a:latin typeface="Times New Roman"/>
                <a:ea typeface="Times New Roman"/>
              </a:rPr>
              <a:t>Séance 3 : </a:t>
            </a:r>
            <a:r>
              <a:rPr b="1" lang="fr-FR" sz="2800" strike="noStrike" u="none">
                <a:solidFill>
                  <a:srgbClr val="cc3300"/>
                </a:solidFill>
                <a:effectLst/>
                <a:uFillTx/>
                <a:latin typeface="Times New Roman"/>
                <a:ea typeface="Times New Roman"/>
              </a:rPr>
              <a:t>QUANTITE DE CHALEUR ET TRAVAIL</a:t>
            </a:r>
            <a:endParaRPr b="0" lang="en-US" sz="2800" strike="noStrike" u="none">
              <a:solidFill>
                <a:srgbClr val="000000"/>
              </a:solidFill>
              <a:effectLst/>
              <a:uFillTx/>
              <a:latin typeface="Arial"/>
            </a:endParaRPr>
          </a:p>
        </p:txBody>
      </p:sp>
      <mc:AlternateContent>
        <mc:Choice xmlns:a14="http://schemas.microsoft.com/office/drawing/2010/main" Requires="a14">
          <p:sp>
            <p:nvSpPr>
              <p:cNvPr id="320" name="Object 37"/>
              <p:cNvSpPr txBox="1"/>
              <p:nvPr/>
            </p:nvSpPr>
            <p:spPr>
              <a:xfrm>
                <a:off x="3000240" y="5572080"/>
                <a:ext cx="2928960" cy="1155600"/>
              </a:xfrm>
              <a:prstGeom prst="rect">
                <a:avLst/>
              </a:prstGeom>
            </p:spPr>
            <p:txBody>
              <a:bodyPr/>
              <a:p>
                <a14:m>
                  <m:oMath xmlns:m="http://schemas.openxmlformats.org/officeDocument/2006/math">
                    <m:r>
                      <m:t xml:space="preserve">W</m:t>
                    </m:r>
                    <m:r>
                      <m:t xml:space="preserve">=</m:t>
                    </m:r>
                    <m:nary>
                      <m:naryPr>
                        <m:chr m:val="∫"/>
                        <m:supHide m:val="1"/>
                      </m:naryPr>
                      <m:sub>
                        <m:r>
                          <m:t xml:space="preserve">c</m:t>
                        </m:r>
                      </m:sub>
                      <m:sup/>
                      <m:e>
                        <m:r>
                          <m:t xml:space="preserve">−</m:t>
                        </m:r>
                        <m:sSub>
                          <m:e>
                            <m:r>
                              <m:t xml:space="preserve">P</m:t>
                            </m:r>
                          </m:e>
                          <m:sub>
                            <m:r>
                              <m:rPr>
                                <m:lit/>
                                <m:nor/>
                              </m:rPr>
                              <m:t xml:space="preserve">ext</m:t>
                            </m:r>
                          </m:sub>
                        </m:sSub>
                        <m:r>
                          <m:rPr>
                            <m:lit/>
                            <m:nor/>
                          </m:rPr>
                          <m:t xml:space="preserve">.</m:t>
                        </m:r>
                        <m:r>
                          <m:rPr>
                            <m:lit/>
                            <m:nor/>
                          </m:rPr>
                          <m:t xml:space="preserve">dV</m:t>
                        </m:r>
                      </m:e>
                    </m:nary>
                  </m:oMath>
                </a14:m>
              </a:p>
            </p:txBody>
          </p:sp>
        </mc:Choice>
        <mc:Fallback>
          <p:sp>
            <p:nvSpPr>
              <p:cNvPr id="320" name="Object 37"/>
              <p:cNvSpPr txBox="1"/>
              <p:nvPr/>
            </p:nvSpPr>
            <p:spPr>
              <a:xfrm>
                <a:off x="3000240" y="5572080"/>
                <a:ext cx="2928960" cy="1155600"/>
              </a:xfrm>
              <a:prstGeom prst="rect">
                <a:avLst/>
              </a:prstGeom>
              <a:blipFill>
                <a:blip r:embed="rId3"/>
                <a:stretch>
                  <a:fillRect/>
                </a:stretch>
              </a:blipFill>
            </p:spPr>
          </p:sp>
        </mc:Fallback>
      </mc:AlternateContent>
    </p:spTree>
  </p:cSld>
  <mc:AlternateContent>
    <mc:Choice Requires="p14">
      <p:transition spd="slow" p14:dur="2000"/>
    </mc:Choice>
    <mc:Fallback>
      <p:transition spd="slow"/>
    </mc:Fallback>
  </mc:AlternateContent>
  <p:timing>
    <p:tnLst>
      <p:par>
        <p:cTn id="1062" dur="indefinite" restart="never" nodeType="tmRoot">
          <p:childTnLst>
            <p:seq>
              <p:cTn id="1063" dur="indefinite" nodeType="mainSeq">
                <p:childTnLst>
                  <p:par>
                    <p:cTn id="1064" nodeType="clickEffect" fill="hold">
                      <p:stCondLst>
                        <p:cond delay="indefinite"/>
                      </p:stCondLst>
                      <p:childTnLst>
                        <p:par>
                          <p:cTn id="1065" nodeType="withEffect" fill="hold">
                            <p:stCondLst>
                              <p:cond delay="0"/>
                            </p:stCondLst>
                            <p:childTnLst>
                              <p:par>
                                <p:cTn id="1066" nodeType="clickEffect" fill="hold" presetClass="entr" presetID="27">
                                  <p:stCondLst>
                                    <p:cond delay="0"/>
                                  </p:stCondLst>
                                  <p:iterate type="lt">
                                    <p:tmAbs val="40"/>
                                  </p:iterate>
                                  <p:childTnLst>
                                    <p:set>
                                      <p:cBhvr>
                                        <p:cTn id="1067" dur="1" fill="hold">
                                          <p:stCondLst>
                                            <p:cond delay="0"/>
                                          </p:stCondLst>
                                        </p:cTn>
                                        <p:tgtEl>
                                          <p:spTgt spid="301"/>
                                        </p:tgtEl>
                                        <p:attrNameLst>
                                          <p:attrName>style.visibility</p:attrName>
                                        </p:attrNameLst>
                                      </p:cBhvr>
                                      <p:to>
                                        <p:strVal val="visible"/>
                                      </p:to>
                                    </p:set>
                                    <p:anim calcmode="discrete" valueType="clr">
                                      <p:cBhvr additive="repl">
                                        <p:cTn id="1068" dur="80"/>
                                        <p:tgtEl>
                                          <p:spTgt spid="301"/>
                                        </p:tgtEl>
                                        <p:attrNameLst>
                                          <p:attrName>style.color</p:attrName>
                                        </p:attrNameLst>
                                      </p:cBhvr>
                                      <p:tavLst>
                                        <p:tav tm="0">
                                          <p:val>
                                            <p:strVal val="rgb(77,80,-64)"/>
                                          </p:val>
                                        </p:tav>
                                        <p:tav tm="50000">
                                          <p:val>
                                            <p:strVal val="rgb(-1,0,0)"/>
                                          </p:val>
                                        </p:tav>
                                      </p:tavLst>
                                    </p:anim>
                                    <p:anim calcmode="discrete" valueType="clr">
                                      <p:cBhvr additive="repl">
                                        <p:cTn id="1069" dur="80"/>
                                        <p:tgtEl>
                                          <p:spTgt spid="301"/>
                                        </p:tgtEl>
                                        <p:attrNameLst>
                                          <p:attrName>fillcolor</p:attrName>
                                        </p:attrNameLst>
                                      </p:cBhvr>
                                      <p:tavLst>
                                        <p:tav tm="0">
                                          <p:val>
                                            <p:strVal val="rgb(77,80,-64)"/>
                                          </p:val>
                                        </p:tav>
                                        <p:tav tm="50000">
                                          <p:val>
                                            <p:strVal val="rgb(-1,0,0)"/>
                                          </p:val>
                                        </p:tav>
                                      </p:tavLst>
                                    </p:anim>
                                    <p:set>
                                      <p:cBhvr>
                                        <p:cTn id="1070" dur="80"/>
                                        <p:tgtEl>
                                          <p:spTgt spid="301"/>
                                        </p:tgtEl>
                                        <p:attrNameLst>
                                          <p:attrName>fill.type</p:attrName>
                                        </p:attrNameLst>
                                      </p:cBhvr>
                                      <p:to>
                                        <p:strVal val="solid"/>
                                      </p:to>
                                    </p:set>
                                  </p:childTnLst>
                                </p:cTn>
                              </p:par>
                            </p:childTnLst>
                          </p:cTn>
                        </p:par>
                      </p:childTnLst>
                    </p:cTn>
                  </p:par>
                  <p:par>
                    <p:cTn id="1071" nodeType="clickEffect" fill="hold">
                      <p:stCondLst>
                        <p:cond delay="indefinite"/>
                      </p:stCondLst>
                      <p:childTnLst>
                        <p:par>
                          <p:cTn id="1072" nodeType="withEffect" fill="hold">
                            <p:stCondLst>
                              <p:cond delay="0"/>
                            </p:stCondLst>
                            <p:childTnLst>
                              <p:par>
                                <p:cTn id="1073" nodeType="clickEffect" fill="hold" presetClass="entr" presetID="27">
                                  <p:stCondLst>
                                    <p:cond delay="0"/>
                                  </p:stCondLst>
                                  <p:iterate type="lt">
                                    <p:tmAbs val="40"/>
                                  </p:iterate>
                                  <p:childTnLst>
                                    <p:set>
                                      <p:cBhvr>
                                        <p:cTn id="1074" dur="1" fill="hold">
                                          <p:stCondLst>
                                            <p:cond delay="0"/>
                                          </p:stCondLst>
                                        </p:cTn>
                                        <p:tgtEl>
                                          <p:spTgt spid="302">
                                            <p:txEl>
                                              <p:pRg st="0" end="0"/>
                                            </p:txEl>
                                          </p:spTgt>
                                        </p:tgtEl>
                                        <p:attrNameLst>
                                          <p:attrName>style.visibility</p:attrName>
                                        </p:attrNameLst>
                                      </p:cBhvr>
                                      <p:to>
                                        <p:strVal val="visible"/>
                                      </p:to>
                                    </p:set>
                                    <p:anim calcmode="discrete" valueType="clr">
                                      <p:cBhvr additive="repl">
                                        <p:cTn id="1075" dur="80"/>
                                        <p:tgtEl>
                                          <p:spTgt spid="302">
                                            <p:txEl>
                                              <p:pRg st="0" end="0"/>
                                            </p:txEl>
                                          </p:spTgt>
                                        </p:tgtEl>
                                        <p:attrNameLst>
                                          <p:attrName>style.color</p:attrName>
                                        </p:attrNameLst>
                                      </p:cBhvr>
                                      <p:tavLst>
                                        <p:tav tm="0">
                                          <p:val>
                                            <p:strVal val="rgb(77,80,-64)"/>
                                          </p:val>
                                        </p:tav>
                                        <p:tav tm="50000">
                                          <p:val>
                                            <p:strVal val="rgb(-1,0,0)"/>
                                          </p:val>
                                        </p:tav>
                                      </p:tavLst>
                                    </p:anim>
                                    <p:anim calcmode="discrete" valueType="clr">
                                      <p:cBhvr additive="repl">
                                        <p:cTn id="1076" dur="80"/>
                                        <p:tgtEl>
                                          <p:spTgt spid="302">
                                            <p:txEl>
                                              <p:pRg st="0" end="0"/>
                                            </p:txEl>
                                          </p:spTgt>
                                        </p:tgtEl>
                                        <p:attrNameLst>
                                          <p:attrName>fillcolor</p:attrName>
                                        </p:attrNameLst>
                                      </p:cBhvr>
                                      <p:tavLst>
                                        <p:tav tm="0">
                                          <p:val>
                                            <p:strVal val="rgb(77,80,-64)"/>
                                          </p:val>
                                        </p:tav>
                                        <p:tav tm="50000">
                                          <p:val>
                                            <p:strVal val="rgb(-1,0,0)"/>
                                          </p:val>
                                        </p:tav>
                                      </p:tavLst>
                                    </p:anim>
                                    <p:set>
                                      <p:cBhvr>
                                        <p:cTn id="1077" dur="80"/>
                                        <p:tgtEl>
                                          <p:spTgt spid="302">
                                            <p:txEl>
                                              <p:pRg st="0" end="0"/>
                                            </p:txEl>
                                          </p:spTgt>
                                        </p:tgtEl>
                                        <p:attrNameLst>
                                          <p:attrName>fill.type</p:attrName>
                                        </p:attrNameLst>
                                      </p:cBhvr>
                                      <p:to>
                                        <p:strVal val="solid"/>
                                      </p:to>
                                    </p:set>
                                  </p:childTnLst>
                                </p:cTn>
                              </p:par>
                            </p:childTnLst>
                          </p:cTn>
                        </p:par>
                      </p:childTnLst>
                    </p:cTn>
                  </p:par>
                  <p:par>
                    <p:cTn id="1078" nodeType="clickEffect" fill="hold">
                      <p:stCondLst>
                        <p:cond delay="indefinite"/>
                      </p:stCondLst>
                      <p:childTnLst>
                        <p:par>
                          <p:cTn id="1079" nodeType="withEffect" fill="hold">
                            <p:stCondLst>
                              <p:cond delay="0"/>
                            </p:stCondLst>
                            <p:childTnLst>
                              <p:par>
                                <p:cTn id="1080" nodeType="clickEffect" fill="hold" presetClass="entr" presetID="52">
                                  <p:stCondLst>
                                    <p:cond delay="0"/>
                                  </p:stCondLst>
                                  <p:childTnLst>
                                    <p:set>
                                      <p:cBhvr>
                                        <p:cTn id="1081" dur="1" fill="hold">
                                          <p:stCondLst>
                                            <p:cond delay="0"/>
                                          </p:stCondLst>
                                        </p:cTn>
                                        <p:tgtEl>
                                          <p:spTgt spid="303"/>
                                        </p:tgtEl>
                                        <p:attrNameLst>
                                          <p:attrName>style.visibility</p:attrName>
                                        </p:attrNameLst>
                                      </p:cBhvr>
                                      <p:to>
                                        <p:strVal val="visible"/>
                                      </p:to>
                                    </p:set>
                                    <p:animScale>
                                      <p:cBhvr>
                                        <p:cTn id="1082" dur="1000" fill="hold">
                                          <p:stCondLst>
                                            <p:cond delay="0"/>
                                          </p:stCondLst>
                                        </p:cTn>
                                        <p:tgtEl>
                                          <p:spTgt spid="303"/>
                                        </p:tgtEl>
                                      </p:cBhvr>
                                      <p:from x="250000" y="250000"/>
                                      <p:to x="100000" y="100000"/>
                                    </p:animScale>
                                    <p:animMotion origin="layout" path="M -0.46736 0.92887 C -0.37517 0.88508 -0.02552 0.75279 0.0908 0.66613 C 0.20747 0.57948 0.21649 0.50394 0.23177 0.40825 C 0.24705 0.31256 0.22118 0.15964 0.18264 0.09152 C 0.1441 0.02341 0.03802 0 0 0 E">
                                      <p:cBhvr>
                                        <p:cTn id="1083" dur="1000" fill="hold">
                                          <p:stCondLst>
                                            <p:cond delay="0"/>
                                          </p:stCondLst>
                                        </p:cTn>
                                        <p:tgtEl>
                                          <p:spTgt spid="303"/>
                                        </p:tgtEl>
                                      </p:cBhvr>
                                    </p:animMotion>
                                    <p:animEffect filter="fade" transition="in">
                                      <p:cBhvr additive="repl">
                                        <p:cTn id="1084" dur="1000"/>
                                        <p:tgtEl>
                                          <p:spTgt spid="303"/>
                                        </p:tgtEl>
                                      </p:cBhvr>
                                    </p:animEffect>
                                  </p:childTnLst>
                                </p:cTn>
                              </p:par>
                            </p:childTnLst>
                          </p:cTn>
                        </p:par>
                      </p:childTnLst>
                    </p:cTn>
                  </p:par>
                  <p:par>
                    <p:cTn id="1085" nodeType="clickEffect" fill="hold">
                      <p:stCondLst>
                        <p:cond delay="indefinite"/>
                      </p:stCondLst>
                      <p:childTnLst>
                        <p:par>
                          <p:cTn id="1086" nodeType="withEffect" fill="hold">
                            <p:stCondLst>
                              <p:cond delay="0"/>
                            </p:stCondLst>
                            <p:childTnLst>
                              <p:par>
                                <p:cTn id="1087" nodeType="clickEffect" fill="hold" presetClass="entr" presetID="52">
                                  <p:stCondLst>
                                    <p:cond delay="0"/>
                                  </p:stCondLst>
                                  <p:childTnLst>
                                    <p:set>
                                      <p:cBhvr>
                                        <p:cTn id="1088" dur="1" fill="hold">
                                          <p:stCondLst>
                                            <p:cond delay="0"/>
                                          </p:stCondLst>
                                        </p:cTn>
                                        <p:tgtEl>
                                          <p:spTgt spid="304"/>
                                        </p:tgtEl>
                                        <p:attrNameLst>
                                          <p:attrName>style.visibility</p:attrName>
                                        </p:attrNameLst>
                                      </p:cBhvr>
                                      <p:to>
                                        <p:strVal val="visible"/>
                                      </p:to>
                                    </p:set>
                                    <p:animScale>
                                      <p:cBhvr>
                                        <p:cTn id="1089" dur="1000" fill="hold">
                                          <p:stCondLst>
                                            <p:cond delay="0"/>
                                          </p:stCondLst>
                                        </p:cTn>
                                        <p:tgtEl>
                                          <p:spTgt spid="304"/>
                                        </p:tgtEl>
                                      </p:cBhvr>
                                      <p:from x="250000" y="250000"/>
                                      <p:to x="100000" y="100000"/>
                                    </p:animScale>
                                    <p:animMotion origin="layout" path="M -0.46736 0.92887 C -0.37517 0.88508 -0.02552 0.75279 0.0908 0.66613 C 0.20747 0.57948 0.21649 0.50394 0.23177 0.40825 C 0.24705 0.31256 0.22118 0.15964 0.18264 0.09152 C 0.1441 0.02341 0.03802 0 0 0 E">
                                      <p:cBhvr>
                                        <p:cTn id="1090" dur="1000" fill="hold">
                                          <p:stCondLst>
                                            <p:cond delay="0"/>
                                          </p:stCondLst>
                                        </p:cTn>
                                        <p:tgtEl>
                                          <p:spTgt spid="304"/>
                                        </p:tgtEl>
                                      </p:cBhvr>
                                    </p:animMotion>
                                    <p:animEffect filter="fade" transition="in">
                                      <p:cBhvr additive="repl">
                                        <p:cTn id="1091" dur="1000"/>
                                        <p:tgtEl>
                                          <p:spTgt spid="30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1" name="Rectangle 21"/>
          <p:cNvSpPr/>
          <p:nvPr/>
        </p:nvSpPr>
        <p:spPr>
          <a:xfrm>
            <a:off x="1384200" y="1384200"/>
            <a:ext cx="6743880" cy="4076640"/>
          </a:xfrm>
          <a:prstGeom prst="rect">
            <a:avLst/>
          </a:prstGeom>
          <a:solidFill>
            <a:srgbClr val="ffffff"/>
          </a:solidFill>
          <a:ln w="9360">
            <a:solidFill>
              <a:srgbClr val="000000"/>
            </a:solidFill>
            <a:miter/>
          </a:ln>
        </p:spPr>
        <p:style>
          <a:lnRef idx="0"/>
          <a:fillRef idx="0"/>
          <a:effectRef idx="0"/>
          <a:fontRef idx="minor"/>
        </p:style>
        <p:txBody>
          <a:bodyPr wrap="none" lIns="90000" rIns="90000" tIns="46800" bIns="46800" anchor="ctr">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trike="noStrike" u="none">
              <a:solidFill>
                <a:srgbClr val="000000"/>
              </a:solidFill>
              <a:effectLst/>
              <a:uFillTx/>
              <a:latin typeface="Arial"/>
            </a:endParaRPr>
          </a:p>
        </p:txBody>
      </p:sp>
      <p:sp>
        <p:nvSpPr>
          <p:cNvPr id="322" name="Rectangle 2"/>
          <p:cNvSpPr/>
          <p:nvPr/>
        </p:nvSpPr>
        <p:spPr>
          <a:xfrm>
            <a:off x="371520" y="620640"/>
            <a:ext cx="2727360" cy="520920"/>
          </a:xfrm>
          <a:prstGeom prst="rect">
            <a:avLst/>
          </a:prstGeom>
          <a:noFill/>
          <a:ln w="0">
            <a:noFill/>
          </a:ln>
        </p:spPr>
        <p:style>
          <a:lnRef idx="0"/>
          <a:fillRef idx="0"/>
          <a:effectRef idx="0"/>
          <a:fontRef idx="minor"/>
        </p:style>
        <p:txBody>
          <a:bodyPr wrap="none" lIns="90000" rIns="90000" tIns="46800" bIns="46800" anchor="ctr">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800" strike="noStrike" u="none">
                <a:solidFill>
                  <a:srgbClr val="c00000"/>
                </a:solidFill>
                <a:effectLst/>
                <a:uFillTx/>
                <a:latin typeface="Arial"/>
              </a:rPr>
              <a:t>Cas des cycles</a:t>
            </a:r>
            <a:endParaRPr b="0" lang="en-US" sz="2800" strike="noStrike" u="none">
              <a:solidFill>
                <a:srgbClr val="000000"/>
              </a:solidFill>
              <a:effectLst/>
              <a:uFillTx/>
              <a:latin typeface="Arial"/>
            </a:endParaRPr>
          </a:p>
        </p:txBody>
      </p:sp>
      <p:grpSp>
        <p:nvGrpSpPr>
          <p:cNvPr id="323" name="Group 4"/>
          <p:cNvGrpSpPr/>
          <p:nvPr/>
        </p:nvGrpSpPr>
        <p:grpSpPr>
          <a:xfrm>
            <a:off x="1357200" y="1428840"/>
            <a:ext cx="6575040" cy="4069800"/>
            <a:chOff x="1357200" y="1428840"/>
            <a:chExt cx="6575040" cy="4069800"/>
          </a:xfrm>
        </p:grpSpPr>
        <p:grpSp>
          <p:nvGrpSpPr>
            <p:cNvPr id="324" name="Group 5"/>
            <p:cNvGrpSpPr/>
            <p:nvPr/>
          </p:nvGrpSpPr>
          <p:grpSpPr>
            <a:xfrm>
              <a:off x="2086920" y="2062440"/>
              <a:ext cx="2611440" cy="2481480"/>
              <a:chOff x="2086920" y="2062440"/>
              <a:chExt cx="2611440" cy="2481480"/>
            </a:xfrm>
          </p:grpSpPr>
          <p:sp>
            <p:nvSpPr>
              <p:cNvPr id="325" name="Oval 6" descr="20 %"/>
              <p:cNvSpPr/>
              <p:nvPr/>
            </p:nvSpPr>
            <p:spPr>
              <a:xfrm rot="2045400">
                <a:off x="2354040" y="2507760"/>
                <a:ext cx="2077200" cy="1590480"/>
              </a:xfrm>
              <a:prstGeom prst="ellipse">
                <a:avLst/>
              </a:prstGeom>
              <a:blipFill rotWithShape="0">
                <a:blip r:embed="rId1"/>
                <a:srcRect/>
                <a:tile tx="0" ty="0" sx="100000" sy="100000" algn="ctr"/>
              </a:blipFill>
              <a:ln w="9360">
                <a:solidFill>
                  <a:srgbClr val="000000"/>
                </a:solidFill>
                <a:miter/>
              </a:ln>
            </p:spPr>
            <p:style>
              <a:lnRef idx="0"/>
              <a:fillRef idx="0"/>
              <a:effectRef idx="0"/>
              <a:fontRef idx="minor"/>
            </p:style>
            <p:txBody>
              <a:bodyPr lIns="90000" rIns="90000" tIns="46800" bIns="46800" anchor="t">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trike="noStrike" u="none">
                  <a:solidFill>
                    <a:srgbClr val="000000"/>
                  </a:solidFill>
                  <a:effectLst/>
                  <a:uFillTx/>
                  <a:latin typeface="Arial"/>
                </a:endParaRPr>
              </a:p>
            </p:txBody>
          </p:sp>
          <p:sp>
            <p:nvSpPr>
              <p:cNvPr id="326" name="Line 7"/>
              <p:cNvSpPr/>
              <p:nvPr/>
            </p:nvSpPr>
            <p:spPr>
              <a:xfrm flipH="1" flipV="1">
                <a:off x="2668680" y="3514680"/>
                <a:ext cx="205200" cy="280440"/>
              </a:xfrm>
              <a:prstGeom prst="line">
                <a:avLst/>
              </a:prstGeom>
              <a:ln w="9360">
                <a:solidFill>
                  <a:srgbClr val="000000"/>
                </a:solidFill>
                <a:miter/>
                <a:tailEnd len="lg" type="stealth" w="lg"/>
              </a:ln>
            </p:spPr>
            <p:style>
              <a:lnRef idx="0"/>
              <a:fillRef idx="0"/>
              <a:effectRef idx="0"/>
              <a:fontRef idx="minor"/>
            </p:style>
            <p:txBody>
              <a:bodyPr lIns="90000" rIns="90000" tIns="46800" bIns="46800" anchor="t">
                <a:noAutofit/>
              </a:bodyPr>
              <a:p>
                <a:endParaRPr b="0" lang="en-US" sz="1800" strike="noStrike" u="none">
                  <a:solidFill>
                    <a:srgbClr val="000000"/>
                  </a:solidFill>
                  <a:effectLst/>
                  <a:uFillTx/>
                  <a:latin typeface="Arial"/>
                </a:endParaRPr>
              </a:p>
            </p:txBody>
          </p:sp>
        </p:grpSp>
        <p:sp>
          <p:nvSpPr>
            <p:cNvPr id="327" name="Line 8"/>
            <p:cNvSpPr/>
            <p:nvPr/>
          </p:nvSpPr>
          <p:spPr>
            <a:xfrm flipV="1">
              <a:off x="1925640" y="1541160"/>
              <a:ext cx="0" cy="3381480"/>
            </a:xfrm>
            <a:prstGeom prst="line">
              <a:avLst/>
            </a:prstGeom>
            <a:ln w="38160">
              <a:solidFill>
                <a:srgbClr val="000000"/>
              </a:solidFill>
              <a:miter/>
              <a:tailEnd len="lg" type="stealth" w="med"/>
            </a:ln>
          </p:spPr>
          <p:style>
            <a:lnRef idx="0"/>
            <a:fillRef idx="0"/>
            <a:effectRef idx="0"/>
            <a:fontRef idx="minor"/>
          </p:style>
          <p:txBody>
            <a:bodyPr lIns="90000" rIns="90000" tIns="46800" bIns="46800" anchor="t">
              <a:noAutofit/>
            </a:bodyPr>
            <a:p>
              <a:endParaRPr b="0" lang="en-US" sz="1800" strike="noStrike" u="none">
                <a:solidFill>
                  <a:srgbClr val="000000"/>
                </a:solidFill>
                <a:effectLst/>
                <a:uFillTx/>
                <a:latin typeface="Arial"/>
              </a:endParaRPr>
            </a:p>
          </p:txBody>
        </p:sp>
        <p:sp>
          <p:nvSpPr>
            <p:cNvPr id="328" name="Line 9"/>
            <p:cNvSpPr/>
            <p:nvPr/>
          </p:nvSpPr>
          <p:spPr>
            <a:xfrm flipV="1">
              <a:off x="1925640" y="4886280"/>
              <a:ext cx="2674800" cy="1440"/>
            </a:xfrm>
            <a:prstGeom prst="line">
              <a:avLst/>
            </a:prstGeom>
            <a:ln w="38160">
              <a:solidFill>
                <a:srgbClr val="000000"/>
              </a:solidFill>
              <a:miter/>
              <a:tailEnd len="lg" type="stealth" w="med"/>
            </a:ln>
          </p:spPr>
          <p:style>
            <a:lnRef idx="0"/>
            <a:fillRef idx="0"/>
            <a:effectRef idx="0"/>
            <a:fontRef idx="minor"/>
          </p:style>
          <p:txBody>
            <a:bodyPr lIns="90000" rIns="90000" tIns="-45360" bIns="-45360" anchor="t">
              <a:noAutofit/>
            </a:bodyPr>
            <a:p>
              <a:endParaRPr b="0" lang="en-US" sz="1800" strike="noStrike" u="none">
                <a:solidFill>
                  <a:srgbClr val="000000"/>
                </a:solidFill>
                <a:effectLst/>
                <a:uFillTx/>
                <a:latin typeface="Arial"/>
              </a:endParaRPr>
            </a:p>
          </p:txBody>
        </p:sp>
        <p:sp>
          <p:nvSpPr>
            <p:cNvPr id="329" name="Text Box 10"/>
            <p:cNvSpPr/>
            <p:nvPr/>
          </p:nvSpPr>
          <p:spPr>
            <a:xfrm>
              <a:off x="2886480" y="3056760"/>
              <a:ext cx="995760" cy="523080"/>
            </a:xfrm>
            <a:prstGeom prst="rect">
              <a:avLst/>
            </a:prstGeom>
            <a:noFill/>
            <a:ln w="0">
              <a:noFill/>
            </a:ln>
          </p:spPr>
          <p:style>
            <a:lnRef idx="0"/>
            <a:fillRef idx="0"/>
            <a:effectRef idx="0"/>
            <a:fontRef idx="minor"/>
          </p:style>
          <p:txBody>
            <a:bodyPr lIns="90000" rIns="90000" tIns="46800" bIns="46800" anchor="t">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400" strike="noStrike" u="none">
                  <a:solidFill>
                    <a:srgbClr val="c0504d"/>
                  </a:solidFill>
                  <a:effectLst/>
                  <a:uFillTx/>
                  <a:latin typeface="Times New Roman"/>
                </a:rPr>
                <a:t>W &lt; 0</a:t>
              </a:r>
              <a:endParaRPr b="0" lang="en-US" sz="2400" strike="noStrike" u="none">
                <a:solidFill>
                  <a:srgbClr val="000000"/>
                </a:solidFill>
                <a:effectLst/>
                <a:uFillTx/>
                <a:latin typeface="Arial"/>
              </a:endParaRPr>
            </a:p>
          </p:txBody>
        </p:sp>
        <p:sp>
          <p:nvSpPr>
            <p:cNvPr id="330" name="Text Box 11"/>
            <p:cNvSpPr/>
            <p:nvPr/>
          </p:nvSpPr>
          <p:spPr>
            <a:xfrm>
              <a:off x="1357200" y="1428840"/>
              <a:ext cx="562320" cy="627840"/>
            </a:xfrm>
            <a:prstGeom prst="rect">
              <a:avLst/>
            </a:prstGeom>
            <a:noFill/>
            <a:ln w="0">
              <a:noFill/>
            </a:ln>
          </p:spPr>
          <p:style>
            <a:lnRef idx="0"/>
            <a:fillRef idx="0"/>
            <a:effectRef idx="0"/>
            <a:fontRef idx="minor"/>
          </p:style>
          <p:txBody>
            <a:bodyPr lIns="90000" rIns="90000" tIns="46800" bIns="46800" anchor="t">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fr-FR" sz="2800" strike="noStrike" u="none">
                  <a:solidFill>
                    <a:srgbClr val="000000"/>
                  </a:solidFill>
                  <a:effectLst/>
                  <a:uFillTx/>
                  <a:latin typeface="Times New Roman"/>
                </a:rPr>
                <a:t>P</a:t>
              </a:r>
              <a:endParaRPr b="0" lang="en-US" sz="2800" strike="noStrike" u="none">
                <a:solidFill>
                  <a:srgbClr val="000000"/>
                </a:solidFill>
                <a:effectLst/>
                <a:uFillTx/>
                <a:latin typeface="Arial"/>
              </a:endParaRPr>
            </a:p>
          </p:txBody>
        </p:sp>
        <p:sp>
          <p:nvSpPr>
            <p:cNvPr id="331" name="Text Box 12"/>
            <p:cNvSpPr/>
            <p:nvPr/>
          </p:nvSpPr>
          <p:spPr>
            <a:xfrm>
              <a:off x="4345920" y="4857480"/>
              <a:ext cx="558720" cy="627840"/>
            </a:xfrm>
            <a:prstGeom prst="rect">
              <a:avLst/>
            </a:prstGeom>
            <a:noFill/>
            <a:ln w="0">
              <a:noFill/>
            </a:ln>
          </p:spPr>
          <p:style>
            <a:lnRef idx="0"/>
            <a:fillRef idx="0"/>
            <a:effectRef idx="0"/>
            <a:fontRef idx="minor"/>
          </p:style>
          <p:txBody>
            <a:bodyPr lIns="90000" rIns="90000" tIns="46800" bIns="46800" anchor="t">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fr-FR" sz="2800" strike="noStrike" u="none">
                  <a:solidFill>
                    <a:srgbClr val="000000"/>
                  </a:solidFill>
                  <a:effectLst/>
                  <a:uFillTx/>
                  <a:latin typeface="Times New Roman"/>
                </a:rPr>
                <a:t>V</a:t>
              </a:r>
              <a:endParaRPr b="0" lang="en-US" sz="2800" strike="noStrike" u="none">
                <a:solidFill>
                  <a:srgbClr val="000000"/>
                </a:solidFill>
                <a:effectLst/>
                <a:uFillTx/>
                <a:latin typeface="Arial"/>
              </a:endParaRPr>
            </a:p>
          </p:txBody>
        </p:sp>
        <p:grpSp>
          <p:nvGrpSpPr>
            <p:cNvPr id="332" name="Group 13"/>
            <p:cNvGrpSpPr/>
            <p:nvPr/>
          </p:nvGrpSpPr>
          <p:grpSpPr>
            <a:xfrm>
              <a:off x="5464080" y="2037600"/>
              <a:ext cx="2449800" cy="2357640"/>
              <a:chOff x="5464080" y="2037600"/>
              <a:chExt cx="2449800" cy="2357640"/>
            </a:xfrm>
          </p:grpSpPr>
          <p:sp>
            <p:nvSpPr>
              <p:cNvPr id="333" name="Oval 14"/>
              <p:cNvSpPr/>
              <p:nvPr/>
            </p:nvSpPr>
            <p:spPr>
              <a:xfrm rot="2045400">
                <a:off x="5736960" y="2436840"/>
                <a:ext cx="1903680" cy="1558440"/>
              </a:xfrm>
              <a:prstGeom prst="ellipse">
                <a:avLst/>
              </a:prstGeom>
              <a:solidFill>
                <a:srgbClr val="66ffff"/>
              </a:solidFill>
              <a:ln w="9360">
                <a:solidFill>
                  <a:srgbClr val="000000"/>
                </a:solidFill>
                <a:miter/>
              </a:ln>
            </p:spPr>
            <p:style>
              <a:lnRef idx="0"/>
              <a:fillRef idx="0"/>
              <a:effectRef idx="0"/>
              <a:fontRef idx="minor"/>
            </p:style>
            <p:txBody>
              <a:bodyPr lIns="90000" rIns="90000" tIns="46800" bIns="46800" anchor="t">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trike="noStrike" u="none">
                  <a:solidFill>
                    <a:srgbClr val="000000"/>
                  </a:solidFill>
                  <a:effectLst/>
                  <a:uFillTx/>
                  <a:latin typeface="Arial"/>
                </a:endParaRPr>
              </a:p>
            </p:txBody>
          </p:sp>
          <p:sp>
            <p:nvSpPr>
              <p:cNvPr id="334" name="Line 15"/>
              <p:cNvSpPr/>
              <p:nvPr/>
            </p:nvSpPr>
            <p:spPr>
              <a:xfrm>
                <a:off x="6213960" y="3699000"/>
                <a:ext cx="195480" cy="201240"/>
              </a:xfrm>
              <a:prstGeom prst="line">
                <a:avLst/>
              </a:prstGeom>
              <a:ln w="9360">
                <a:solidFill>
                  <a:srgbClr val="000000"/>
                </a:solidFill>
                <a:miter/>
                <a:tailEnd len="lg" type="stealth" w="lg"/>
              </a:ln>
            </p:spPr>
            <p:style>
              <a:lnRef idx="0"/>
              <a:fillRef idx="0"/>
              <a:effectRef idx="0"/>
              <a:fontRef idx="minor"/>
            </p:style>
            <p:txBody>
              <a:bodyPr lIns="90000" rIns="90000" tIns="46800" bIns="46800" anchor="t">
                <a:noAutofit/>
              </a:bodyPr>
              <a:p>
                <a:endParaRPr b="0" lang="en-US" sz="1800" strike="noStrike" u="none">
                  <a:solidFill>
                    <a:srgbClr val="000000"/>
                  </a:solidFill>
                  <a:effectLst/>
                  <a:uFillTx/>
                  <a:latin typeface="Arial"/>
                </a:endParaRPr>
              </a:p>
            </p:txBody>
          </p:sp>
        </p:grpSp>
        <p:sp>
          <p:nvSpPr>
            <p:cNvPr id="335" name="Line 16"/>
            <p:cNvSpPr/>
            <p:nvPr/>
          </p:nvSpPr>
          <p:spPr>
            <a:xfrm flipV="1">
              <a:off x="5237640" y="1603440"/>
              <a:ext cx="0" cy="3297240"/>
            </a:xfrm>
            <a:prstGeom prst="line">
              <a:avLst/>
            </a:prstGeom>
            <a:ln w="28440">
              <a:solidFill>
                <a:srgbClr val="000000"/>
              </a:solidFill>
              <a:miter/>
              <a:tailEnd len="med" type="triangle" w="med"/>
            </a:ln>
          </p:spPr>
          <p:style>
            <a:lnRef idx="0"/>
            <a:fillRef idx="0"/>
            <a:effectRef idx="0"/>
            <a:fontRef idx="minor"/>
          </p:style>
          <p:txBody>
            <a:bodyPr lIns="90000" rIns="90000" tIns="46800" bIns="46800" anchor="t">
              <a:noAutofit/>
            </a:bodyPr>
            <a:p>
              <a:endParaRPr b="0" lang="en-US" sz="1800" strike="noStrike" u="none">
                <a:solidFill>
                  <a:srgbClr val="000000"/>
                </a:solidFill>
                <a:effectLst/>
                <a:uFillTx/>
                <a:latin typeface="Arial"/>
              </a:endParaRPr>
            </a:p>
          </p:txBody>
        </p:sp>
        <p:sp>
          <p:nvSpPr>
            <p:cNvPr id="336" name="Line 17"/>
            <p:cNvSpPr/>
            <p:nvPr/>
          </p:nvSpPr>
          <p:spPr>
            <a:xfrm flipV="1">
              <a:off x="5237640" y="4901400"/>
              <a:ext cx="2451240" cy="2880"/>
            </a:xfrm>
            <a:prstGeom prst="line">
              <a:avLst/>
            </a:prstGeom>
            <a:ln w="28440">
              <a:solidFill>
                <a:srgbClr val="000000"/>
              </a:solidFill>
              <a:miter/>
              <a:tailEnd len="med" type="triangle" w="med"/>
            </a:ln>
          </p:spPr>
          <p:style>
            <a:lnRef idx="0"/>
            <a:fillRef idx="0"/>
            <a:effectRef idx="0"/>
            <a:fontRef idx="minor"/>
          </p:style>
          <p:txBody>
            <a:bodyPr lIns="90000" rIns="90000" tIns="-43920" bIns="-43920" anchor="t">
              <a:noAutofit/>
            </a:bodyPr>
            <a:p>
              <a:endParaRPr b="0" lang="en-US" sz="1800" strike="noStrike" u="none">
                <a:solidFill>
                  <a:srgbClr val="000000"/>
                </a:solidFill>
                <a:effectLst/>
                <a:uFillTx/>
                <a:latin typeface="Arial"/>
              </a:endParaRPr>
            </a:p>
          </p:txBody>
        </p:sp>
        <p:sp>
          <p:nvSpPr>
            <p:cNvPr id="337" name="Text Box 18"/>
            <p:cNvSpPr/>
            <p:nvPr/>
          </p:nvSpPr>
          <p:spPr>
            <a:xfrm>
              <a:off x="6207120" y="2972160"/>
              <a:ext cx="1076040" cy="514800"/>
            </a:xfrm>
            <a:prstGeom prst="rect">
              <a:avLst/>
            </a:prstGeom>
            <a:noFill/>
            <a:ln w="0">
              <a:noFill/>
            </a:ln>
          </p:spPr>
          <p:style>
            <a:lnRef idx="0"/>
            <a:fillRef idx="0"/>
            <a:effectRef idx="0"/>
            <a:fontRef idx="minor"/>
          </p:style>
          <p:txBody>
            <a:bodyPr lIns="90000" rIns="90000" tIns="46800" bIns="46800" anchor="t">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400" strike="noStrike" u="none">
                  <a:solidFill>
                    <a:srgbClr val="c0504d"/>
                  </a:solidFill>
                  <a:effectLst/>
                  <a:uFillTx/>
                  <a:latin typeface="Times New Roman"/>
                </a:rPr>
                <a:t>W &gt; 0</a:t>
              </a:r>
              <a:endParaRPr b="0" lang="en-US" sz="2400" strike="noStrike" u="none">
                <a:solidFill>
                  <a:srgbClr val="000000"/>
                </a:solidFill>
                <a:effectLst/>
                <a:uFillTx/>
                <a:latin typeface="Arial"/>
              </a:endParaRPr>
            </a:p>
          </p:txBody>
        </p:sp>
        <p:sp>
          <p:nvSpPr>
            <p:cNvPr id="338" name="Text Box 19"/>
            <p:cNvSpPr/>
            <p:nvPr/>
          </p:nvSpPr>
          <p:spPr>
            <a:xfrm>
              <a:off x="4619520" y="1526400"/>
              <a:ext cx="597600" cy="615960"/>
            </a:xfrm>
            <a:prstGeom prst="rect">
              <a:avLst/>
            </a:prstGeom>
            <a:noFill/>
            <a:ln w="0">
              <a:noFill/>
            </a:ln>
          </p:spPr>
          <p:style>
            <a:lnRef idx="0"/>
            <a:fillRef idx="0"/>
            <a:effectRef idx="0"/>
            <a:fontRef idx="minor"/>
          </p:style>
          <p:txBody>
            <a:bodyPr lIns="90000" rIns="90000" tIns="46800" bIns="46800" anchor="t">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fr-FR" sz="2800" strike="noStrike" u="none">
                  <a:solidFill>
                    <a:srgbClr val="000000"/>
                  </a:solidFill>
                  <a:effectLst/>
                  <a:uFillTx/>
                  <a:latin typeface="Times New Roman"/>
                </a:rPr>
                <a:t>P</a:t>
              </a:r>
              <a:endParaRPr b="0" lang="en-US" sz="2800" strike="noStrike" u="none">
                <a:solidFill>
                  <a:srgbClr val="000000"/>
                </a:solidFill>
                <a:effectLst/>
                <a:uFillTx/>
                <a:latin typeface="Arial"/>
              </a:endParaRPr>
            </a:p>
          </p:txBody>
        </p:sp>
        <p:sp>
          <p:nvSpPr>
            <p:cNvPr id="339" name="Text Box 20"/>
            <p:cNvSpPr/>
            <p:nvPr/>
          </p:nvSpPr>
          <p:spPr>
            <a:xfrm>
              <a:off x="7334640" y="4882680"/>
              <a:ext cx="597600" cy="615960"/>
            </a:xfrm>
            <a:prstGeom prst="rect">
              <a:avLst/>
            </a:prstGeom>
            <a:noFill/>
            <a:ln w="0">
              <a:noFill/>
            </a:ln>
          </p:spPr>
          <p:style>
            <a:lnRef idx="0"/>
            <a:fillRef idx="0"/>
            <a:effectRef idx="0"/>
            <a:fontRef idx="minor"/>
          </p:style>
          <p:txBody>
            <a:bodyPr lIns="90000" rIns="90000" tIns="46800" bIns="46800" anchor="t">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fr-FR" sz="2800" strike="noStrike" u="none">
                  <a:solidFill>
                    <a:srgbClr val="000000"/>
                  </a:solidFill>
                  <a:effectLst/>
                  <a:uFillTx/>
                  <a:latin typeface="Times New Roman"/>
                </a:rPr>
                <a:t>V</a:t>
              </a:r>
              <a:endParaRPr b="0" lang="en-US" sz="2800" strike="noStrike" u="none">
                <a:solidFill>
                  <a:srgbClr val="000000"/>
                </a:solidFill>
                <a:effectLst/>
                <a:uFillTx/>
                <a:latin typeface="Arial"/>
              </a:endParaRPr>
            </a:p>
          </p:txBody>
        </p:sp>
      </p:grpSp>
      <p:sp>
        <p:nvSpPr>
          <p:cNvPr id="340" name="Rectangle 4"/>
          <p:cNvSpPr/>
          <p:nvPr/>
        </p:nvSpPr>
        <p:spPr>
          <a:xfrm>
            <a:off x="0" y="0"/>
            <a:ext cx="9144000" cy="571680"/>
          </a:xfrm>
          <a:prstGeom prst="rect">
            <a:avLst/>
          </a:prstGeom>
          <a:solidFill>
            <a:srgbClr val="4f81bd"/>
          </a:solidFill>
          <a:ln w="0">
            <a:noFill/>
          </a:ln>
        </p:spPr>
        <p:style>
          <a:lnRef idx="0"/>
          <a:fillRef idx="0"/>
          <a:effectRef idx="0"/>
          <a:fontRef idx="minor"/>
        </p:style>
        <p:txBody>
          <a:bodyPr lIns="90000" rIns="90000" tIns="46800" bIns="46800" anchor="b" anchorCtr="1">
            <a:noAutofit/>
          </a:bodyPr>
          <a:p>
            <a:pPr>
              <a:lnSpc>
                <a:spcPct val="15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800" strike="noStrike" u="none">
                <a:solidFill>
                  <a:srgbClr val="cc3300"/>
                </a:solidFill>
                <a:effectLst/>
                <a:uFillTx/>
                <a:latin typeface="Times New Roman"/>
                <a:ea typeface="Times New Roman"/>
              </a:rPr>
              <a:t>Séance 3 : </a:t>
            </a:r>
            <a:r>
              <a:rPr b="1" lang="fr-FR" sz="2800" strike="noStrike" u="none">
                <a:solidFill>
                  <a:srgbClr val="cc3300"/>
                </a:solidFill>
                <a:effectLst/>
                <a:uFillTx/>
                <a:latin typeface="Times New Roman"/>
                <a:ea typeface="Times New Roman"/>
              </a:rPr>
              <a:t>QUANTITE DE CHALEUR ET TRAVAIL</a:t>
            </a:r>
            <a:endParaRPr b="0" lang="en-US" sz="2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1" name="Rectangle 3"/>
          <p:cNvSpPr/>
          <p:nvPr/>
        </p:nvSpPr>
        <p:spPr>
          <a:xfrm>
            <a:off x="1800" y="2979360"/>
            <a:ext cx="180720" cy="429480"/>
          </a:xfrm>
          <a:prstGeom prst="rect">
            <a:avLst/>
          </a:prstGeom>
          <a:noFill/>
          <a:ln w="0">
            <a:noFill/>
          </a:ln>
        </p:spPr>
        <p:style>
          <a:lnRef idx="0"/>
          <a:fillRef idx="0"/>
          <a:effectRef idx="0"/>
          <a:fontRef idx="minor"/>
        </p:style>
        <p:txBody>
          <a:bodyPr wrap="none" lIns="90000" rIns="90000" tIns="46800" bIns="46800" anchor="ctr">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100" strike="noStrike" u="none">
              <a:solidFill>
                <a:srgbClr val="000000"/>
              </a:solidFill>
              <a:effectLst/>
              <a:uFillTx/>
              <a:latin typeface="Arial"/>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100" strike="noStrike" u="none">
              <a:solidFill>
                <a:srgbClr val="000000"/>
              </a:solidFill>
              <a:effectLst/>
              <a:uFillTx/>
              <a:latin typeface="Arial"/>
            </a:endParaRPr>
          </a:p>
        </p:txBody>
      </p:sp>
      <p:graphicFrame>
        <p:nvGraphicFramePr>
          <p:cNvPr id="342" name="Object 2"/>
          <p:cNvGraphicFramePr/>
          <p:nvPr/>
        </p:nvGraphicFramePr>
        <p:xfrm>
          <a:off x="4330800" y="1863720"/>
          <a:ext cx="4813200" cy="1413000"/>
        </p:xfrm>
        <a:graphic>
          <a:graphicData uri="http://schemas.openxmlformats.org/presentationml/2006/ole">
            <p:oleObj r:id="rId1" spid="">
              <p:embed/>
              <p:pic>
                <p:nvPicPr>
                  <p:cNvPr id="343" name="Object 2" descr=""/>
                  <p:cNvPicPr/>
                  <p:nvPr/>
                </p:nvPicPr>
                <p:blipFill>
                  <a:blip r:embed="rId2"/>
                  <a:stretch/>
                </p:blipFill>
                <p:spPr>
                  <a:xfrm>
                    <a:off x="4330800" y="1863720"/>
                    <a:ext cx="4813200" cy="1413000"/>
                  </a:xfrm>
                  <a:prstGeom prst="rect">
                    <a:avLst/>
                  </a:prstGeom>
                  <a:solidFill>
                    <a:srgbClr val="ffff00"/>
                  </a:solidFill>
                  <a:ln w="0">
                    <a:noFill/>
                  </a:ln>
                </p:spPr>
              </p:pic>
            </p:oleObj>
          </a:graphicData>
        </a:graphic>
      </p:graphicFrame>
      <p:sp>
        <p:nvSpPr>
          <p:cNvPr id="344" name="Rectangle 4"/>
          <p:cNvSpPr/>
          <p:nvPr/>
        </p:nvSpPr>
        <p:spPr>
          <a:xfrm>
            <a:off x="0" y="3981600"/>
            <a:ext cx="184320" cy="461880"/>
          </a:xfrm>
          <a:prstGeom prst="rect">
            <a:avLst/>
          </a:prstGeom>
          <a:noFill/>
          <a:ln w="0">
            <a:noFill/>
          </a:ln>
        </p:spPr>
        <p:style>
          <a:lnRef idx="0"/>
          <a:fillRef idx="0"/>
          <a:effectRef idx="0"/>
          <a:fontRef idx="minor"/>
        </p:style>
        <p:txBody>
          <a:bodyPr wrap="none" lIns="90000" rIns="90000" tIns="46800" bIns="46800" anchor="ctr">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trike="noStrike" u="none">
              <a:solidFill>
                <a:srgbClr val="000000"/>
              </a:solidFill>
              <a:effectLst/>
              <a:uFillTx/>
              <a:latin typeface="Arial"/>
            </a:endParaRPr>
          </a:p>
        </p:txBody>
      </p:sp>
      <p:sp>
        <p:nvSpPr>
          <p:cNvPr id="345" name="Rectangle 5"/>
          <p:cNvSpPr/>
          <p:nvPr/>
        </p:nvSpPr>
        <p:spPr>
          <a:xfrm>
            <a:off x="544320" y="523800"/>
            <a:ext cx="6218640" cy="52092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800" strike="noStrike" u="none">
                <a:solidFill>
                  <a:srgbClr val="c00000"/>
                </a:solidFill>
                <a:effectLst/>
                <a:uFillTx/>
                <a:latin typeface="Times New Roman"/>
                <a:ea typeface="Times New Roman"/>
              </a:rPr>
              <a:t>Cas d’une transformation isobare (P = cte)</a:t>
            </a:r>
            <a:endParaRPr b="0" lang="en-US" sz="2800" strike="noStrike" u="none">
              <a:solidFill>
                <a:srgbClr val="000000"/>
              </a:solidFill>
              <a:effectLst/>
              <a:uFillTx/>
              <a:latin typeface="Arial"/>
            </a:endParaRPr>
          </a:p>
        </p:txBody>
      </p:sp>
      <p:pic>
        <p:nvPicPr>
          <p:cNvPr id="346" name="Group 7" descr=""/>
          <p:cNvPicPr/>
          <p:nvPr/>
        </p:nvPicPr>
        <p:blipFill>
          <a:blip r:embed="rId3"/>
          <a:stretch/>
        </p:blipFill>
        <p:spPr>
          <a:xfrm>
            <a:off x="-6480" y="1030320"/>
            <a:ext cx="4310280" cy="3352680"/>
          </a:xfrm>
          <a:prstGeom prst="rect">
            <a:avLst/>
          </a:prstGeom>
          <a:noFill/>
          <a:ln w="0">
            <a:noFill/>
          </a:ln>
        </p:spPr>
      </p:pic>
      <p:sp>
        <p:nvSpPr>
          <p:cNvPr id="347" name="Rectangle 26"/>
          <p:cNvSpPr/>
          <p:nvPr/>
        </p:nvSpPr>
        <p:spPr>
          <a:xfrm>
            <a:off x="235080" y="5462280"/>
            <a:ext cx="8408880" cy="1191240"/>
          </a:xfrm>
          <a:prstGeom prst="rect">
            <a:avLst/>
          </a:prstGeom>
          <a:noFill/>
          <a:ln w="0">
            <a:noFill/>
          </a:ln>
        </p:spPr>
        <p:style>
          <a:lnRef idx="0"/>
          <a:fillRef idx="0"/>
          <a:effectRef idx="0"/>
          <a:fontRef idx="minor"/>
        </p:style>
        <p:txBody>
          <a:bodyPr lIns="90000" rIns="90000" tIns="46800" bIns="46800" anchor="ctr">
            <a:spAutoFit/>
          </a:bodyPr>
          <a:p>
            <a:pPr algn="just">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3600" strike="noStrike" u="none">
                <a:solidFill>
                  <a:srgbClr val="000000"/>
                </a:solidFill>
                <a:effectLst/>
                <a:uFillTx/>
                <a:latin typeface="Times New Roman"/>
                <a:ea typeface="Times New Roman"/>
              </a:rPr>
              <a:t>Dans ce cas </a:t>
            </a:r>
            <a:r>
              <a:rPr b="1" i="1" lang="fr-FR" sz="3600" strike="noStrike" u="none">
                <a:solidFill>
                  <a:srgbClr val="000000"/>
                </a:solidFill>
                <a:effectLst/>
                <a:uFillTx/>
                <a:latin typeface="Times New Roman"/>
                <a:ea typeface="Times New Roman"/>
              </a:rPr>
              <a:t>dV = 0   </a:t>
            </a:r>
            <a:r>
              <a:rPr b="1" lang="fr-FR" sz="3600" strike="noStrike" u="none">
                <a:solidFill>
                  <a:srgbClr val="000000"/>
                </a:solidFill>
                <a:effectLst/>
                <a:uFillTx/>
                <a:latin typeface="Times New Roman"/>
                <a:ea typeface="Times New Roman"/>
              </a:rPr>
              <a:t>et   le travail des forces des pressions est nul, </a:t>
            </a:r>
            <a:r>
              <a:rPr b="1" i="1" lang="fr-FR" sz="3600" strike="noStrike" u="none">
                <a:solidFill>
                  <a:srgbClr val="000000"/>
                </a:solidFill>
                <a:effectLst/>
                <a:uFillTx/>
                <a:latin typeface="Times New Roman"/>
                <a:ea typeface="Times New Roman"/>
              </a:rPr>
              <a:t>W = 0.</a:t>
            </a:r>
            <a:endParaRPr b="0" lang="en-US" sz="3600" strike="noStrike" u="none">
              <a:solidFill>
                <a:srgbClr val="000000"/>
              </a:solidFill>
              <a:effectLst/>
              <a:uFillTx/>
              <a:latin typeface="Arial"/>
            </a:endParaRPr>
          </a:p>
        </p:txBody>
      </p:sp>
      <p:sp>
        <p:nvSpPr>
          <p:cNvPr id="348" name="Rectangle 27"/>
          <p:cNvSpPr/>
          <p:nvPr/>
        </p:nvSpPr>
        <p:spPr>
          <a:xfrm>
            <a:off x="654840" y="4549680"/>
            <a:ext cx="7233840" cy="52092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800" strike="noStrike" u="none">
                <a:solidFill>
                  <a:srgbClr val="c00000"/>
                </a:solidFill>
                <a:effectLst/>
                <a:uFillTx/>
                <a:latin typeface="Times New Roman"/>
                <a:ea typeface="Times New Roman"/>
              </a:rPr>
              <a:t>II.2.2 cas d’une transformation isochore (V = cte)</a:t>
            </a:r>
            <a:endParaRPr b="0" lang="en-US" sz="2800" strike="noStrike" u="none">
              <a:solidFill>
                <a:srgbClr val="000000"/>
              </a:solidFill>
              <a:effectLst/>
              <a:uFillTx/>
              <a:latin typeface="Arial"/>
            </a:endParaRPr>
          </a:p>
        </p:txBody>
      </p:sp>
      <p:sp>
        <p:nvSpPr>
          <p:cNvPr id="349" name="Rectangle 4"/>
          <p:cNvSpPr/>
          <p:nvPr/>
        </p:nvSpPr>
        <p:spPr>
          <a:xfrm>
            <a:off x="0" y="0"/>
            <a:ext cx="9144000" cy="571680"/>
          </a:xfrm>
          <a:prstGeom prst="rect">
            <a:avLst/>
          </a:prstGeom>
          <a:solidFill>
            <a:srgbClr val="4f81bd"/>
          </a:solidFill>
          <a:ln w="0">
            <a:noFill/>
          </a:ln>
        </p:spPr>
        <p:style>
          <a:lnRef idx="0"/>
          <a:fillRef idx="0"/>
          <a:effectRef idx="0"/>
          <a:fontRef idx="minor"/>
        </p:style>
        <p:txBody>
          <a:bodyPr lIns="90000" rIns="90000" tIns="46800" bIns="46800" anchor="b" anchorCtr="1">
            <a:noAutofit/>
          </a:bodyPr>
          <a:p>
            <a:pPr>
              <a:lnSpc>
                <a:spcPct val="15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800" strike="noStrike" u="none">
                <a:solidFill>
                  <a:srgbClr val="cc3300"/>
                </a:solidFill>
                <a:effectLst/>
                <a:uFillTx/>
                <a:latin typeface="Times New Roman"/>
                <a:ea typeface="Times New Roman"/>
              </a:rPr>
              <a:t>Séance 3 : </a:t>
            </a:r>
            <a:r>
              <a:rPr b="1" lang="fr-FR" sz="2800" strike="noStrike" u="none">
                <a:solidFill>
                  <a:srgbClr val="cc3300"/>
                </a:solidFill>
                <a:effectLst/>
                <a:uFillTx/>
                <a:latin typeface="Times New Roman"/>
                <a:ea typeface="Times New Roman"/>
              </a:rPr>
              <a:t>QUANTITE DE CHALEUR ET TRAVAIL</a:t>
            </a:r>
            <a:endParaRPr b="0" lang="en-US" sz="2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timing>
    <p:tnLst>
      <p:par>
        <p:cTn id="1092" dur="indefinite" restart="never" nodeType="tmRoot">
          <p:childTnLst>
            <p:seq>
              <p:cTn id="1093" dur="indefinite" nodeType="mainSeq">
                <p:childTnLst>
                  <p:par>
                    <p:cTn id="1094" nodeType="clickEffect" fill="hold">
                      <p:stCondLst>
                        <p:cond delay="indefinite"/>
                      </p:stCondLst>
                      <p:childTnLst>
                        <p:par>
                          <p:cTn id="1095" nodeType="withEffect" fill="hold">
                            <p:stCondLst>
                              <p:cond delay="0"/>
                            </p:stCondLst>
                            <p:childTnLst>
                              <p:par>
                                <p:cTn id="1096" nodeType="clickEffect" fill="hold" presetClass="entr" presetID="27">
                                  <p:stCondLst>
                                    <p:cond delay="0"/>
                                  </p:stCondLst>
                                  <p:iterate type="lt">
                                    <p:tmAbs val="40"/>
                                  </p:iterate>
                                  <p:childTnLst>
                                    <p:set>
                                      <p:cBhvr>
                                        <p:cTn id="1097" dur="1" fill="hold">
                                          <p:stCondLst>
                                            <p:cond delay="0"/>
                                          </p:stCondLst>
                                        </p:cTn>
                                        <p:tgtEl>
                                          <p:spTgt spid="345"/>
                                        </p:tgtEl>
                                        <p:attrNameLst>
                                          <p:attrName>style.visibility</p:attrName>
                                        </p:attrNameLst>
                                      </p:cBhvr>
                                      <p:to>
                                        <p:strVal val="visible"/>
                                      </p:to>
                                    </p:set>
                                    <p:anim calcmode="discrete" valueType="clr">
                                      <p:cBhvr additive="repl">
                                        <p:cTn id="1098" dur="80"/>
                                        <p:tgtEl>
                                          <p:spTgt spid="345"/>
                                        </p:tgtEl>
                                        <p:attrNameLst>
                                          <p:attrName>style.color</p:attrName>
                                        </p:attrNameLst>
                                      </p:cBhvr>
                                      <p:tavLst>
                                        <p:tav tm="0">
                                          <p:val>
                                            <p:strVal val="rgb(77,80,-64)"/>
                                          </p:val>
                                        </p:tav>
                                        <p:tav tm="50000">
                                          <p:val>
                                            <p:strVal val="rgb(-1,0,0)"/>
                                          </p:val>
                                        </p:tav>
                                      </p:tavLst>
                                    </p:anim>
                                    <p:anim calcmode="discrete" valueType="clr">
                                      <p:cBhvr additive="repl">
                                        <p:cTn id="1099" dur="80"/>
                                        <p:tgtEl>
                                          <p:spTgt spid="345"/>
                                        </p:tgtEl>
                                        <p:attrNameLst>
                                          <p:attrName>fillcolor</p:attrName>
                                        </p:attrNameLst>
                                      </p:cBhvr>
                                      <p:tavLst>
                                        <p:tav tm="0">
                                          <p:val>
                                            <p:strVal val="rgb(77,80,-64)"/>
                                          </p:val>
                                        </p:tav>
                                        <p:tav tm="50000">
                                          <p:val>
                                            <p:strVal val="rgb(-1,0,0)"/>
                                          </p:val>
                                        </p:tav>
                                      </p:tavLst>
                                    </p:anim>
                                    <p:set>
                                      <p:cBhvr>
                                        <p:cTn id="1100" dur="80"/>
                                        <p:tgtEl>
                                          <p:spTgt spid="345"/>
                                        </p:tgtEl>
                                        <p:attrNameLst>
                                          <p:attrName>fill.type</p:attrName>
                                        </p:attrNameLst>
                                      </p:cBhvr>
                                      <p:to>
                                        <p:strVal val="solid"/>
                                      </p:to>
                                    </p:set>
                                  </p:childTnLst>
                                </p:cTn>
                              </p:par>
                            </p:childTnLst>
                          </p:cTn>
                        </p:par>
                      </p:childTnLst>
                    </p:cTn>
                  </p:par>
                  <p:par>
                    <p:cTn id="1101" nodeType="clickEffect" fill="hold">
                      <p:stCondLst>
                        <p:cond delay="indefinite"/>
                      </p:stCondLst>
                      <p:childTnLst>
                        <p:par>
                          <p:cTn id="1102" nodeType="withEffect" fill="hold">
                            <p:stCondLst>
                              <p:cond delay="0"/>
                            </p:stCondLst>
                            <p:childTnLst>
                              <p:par>
                                <p:cTn id="1103" nodeType="clickEffect" fill="hold" presetClass="entr" presetID="5" presetSubtype="10">
                                  <p:stCondLst>
                                    <p:cond delay="0"/>
                                  </p:stCondLst>
                                  <p:childTnLst>
                                    <p:set>
                                      <p:cBhvr>
                                        <p:cTn id="1104" dur="1" fill="hold">
                                          <p:stCondLst>
                                            <p:cond delay="0"/>
                                          </p:stCondLst>
                                        </p:cTn>
                                        <p:tgtEl>
                                          <p:spTgt spid="346"/>
                                        </p:tgtEl>
                                        <p:attrNameLst>
                                          <p:attrName>style.visibility</p:attrName>
                                        </p:attrNameLst>
                                      </p:cBhvr>
                                      <p:to>
                                        <p:strVal val="visible"/>
                                      </p:to>
                                    </p:set>
                                    <p:animEffect filter="checkerboard(across)" transition="in">
                                      <p:cBhvr additive="repl">
                                        <p:cTn id="1105" dur="500"/>
                                        <p:tgtEl>
                                          <p:spTgt spid="346"/>
                                        </p:tgtEl>
                                      </p:cBhvr>
                                    </p:animEffect>
                                  </p:childTnLst>
                                </p:cTn>
                              </p:par>
                            </p:childTnLst>
                          </p:cTn>
                        </p:par>
                      </p:childTnLst>
                    </p:cTn>
                  </p:par>
                  <p:par>
                    <p:cTn id="1106" nodeType="clickEffect" fill="hold">
                      <p:stCondLst>
                        <p:cond delay="indefinite"/>
                      </p:stCondLst>
                      <p:childTnLst>
                        <p:par>
                          <p:cTn id="1107" nodeType="withEffect" fill="hold">
                            <p:stCondLst>
                              <p:cond delay="0"/>
                            </p:stCondLst>
                            <p:childTnLst>
                              <p:par>
                                <p:cTn id="1108" nodeType="clickEffect" fill="hold" presetClass="entr" presetID="52">
                                  <p:stCondLst>
                                    <p:cond delay="0"/>
                                  </p:stCondLst>
                                  <p:childTnLst>
                                    <p:set>
                                      <p:cBhvr>
                                        <p:cTn id="1109" dur="1" fill="hold">
                                          <p:stCondLst>
                                            <p:cond delay="0"/>
                                          </p:stCondLst>
                                        </p:cTn>
                                        <p:tgtEl>
                                          <p:spTgt spid="343"/>
                                        </p:tgtEl>
                                        <p:attrNameLst>
                                          <p:attrName>style.visibility</p:attrName>
                                        </p:attrNameLst>
                                      </p:cBhvr>
                                      <p:to>
                                        <p:strVal val="visible"/>
                                      </p:to>
                                    </p:set>
                                    <p:animScale>
                                      <p:cBhvr>
                                        <p:cTn id="1110" dur="1000" fill="hold">
                                          <p:stCondLst>
                                            <p:cond delay="0"/>
                                          </p:stCondLst>
                                        </p:cTn>
                                        <p:tgtEl>
                                          <p:spTgt spid="343"/>
                                        </p:tgtEl>
                                      </p:cBhvr>
                                      <p:from x="250000" y="250000"/>
                                      <p:to x="100000" y="100000"/>
                                    </p:animScale>
                                    <p:animMotion origin="layout" path="M -0.46736 0.92887 C -0.37517 0.88508 -0.02552 0.75279 0.0908 0.66613 C 0.20747 0.57948 0.21649 0.50394 0.23177 0.40825 C 0.24705 0.31256 0.22118 0.15964 0.18264 0.09152 C 0.1441 0.02341 0.03802 0 0 0 E">
                                      <p:cBhvr>
                                        <p:cTn id="1111" dur="1000" fill="hold">
                                          <p:stCondLst>
                                            <p:cond delay="0"/>
                                          </p:stCondLst>
                                        </p:cTn>
                                        <p:tgtEl>
                                          <p:spTgt spid="343"/>
                                        </p:tgtEl>
                                      </p:cBhvr>
                                    </p:animMotion>
                                    <p:animEffect filter="fade" transition="in">
                                      <p:cBhvr additive="repl">
                                        <p:cTn id="1112" dur="1000"/>
                                        <p:tgtEl>
                                          <p:spTgt spid="343"/>
                                        </p:tgtEl>
                                      </p:cBhvr>
                                    </p:animEffect>
                                  </p:childTnLst>
                                </p:cTn>
                              </p:par>
                            </p:childTnLst>
                          </p:cTn>
                        </p:par>
                      </p:childTnLst>
                    </p:cTn>
                  </p:par>
                  <p:par>
                    <p:cTn id="1113" nodeType="clickEffect" fill="hold">
                      <p:stCondLst>
                        <p:cond delay="indefinite"/>
                      </p:stCondLst>
                      <p:childTnLst>
                        <p:par>
                          <p:cTn id="1114" nodeType="withEffect" fill="hold">
                            <p:stCondLst>
                              <p:cond delay="0"/>
                            </p:stCondLst>
                            <p:childTnLst>
                              <p:par>
                                <p:cTn id="1115" nodeType="clickEffect" fill="hold" presetClass="entr" presetID="27">
                                  <p:stCondLst>
                                    <p:cond delay="0"/>
                                  </p:stCondLst>
                                  <p:iterate type="lt">
                                    <p:tmAbs val="40"/>
                                  </p:iterate>
                                  <p:childTnLst>
                                    <p:set>
                                      <p:cBhvr>
                                        <p:cTn id="1116" dur="1" fill="hold">
                                          <p:stCondLst>
                                            <p:cond delay="0"/>
                                          </p:stCondLst>
                                        </p:cTn>
                                        <p:tgtEl>
                                          <p:spTgt spid="348"/>
                                        </p:tgtEl>
                                        <p:attrNameLst>
                                          <p:attrName>style.visibility</p:attrName>
                                        </p:attrNameLst>
                                      </p:cBhvr>
                                      <p:to>
                                        <p:strVal val="visible"/>
                                      </p:to>
                                    </p:set>
                                    <p:anim calcmode="discrete" valueType="clr">
                                      <p:cBhvr additive="repl">
                                        <p:cTn id="1117" dur="80"/>
                                        <p:tgtEl>
                                          <p:spTgt spid="348"/>
                                        </p:tgtEl>
                                        <p:attrNameLst>
                                          <p:attrName>style.color</p:attrName>
                                        </p:attrNameLst>
                                      </p:cBhvr>
                                      <p:tavLst>
                                        <p:tav tm="0">
                                          <p:val>
                                            <p:strVal val="rgb(77,80,-64)"/>
                                          </p:val>
                                        </p:tav>
                                        <p:tav tm="50000">
                                          <p:val>
                                            <p:strVal val="rgb(-1,0,0)"/>
                                          </p:val>
                                        </p:tav>
                                      </p:tavLst>
                                    </p:anim>
                                    <p:anim calcmode="discrete" valueType="clr">
                                      <p:cBhvr additive="repl">
                                        <p:cTn id="1118" dur="80"/>
                                        <p:tgtEl>
                                          <p:spTgt spid="348"/>
                                        </p:tgtEl>
                                        <p:attrNameLst>
                                          <p:attrName>fillcolor</p:attrName>
                                        </p:attrNameLst>
                                      </p:cBhvr>
                                      <p:tavLst>
                                        <p:tav tm="0">
                                          <p:val>
                                            <p:strVal val="rgb(77,80,-64)"/>
                                          </p:val>
                                        </p:tav>
                                        <p:tav tm="50000">
                                          <p:val>
                                            <p:strVal val="rgb(-1,0,0)"/>
                                          </p:val>
                                        </p:tav>
                                      </p:tavLst>
                                    </p:anim>
                                    <p:set>
                                      <p:cBhvr>
                                        <p:cTn id="1119" dur="80"/>
                                        <p:tgtEl>
                                          <p:spTgt spid="348"/>
                                        </p:tgtEl>
                                        <p:attrNameLst>
                                          <p:attrName>fill.type</p:attrName>
                                        </p:attrNameLst>
                                      </p:cBhvr>
                                      <p:to>
                                        <p:strVal val="solid"/>
                                      </p:to>
                                    </p:set>
                                  </p:childTnLst>
                                </p:cTn>
                              </p:par>
                            </p:childTnLst>
                          </p:cTn>
                        </p:par>
                      </p:childTnLst>
                    </p:cTn>
                  </p:par>
                  <p:par>
                    <p:cTn id="1120" nodeType="clickEffect" fill="hold">
                      <p:stCondLst>
                        <p:cond delay="indefinite"/>
                      </p:stCondLst>
                      <p:childTnLst>
                        <p:par>
                          <p:cTn id="1121" nodeType="withEffect" fill="hold">
                            <p:stCondLst>
                              <p:cond delay="0"/>
                            </p:stCondLst>
                            <p:childTnLst>
                              <p:par>
                                <p:cTn id="1122" nodeType="clickEffect" fill="hold" presetClass="entr" presetID="27">
                                  <p:stCondLst>
                                    <p:cond delay="0"/>
                                  </p:stCondLst>
                                  <p:iterate type="lt">
                                    <p:tmAbs val="40"/>
                                  </p:iterate>
                                  <p:childTnLst>
                                    <p:set>
                                      <p:cBhvr>
                                        <p:cTn id="1123" dur="1" fill="hold">
                                          <p:stCondLst>
                                            <p:cond delay="0"/>
                                          </p:stCondLst>
                                        </p:cTn>
                                        <p:tgtEl>
                                          <p:spTgt spid="347"/>
                                        </p:tgtEl>
                                        <p:attrNameLst>
                                          <p:attrName>style.visibility</p:attrName>
                                        </p:attrNameLst>
                                      </p:cBhvr>
                                      <p:to>
                                        <p:strVal val="visible"/>
                                      </p:to>
                                    </p:set>
                                    <p:anim calcmode="discrete" valueType="clr">
                                      <p:cBhvr additive="repl">
                                        <p:cTn id="1124" dur="80"/>
                                        <p:tgtEl>
                                          <p:spTgt spid="347"/>
                                        </p:tgtEl>
                                        <p:attrNameLst>
                                          <p:attrName>style.color</p:attrName>
                                        </p:attrNameLst>
                                      </p:cBhvr>
                                      <p:tavLst>
                                        <p:tav tm="0">
                                          <p:val>
                                            <p:strVal val="rgb(77,80,-64)"/>
                                          </p:val>
                                        </p:tav>
                                        <p:tav tm="50000">
                                          <p:val>
                                            <p:strVal val="rgb(-1,0,0)"/>
                                          </p:val>
                                        </p:tav>
                                      </p:tavLst>
                                    </p:anim>
                                    <p:anim calcmode="discrete" valueType="clr">
                                      <p:cBhvr additive="repl">
                                        <p:cTn id="1125" dur="80"/>
                                        <p:tgtEl>
                                          <p:spTgt spid="347"/>
                                        </p:tgtEl>
                                        <p:attrNameLst>
                                          <p:attrName>fillcolor</p:attrName>
                                        </p:attrNameLst>
                                      </p:cBhvr>
                                      <p:tavLst>
                                        <p:tav tm="0">
                                          <p:val>
                                            <p:strVal val="rgb(77,80,-64)"/>
                                          </p:val>
                                        </p:tav>
                                        <p:tav tm="50000">
                                          <p:val>
                                            <p:strVal val="rgb(-1,0,0)"/>
                                          </p:val>
                                        </p:tav>
                                      </p:tavLst>
                                    </p:anim>
                                    <p:set>
                                      <p:cBhvr>
                                        <p:cTn id="1126" dur="80"/>
                                        <p:tgtEl>
                                          <p:spTgt spid="347"/>
                                        </p:tgtEl>
                                        <p:attrNameLst>
                                          <p:attrName>fill.type</p:attrName>
                                        </p:attrNameLst>
                                      </p:cBhvr>
                                      <p:to>
                                        <p:strVal val="solid"/>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0" name="Rectangle 33"/>
          <p:cNvSpPr/>
          <p:nvPr/>
        </p:nvSpPr>
        <p:spPr>
          <a:xfrm>
            <a:off x="1335240" y="2395080"/>
            <a:ext cx="180720" cy="429480"/>
          </a:xfrm>
          <a:prstGeom prst="rect">
            <a:avLst/>
          </a:prstGeom>
          <a:noFill/>
          <a:ln w="0">
            <a:noFill/>
          </a:ln>
        </p:spPr>
        <p:style>
          <a:lnRef idx="0"/>
          <a:fillRef idx="0"/>
          <a:effectRef idx="0"/>
          <a:fontRef idx="minor"/>
        </p:style>
        <p:txBody>
          <a:bodyPr wrap="none" lIns="90000" rIns="90000" tIns="46800" bIns="46800" anchor="ctr">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100" strike="noStrike" u="none">
              <a:solidFill>
                <a:srgbClr val="000000"/>
              </a:solidFill>
              <a:effectLst/>
              <a:uFillTx/>
              <a:latin typeface="Arial"/>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100" strike="noStrike" u="none">
              <a:solidFill>
                <a:srgbClr val="000000"/>
              </a:solidFill>
              <a:effectLst/>
              <a:uFillTx/>
              <a:latin typeface="Arial"/>
            </a:endParaRPr>
          </a:p>
        </p:txBody>
      </p:sp>
      <p:sp>
        <p:nvSpPr>
          <p:cNvPr id="351" name="Rectangle 45"/>
          <p:cNvSpPr/>
          <p:nvPr/>
        </p:nvSpPr>
        <p:spPr>
          <a:xfrm>
            <a:off x="420120" y="541440"/>
            <a:ext cx="2928600" cy="70344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4000" strike="noStrike" u="none">
                <a:solidFill>
                  <a:srgbClr val="c00000"/>
                </a:solidFill>
                <a:effectLst/>
                <a:uFillTx/>
                <a:latin typeface="Times New Roman"/>
                <a:ea typeface="Times New Roman"/>
              </a:rPr>
              <a:t>Particularité :</a:t>
            </a:r>
            <a:endParaRPr b="0" lang="en-US" sz="4000" strike="noStrike" u="none">
              <a:solidFill>
                <a:srgbClr val="000000"/>
              </a:solidFill>
              <a:effectLst/>
              <a:uFillTx/>
              <a:latin typeface="Arial"/>
            </a:endParaRPr>
          </a:p>
        </p:txBody>
      </p:sp>
      <p:sp>
        <p:nvSpPr>
          <p:cNvPr id="352" name="Rectangle 46"/>
          <p:cNvSpPr/>
          <p:nvPr/>
        </p:nvSpPr>
        <p:spPr>
          <a:xfrm>
            <a:off x="142920" y="3571920"/>
            <a:ext cx="9144000" cy="2045160"/>
          </a:xfrm>
          <a:prstGeom prst="rect">
            <a:avLst/>
          </a:prstGeom>
          <a:noFill/>
          <a:ln w="0">
            <a:noFill/>
          </a:ln>
        </p:spPr>
        <p:style>
          <a:lnRef idx="0"/>
          <a:fillRef idx="0"/>
          <a:effectRef idx="0"/>
          <a:fontRef idx="minor"/>
        </p:style>
        <p:txBody>
          <a:bodyPr lIns="90000" rIns="90000" tIns="46800" bIns="46800" anchor="t">
            <a:spAutoFit/>
          </a:bodyPr>
          <a:p>
            <a:pPr algn="just">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3200" strike="noStrike" u="none">
                <a:solidFill>
                  <a:srgbClr val="000000"/>
                </a:solidFill>
                <a:effectLst/>
                <a:uFillTx/>
                <a:latin typeface="Times New Roman"/>
                <a:ea typeface="Times New Roman"/>
              </a:rPr>
              <a:t>	</a:t>
            </a:r>
            <a:r>
              <a:rPr b="0" lang="fr-FR" sz="3200" strike="noStrike" u="none">
                <a:solidFill>
                  <a:srgbClr val="000000"/>
                </a:solidFill>
                <a:effectLst/>
                <a:uFillTx/>
                <a:latin typeface="Times New Roman"/>
                <a:ea typeface="Times New Roman"/>
              </a:rPr>
              <a:t>Calculons le travail pour passer de A en C suivant deux chemins différents :</a:t>
            </a:r>
            <a:endParaRPr b="0" lang="en-US" sz="3200" strike="noStrike" u="none">
              <a:solidFill>
                <a:srgbClr val="000000"/>
              </a:solidFill>
              <a:effectLst/>
              <a:uFillTx/>
              <a:latin typeface="Arial"/>
            </a:endParaRPr>
          </a:p>
          <a:p>
            <a:pPr algn="just">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3200" strike="noStrike" u="none">
                <a:solidFill>
                  <a:srgbClr val="000000"/>
                </a:solidFill>
                <a:effectLst/>
                <a:uFillTx/>
                <a:latin typeface="Times New Roman"/>
                <a:ea typeface="Times New Roman"/>
              </a:rPr>
              <a:t>(1) une </a:t>
            </a:r>
            <a:r>
              <a:rPr b="0" i="1" lang="fr-FR" sz="3200" strike="noStrike" u="none">
                <a:solidFill>
                  <a:srgbClr val="000000"/>
                </a:solidFill>
                <a:effectLst/>
                <a:uFillTx/>
                <a:latin typeface="Times New Roman"/>
                <a:ea typeface="Times New Roman"/>
              </a:rPr>
              <a:t>détente isobare</a:t>
            </a:r>
            <a:r>
              <a:rPr b="0" lang="fr-FR" sz="3200" strike="noStrike" u="none">
                <a:solidFill>
                  <a:srgbClr val="000000"/>
                </a:solidFill>
                <a:effectLst/>
                <a:uFillTx/>
                <a:latin typeface="Times New Roman"/>
                <a:ea typeface="Times New Roman"/>
              </a:rPr>
              <a:t> (A-B), puis une </a:t>
            </a:r>
            <a:r>
              <a:rPr b="0" i="1" lang="fr-FR" sz="3200" strike="noStrike" u="none">
                <a:solidFill>
                  <a:srgbClr val="000000"/>
                </a:solidFill>
                <a:effectLst/>
                <a:uFillTx/>
                <a:latin typeface="Times New Roman"/>
                <a:ea typeface="Times New Roman"/>
              </a:rPr>
              <a:t>compression isochore</a:t>
            </a:r>
            <a:r>
              <a:rPr b="0" lang="fr-FR" sz="3200" strike="noStrike" u="none">
                <a:solidFill>
                  <a:srgbClr val="000000"/>
                </a:solidFill>
                <a:effectLst/>
                <a:uFillTx/>
                <a:latin typeface="Times New Roman"/>
                <a:ea typeface="Times New Roman"/>
              </a:rPr>
              <a:t>( B-C)</a:t>
            </a:r>
            <a:endParaRPr b="0" lang="en-US" sz="3200" strike="noStrike" u="none">
              <a:solidFill>
                <a:srgbClr val="000000"/>
              </a:solidFill>
              <a:effectLst/>
              <a:uFillTx/>
              <a:latin typeface="Arial"/>
            </a:endParaRPr>
          </a:p>
        </p:txBody>
      </p:sp>
      <p:grpSp>
        <p:nvGrpSpPr>
          <p:cNvPr id="353" name="Group 49"/>
          <p:cNvGrpSpPr/>
          <p:nvPr/>
        </p:nvGrpSpPr>
        <p:grpSpPr>
          <a:xfrm>
            <a:off x="5099040" y="500040"/>
            <a:ext cx="4044960" cy="3187800"/>
            <a:chOff x="5099040" y="500040"/>
            <a:chExt cx="4044960" cy="3187800"/>
          </a:xfrm>
        </p:grpSpPr>
        <p:sp>
          <p:nvSpPr>
            <p:cNvPr id="354" name="AutoShape 50"/>
            <p:cNvSpPr/>
            <p:nvPr/>
          </p:nvSpPr>
          <p:spPr>
            <a:xfrm>
              <a:off x="5099040" y="500040"/>
              <a:ext cx="4044960" cy="3139560"/>
            </a:xfrm>
            <a:prstGeom prst="rect">
              <a:avLst/>
            </a:prstGeom>
            <a:solidFill>
              <a:srgbClr val="66ffff"/>
            </a:solidFill>
            <a:ln w="0">
              <a:noFill/>
            </a:ln>
          </p:spPr>
          <p:style>
            <a:lnRef idx="0"/>
            <a:fillRef idx="0"/>
            <a:effectRef idx="0"/>
            <a:fontRef idx="minor"/>
          </p:style>
          <p:txBody>
            <a:bodyPr lIns="90000" rIns="90000" tIns="46800" bIns="46800" anchor="t">
              <a:noAutofit/>
            </a:bodyPr>
            <a:p>
              <a:endParaRPr b="0" lang="en-US" sz="1800" strike="noStrike" u="none">
                <a:solidFill>
                  <a:srgbClr val="000000"/>
                </a:solidFill>
                <a:effectLst/>
                <a:uFillTx/>
                <a:latin typeface="Arial"/>
              </a:endParaRPr>
            </a:p>
          </p:txBody>
        </p:sp>
        <p:sp>
          <p:nvSpPr>
            <p:cNvPr id="355" name="Line 51"/>
            <p:cNvSpPr/>
            <p:nvPr/>
          </p:nvSpPr>
          <p:spPr>
            <a:xfrm flipV="1">
              <a:off x="5651640" y="610200"/>
              <a:ext cx="0" cy="2609280"/>
            </a:xfrm>
            <a:prstGeom prst="line">
              <a:avLst/>
            </a:prstGeom>
            <a:ln w="9360">
              <a:solidFill>
                <a:srgbClr val="000000"/>
              </a:solidFill>
              <a:miter/>
              <a:tailEnd len="med" type="triangle" w="med"/>
            </a:ln>
          </p:spPr>
          <p:style>
            <a:lnRef idx="0"/>
            <a:fillRef idx="0"/>
            <a:effectRef idx="0"/>
            <a:fontRef idx="minor"/>
          </p:style>
          <p:txBody>
            <a:bodyPr lIns="90000" rIns="90000" tIns="46800" bIns="46800" anchor="t">
              <a:noAutofit/>
            </a:bodyPr>
            <a:p>
              <a:endParaRPr b="0" lang="en-US" sz="1800" strike="noStrike" u="none">
                <a:solidFill>
                  <a:srgbClr val="000000"/>
                </a:solidFill>
                <a:effectLst/>
                <a:uFillTx/>
                <a:latin typeface="Arial"/>
              </a:endParaRPr>
            </a:p>
          </p:txBody>
        </p:sp>
        <p:sp>
          <p:nvSpPr>
            <p:cNvPr id="356" name="Line 52"/>
            <p:cNvSpPr/>
            <p:nvPr/>
          </p:nvSpPr>
          <p:spPr>
            <a:xfrm>
              <a:off x="5651640" y="3219840"/>
              <a:ext cx="3337200" cy="0"/>
            </a:xfrm>
            <a:prstGeom prst="line">
              <a:avLst/>
            </a:prstGeom>
            <a:ln w="9360">
              <a:solidFill>
                <a:srgbClr val="000000"/>
              </a:solidFill>
              <a:miter/>
              <a:tailEnd len="med" type="triangle" w="med"/>
            </a:ln>
          </p:spPr>
          <p:style>
            <a:lnRef idx="0"/>
            <a:fillRef idx="0"/>
            <a:effectRef idx="0"/>
            <a:fontRef idx="minor"/>
          </p:style>
          <p:txBody>
            <a:bodyPr lIns="90000" rIns="90000" tIns="-46800" bIns="-46800" anchor="t">
              <a:noAutofit/>
            </a:bodyPr>
            <a:p>
              <a:endParaRPr b="0" lang="en-US" sz="1800" strike="noStrike" u="none">
                <a:solidFill>
                  <a:srgbClr val="000000"/>
                </a:solidFill>
                <a:effectLst/>
                <a:uFillTx/>
                <a:latin typeface="Arial"/>
              </a:endParaRPr>
            </a:p>
          </p:txBody>
        </p:sp>
        <p:sp>
          <p:nvSpPr>
            <p:cNvPr id="357" name="Freeform 53"/>
            <p:cNvSpPr/>
            <p:nvPr/>
          </p:nvSpPr>
          <p:spPr>
            <a:xfrm flipV="1">
              <a:off x="6438960" y="1412280"/>
              <a:ext cx="1963080" cy="1227960"/>
            </a:xfrm>
            <a:custGeom>
              <a:avLst/>
              <a:gdLst>
                <a:gd name="textAreaLeft" fmla="*/ 0 w 1963080"/>
                <a:gd name="textAreaRight" fmla="*/ 1963080 w 1963080"/>
                <a:gd name="textAreaTop" fmla="*/ -360 h 1227960"/>
                <a:gd name="textAreaBottom" fmla="*/ 1227960 h 1227960"/>
                <a:gd name="GluePoint1X" fmla="*/ 0 w 2506"/>
                <a:gd name="GluePoint1Y" fmla="*/ 86 h 1568"/>
                <a:gd name="GluePoint2X" fmla="*/ 0 w 2506"/>
                <a:gd name="GluePoint2Y" fmla="*/ 0 h 1568"/>
                <a:gd name="GluePoint3X" fmla="*/ 138 w 2506"/>
                <a:gd name="GluePoint3Y" fmla="*/ 0 h 1568"/>
              </a:gdLst>
              <a:ahLst/>
              <a:cxnLst>
                <a:cxn ang="0">
                  <a:pos x="GluePoint1X" y="GluePoint1Y"/>
                </a:cxn>
                <a:cxn ang="0">
                  <a:pos x="GluePoint2X" y="GluePoint2Y"/>
                </a:cxn>
                <a:cxn ang="0">
                  <a:pos x="GluePoint3X" y="GluePoint3Y"/>
                </a:cxn>
              </a:cxnLst>
              <a:rect l="textAreaLeft" t="textAreaTop" r="textAreaRight" b="textAreaBottom"/>
              <a:pathLst>
                <a:path w="2506" h="1568">
                  <a:moveTo>
                    <a:pt x="0" y="1568"/>
                  </a:moveTo>
                  <a:lnTo>
                    <a:pt x="0" y="0"/>
                  </a:lnTo>
                  <a:lnTo>
                    <a:pt x="2506" y="0"/>
                  </a:lnTo>
                </a:path>
              </a:pathLst>
            </a:custGeom>
            <a:noFill/>
            <a:ln w="9360">
              <a:solidFill>
                <a:srgbClr val="000000"/>
              </a:solidFill>
              <a:round/>
            </a:ln>
          </p:spPr>
          <p:style>
            <a:lnRef idx="0"/>
            <a:fillRef idx="0"/>
            <a:effectRef idx="0"/>
            <a:fontRef idx="minor"/>
          </p:style>
          <p:txBody>
            <a:bodyPr lIns="90000" rIns="90000" tIns="46800" bIns="46800" anchor="t">
              <a:noAutofit/>
            </a:bodyPr>
            <a:p>
              <a:endParaRPr b="0" lang="en-US" sz="1800" strike="noStrike" u="none">
                <a:solidFill>
                  <a:srgbClr val="000000"/>
                </a:solidFill>
                <a:effectLst/>
                <a:uFillTx/>
                <a:latin typeface="Arial"/>
              </a:endParaRPr>
            </a:p>
          </p:txBody>
        </p:sp>
        <p:sp>
          <p:nvSpPr>
            <p:cNvPr id="358" name="Freeform 54"/>
            <p:cNvSpPr/>
            <p:nvPr/>
          </p:nvSpPr>
          <p:spPr>
            <a:xfrm flipV="1">
              <a:off x="6397920" y="1412280"/>
              <a:ext cx="2004120" cy="1224360"/>
            </a:xfrm>
            <a:custGeom>
              <a:avLst/>
              <a:gdLst>
                <a:gd name="textAreaLeft" fmla="*/ 0 w 2004120"/>
                <a:gd name="textAreaRight" fmla="*/ 2004480 w 2004120"/>
                <a:gd name="textAreaTop" fmla="*/ 0 h 1224360"/>
                <a:gd name="textAreaBottom" fmla="*/ 1224360 h 1224360"/>
                <a:gd name="GluePoint1X" fmla="*/ 206 w 2505"/>
                <a:gd name="GluePoint1Y" fmla="*/ 0 h 1569"/>
                <a:gd name="GluePoint2X" fmla="*/ 206 w 2505"/>
                <a:gd name="GluePoint2Y" fmla="*/ 80 h 1569"/>
                <a:gd name="GluePoint3X" fmla="*/ 0 w 2505"/>
                <a:gd name="GluePoint3Y" fmla="*/ 80 h 1569"/>
              </a:gdLst>
              <a:ahLst/>
              <a:cxnLst>
                <a:cxn ang="0">
                  <a:pos x="GluePoint1X" y="GluePoint1Y"/>
                </a:cxn>
                <a:cxn ang="0">
                  <a:pos x="GluePoint2X" y="GluePoint2Y"/>
                </a:cxn>
                <a:cxn ang="0">
                  <a:pos x="GluePoint3X" y="GluePoint3Y"/>
                </a:cxn>
              </a:cxnLst>
              <a:rect l="textAreaLeft" t="textAreaTop" r="textAreaRight" b="textAreaBottom"/>
              <a:pathLst>
                <a:path w="2505" h="1569">
                  <a:moveTo>
                    <a:pt x="2505" y="0"/>
                  </a:moveTo>
                  <a:lnTo>
                    <a:pt x="2505" y="1569"/>
                  </a:lnTo>
                  <a:lnTo>
                    <a:pt x="0" y="1569"/>
                  </a:lnTo>
                </a:path>
              </a:pathLst>
            </a:custGeom>
            <a:noFill/>
            <a:ln w="19080">
              <a:solidFill>
                <a:srgbClr val="000000"/>
              </a:solidFill>
              <a:prstDash val="dash"/>
              <a:round/>
            </a:ln>
          </p:spPr>
          <p:style>
            <a:lnRef idx="0"/>
            <a:fillRef idx="0"/>
            <a:effectRef idx="0"/>
            <a:fontRef idx="minor"/>
          </p:style>
          <p:txBody>
            <a:bodyPr lIns="90000" rIns="90000" tIns="46800" bIns="46800" anchor="t">
              <a:noAutofit/>
            </a:bodyPr>
            <a:p>
              <a:endParaRPr b="0" lang="en-US" sz="1800" strike="noStrike" u="none">
                <a:solidFill>
                  <a:srgbClr val="000000"/>
                </a:solidFill>
                <a:effectLst/>
                <a:uFillTx/>
                <a:latin typeface="Arial"/>
              </a:endParaRPr>
            </a:p>
          </p:txBody>
        </p:sp>
        <p:sp>
          <p:nvSpPr>
            <p:cNvPr id="359" name="Line 55"/>
            <p:cNvSpPr/>
            <p:nvPr/>
          </p:nvSpPr>
          <p:spPr>
            <a:xfrm>
              <a:off x="5651640" y="2644920"/>
              <a:ext cx="773280" cy="0"/>
            </a:xfrm>
            <a:prstGeom prst="line">
              <a:avLst/>
            </a:prstGeom>
            <a:ln w="9360">
              <a:solidFill>
                <a:srgbClr val="000000"/>
              </a:solidFill>
              <a:prstDash val="dash"/>
              <a:miter/>
            </a:ln>
          </p:spPr>
          <p:style>
            <a:lnRef idx="0"/>
            <a:fillRef idx="0"/>
            <a:effectRef idx="0"/>
            <a:fontRef idx="minor"/>
          </p:style>
          <p:txBody>
            <a:bodyPr lIns="90000" rIns="90000" tIns="-46800" bIns="-46800" anchor="t">
              <a:noAutofit/>
            </a:bodyPr>
            <a:p>
              <a:endParaRPr b="0" lang="en-US" sz="1800" strike="noStrike" u="none">
                <a:solidFill>
                  <a:srgbClr val="000000"/>
                </a:solidFill>
                <a:effectLst/>
                <a:uFillTx/>
                <a:latin typeface="Arial"/>
              </a:endParaRPr>
            </a:p>
          </p:txBody>
        </p:sp>
        <p:sp>
          <p:nvSpPr>
            <p:cNvPr id="360" name="Line 56"/>
            <p:cNvSpPr/>
            <p:nvPr/>
          </p:nvSpPr>
          <p:spPr>
            <a:xfrm>
              <a:off x="5651640" y="1406880"/>
              <a:ext cx="773280" cy="0"/>
            </a:xfrm>
            <a:prstGeom prst="line">
              <a:avLst/>
            </a:prstGeom>
            <a:ln w="9360">
              <a:solidFill>
                <a:srgbClr val="000000"/>
              </a:solidFill>
              <a:prstDash val="dash"/>
              <a:miter/>
            </a:ln>
          </p:spPr>
          <p:style>
            <a:lnRef idx="0"/>
            <a:fillRef idx="0"/>
            <a:effectRef idx="0"/>
            <a:fontRef idx="minor"/>
          </p:style>
          <p:txBody>
            <a:bodyPr lIns="90000" rIns="90000" tIns="-46800" bIns="-46800" anchor="t">
              <a:noAutofit/>
            </a:bodyPr>
            <a:p>
              <a:endParaRPr b="0" lang="en-US" sz="1800" strike="noStrike" u="none">
                <a:solidFill>
                  <a:srgbClr val="000000"/>
                </a:solidFill>
                <a:effectLst/>
                <a:uFillTx/>
                <a:latin typeface="Arial"/>
              </a:endParaRPr>
            </a:p>
          </p:txBody>
        </p:sp>
        <p:sp>
          <p:nvSpPr>
            <p:cNvPr id="361" name="Line 57"/>
            <p:cNvSpPr/>
            <p:nvPr/>
          </p:nvSpPr>
          <p:spPr>
            <a:xfrm>
              <a:off x="6425280" y="2644920"/>
              <a:ext cx="0" cy="574560"/>
            </a:xfrm>
            <a:prstGeom prst="line">
              <a:avLst/>
            </a:prstGeom>
            <a:ln w="9360">
              <a:solidFill>
                <a:srgbClr val="000000"/>
              </a:solidFill>
              <a:prstDash val="dash"/>
              <a:miter/>
            </a:ln>
          </p:spPr>
          <p:style>
            <a:lnRef idx="0"/>
            <a:fillRef idx="0"/>
            <a:effectRef idx="0"/>
            <a:fontRef idx="minor"/>
          </p:style>
          <p:txBody>
            <a:bodyPr lIns="90000" rIns="90000" tIns="46800" bIns="46800" anchor="t">
              <a:noAutofit/>
            </a:bodyPr>
            <a:p>
              <a:endParaRPr b="0" lang="en-US" sz="1800" strike="noStrike" u="none">
                <a:solidFill>
                  <a:srgbClr val="000000"/>
                </a:solidFill>
                <a:effectLst/>
                <a:uFillTx/>
                <a:latin typeface="Arial"/>
              </a:endParaRPr>
            </a:p>
          </p:txBody>
        </p:sp>
        <p:sp>
          <p:nvSpPr>
            <p:cNvPr id="362" name="Line 58"/>
            <p:cNvSpPr/>
            <p:nvPr/>
          </p:nvSpPr>
          <p:spPr>
            <a:xfrm>
              <a:off x="8402400" y="2644920"/>
              <a:ext cx="720" cy="574560"/>
            </a:xfrm>
            <a:prstGeom prst="line">
              <a:avLst/>
            </a:prstGeom>
            <a:ln w="9360">
              <a:solidFill>
                <a:srgbClr val="000000"/>
              </a:solidFill>
              <a:prstDash val="dash"/>
              <a:miter/>
            </a:ln>
          </p:spPr>
          <p:style>
            <a:lnRef idx="0"/>
            <a:fillRef idx="0"/>
            <a:effectRef idx="0"/>
            <a:fontRef idx="minor"/>
          </p:style>
          <p:txBody>
            <a:bodyPr lIns="90000" rIns="90000" tIns="46800" bIns="46800" anchor="t">
              <a:noAutofit/>
            </a:bodyPr>
            <a:p>
              <a:endParaRPr b="0" lang="en-US" sz="1800" strike="noStrike" u="none">
                <a:solidFill>
                  <a:srgbClr val="000000"/>
                </a:solidFill>
                <a:effectLst/>
                <a:uFillTx/>
                <a:latin typeface="Arial"/>
              </a:endParaRPr>
            </a:p>
          </p:txBody>
        </p:sp>
        <p:sp>
          <p:nvSpPr>
            <p:cNvPr id="363" name="Text Box 59"/>
            <p:cNvSpPr/>
            <p:nvPr/>
          </p:nvSpPr>
          <p:spPr>
            <a:xfrm>
              <a:off x="5099040" y="1251720"/>
              <a:ext cx="442080" cy="419760"/>
            </a:xfrm>
            <a:prstGeom prst="rect">
              <a:avLst/>
            </a:prstGeom>
            <a:noFill/>
            <a:ln w="0">
              <a:noFill/>
            </a:ln>
          </p:spPr>
          <p:style>
            <a:lnRef idx="0"/>
            <a:fillRef idx="0"/>
            <a:effectRef idx="0"/>
            <a:fontRef idx="minor"/>
          </p:style>
          <p:txBody>
            <a:bodyPr lIns="57960" rIns="57960" tIns="29160" bIns="29160" anchor="t">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800" strike="noStrike" u="none">
                  <a:solidFill>
                    <a:srgbClr val="003366"/>
                  </a:solidFill>
                  <a:effectLst/>
                  <a:uFillTx/>
                  <a:latin typeface="Times New Roman"/>
                  <a:ea typeface="Times New Roman"/>
                </a:rPr>
                <a:t>P</a:t>
              </a:r>
              <a:r>
                <a:rPr b="0" lang="fr-FR" sz="2800" strike="noStrike" u="none" baseline="-30000">
                  <a:solidFill>
                    <a:srgbClr val="003366"/>
                  </a:solidFill>
                  <a:effectLst/>
                  <a:uFillTx/>
                  <a:latin typeface="Times New Roman"/>
                  <a:ea typeface="Times New Roman"/>
                </a:rPr>
                <a:t>1</a:t>
              </a:r>
              <a:endParaRPr b="0" lang="en-US" sz="2800" strike="noStrike" u="none">
                <a:solidFill>
                  <a:srgbClr val="000000"/>
                </a:solidFill>
                <a:effectLst/>
                <a:uFillTx/>
                <a:latin typeface="Arial"/>
              </a:endParaRPr>
            </a:p>
          </p:txBody>
        </p:sp>
        <p:sp>
          <p:nvSpPr>
            <p:cNvPr id="364" name="Text Box 60"/>
            <p:cNvSpPr/>
            <p:nvPr/>
          </p:nvSpPr>
          <p:spPr>
            <a:xfrm>
              <a:off x="5209200" y="2357640"/>
              <a:ext cx="442440" cy="419400"/>
            </a:xfrm>
            <a:prstGeom prst="rect">
              <a:avLst/>
            </a:prstGeom>
            <a:noFill/>
            <a:ln w="0">
              <a:noFill/>
            </a:ln>
          </p:spPr>
          <p:style>
            <a:lnRef idx="0"/>
            <a:fillRef idx="0"/>
            <a:effectRef idx="0"/>
            <a:fontRef idx="minor"/>
          </p:style>
          <p:txBody>
            <a:bodyPr lIns="57960" rIns="57960" tIns="29160" bIns="29160" anchor="t">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800" strike="noStrike" u="none">
                  <a:solidFill>
                    <a:srgbClr val="003366"/>
                  </a:solidFill>
                  <a:effectLst/>
                  <a:uFillTx/>
                  <a:latin typeface="Times New Roman"/>
                  <a:ea typeface="Times New Roman"/>
                </a:rPr>
                <a:t>P</a:t>
              </a:r>
              <a:r>
                <a:rPr b="0" lang="fr-FR" sz="2800" strike="noStrike" u="none" baseline="-30000">
                  <a:solidFill>
                    <a:srgbClr val="003366"/>
                  </a:solidFill>
                  <a:effectLst/>
                  <a:uFillTx/>
                  <a:latin typeface="Times New Roman"/>
                  <a:ea typeface="Times New Roman"/>
                </a:rPr>
                <a:t>2</a:t>
              </a:r>
              <a:endParaRPr b="0" lang="en-US" sz="2800" strike="noStrike" u="none">
                <a:solidFill>
                  <a:srgbClr val="000000"/>
                </a:solidFill>
                <a:effectLst/>
                <a:uFillTx/>
                <a:latin typeface="Arial"/>
              </a:endParaRPr>
            </a:p>
          </p:txBody>
        </p:sp>
        <p:sp>
          <p:nvSpPr>
            <p:cNvPr id="365" name="Text Box 61"/>
            <p:cNvSpPr/>
            <p:nvPr/>
          </p:nvSpPr>
          <p:spPr>
            <a:xfrm>
              <a:off x="6181560" y="3219840"/>
              <a:ext cx="676080" cy="419760"/>
            </a:xfrm>
            <a:prstGeom prst="rect">
              <a:avLst/>
            </a:prstGeom>
            <a:noFill/>
            <a:ln w="0">
              <a:noFill/>
            </a:ln>
          </p:spPr>
          <p:style>
            <a:lnRef idx="0"/>
            <a:fillRef idx="0"/>
            <a:effectRef idx="0"/>
            <a:fontRef idx="minor"/>
          </p:style>
          <p:txBody>
            <a:bodyPr lIns="57960" rIns="57960" tIns="29160" bIns="29160" anchor="t">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800" strike="noStrike" u="none">
                  <a:solidFill>
                    <a:srgbClr val="003366"/>
                  </a:solidFill>
                  <a:effectLst/>
                  <a:uFillTx/>
                  <a:latin typeface="Times New Roman"/>
                  <a:ea typeface="Times New Roman"/>
                </a:rPr>
                <a:t>V</a:t>
              </a:r>
              <a:r>
                <a:rPr b="0" lang="fr-FR" sz="2800" strike="noStrike" u="none" baseline="-30000">
                  <a:solidFill>
                    <a:srgbClr val="003366"/>
                  </a:solidFill>
                  <a:effectLst/>
                  <a:uFillTx/>
                  <a:latin typeface="Times New Roman"/>
                  <a:ea typeface="Times New Roman"/>
                </a:rPr>
                <a:t>1</a:t>
              </a:r>
              <a:endParaRPr b="0" lang="en-US" sz="2800" strike="noStrike" u="none">
                <a:solidFill>
                  <a:srgbClr val="000000"/>
                </a:solidFill>
                <a:effectLst/>
                <a:uFillTx/>
                <a:latin typeface="Arial"/>
              </a:endParaRPr>
            </a:p>
          </p:txBody>
        </p:sp>
        <p:sp>
          <p:nvSpPr>
            <p:cNvPr id="366" name="Text Box 62"/>
            <p:cNvSpPr/>
            <p:nvPr/>
          </p:nvSpPr>
          <p:spPr>
            <a:xfrm>
              <a:off x="8126640" y="3219840"/>
              <a:ext cx="588600" cy="419760"/>
            </a:xfrm>
            <a:prstGeom prst="rect">
              <a:avLst/>
            </a:prstGeom>
            <a:noFill/>
            <a:ln w="0">
              <a:noFill/>
            </a:ln>
          </p:spPr>
          <p:style>
            <a:lnRef idx="0"/>
            <a:fillRef idx="0"/>
            <a:effectRef idx="0"/>
            <a:fontRef idx="minor"/>
          </p:style>
          <p:txBody>
            <a:bodyPr lIns="57960" rIns="57960" tIns="29160" bIns="29160" anchor="t">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800" strike="noStrike" u="none">
                  <a:solidFill>
                    <a:srgbClr val="003366"/>
                  </a:solidFill>
                  <a:effectLst/>
                  <a:uFillTx/>
                  <a:latin typeface="Times New Roman"/>
                  <a:ea typeface="Times New Roman"/>
                </a:rPr>
                <a:t>V</a:t>
              </a:r>
              <a:r>
                <a:rPr b="0" lang="fr-FR" sz="2800" strike="noStrike" u="none" baseline="-30000">
                  <a:solidFill>
                    <a:srgbClr val="003366"/>
                  </a:solidFill>
                  <a:effectLst/>
                  <a:uFillTx/>
                  <a:latin typeface="Times New Roman"/>
                  <a:ea typeface="Times New Roman"/>
                </a:rPr>
                <a:t>2</a:t>
              </a:r>
              <a:endParaRPr b="0" lang="en-US" sz="2800" strike="noStrike" u="none">
                <a:solidFill>
                  <a:srgbClr val="000000"/>
                </a:solidFill>
                <a:effectLst/>
                <a:uFillTx/>
                <a:latin typeface="Arial"/>
              </a:endParaRPr>
            </a:p>
          </p:txBody>
        </p:sp>
        <p:sp>
          <p:nvSpPr>
            <p:cNvPr id="367" name="Text Box 63"/>
            <p:cNvSpPr/>
            <p:nvPr/>
          </p:nvSpPr>
          <p:spPr>
            <a:xfrm>
              <a:off x="5288400" y="500040"/>
              <a:ext cx="441360" cy="419400"/>
            </a:xfrm>
            <a:prstGeom prst="rect">
              <a:avLst/>
            </a:prstGeom>
            <a:noFill/>
            <a:ln w="0">
              <a:noFill/>
            </a:ln>
          </p:spPr>
          <p:style>
            <a:lnRef idx="0"/>
            <a:fillRef idx="0"/>
            <a:effectRef idx="0"/>
            <a:fontRef idx="minor"/>
          </p:style>
          <p:txBody>
            <a:bodyPr lIns="57960" rIns="57960" tIns="29160" bIns="29160" anchor="t">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i="1" lang="fr-FR" sz="3200" strike="noStrike" u="none">
                  <a:solidFill>
                    <a:srgbClr val="c00000"/>
                  </a:solidFill>
                  <a:effectLst/>
                  <a:uFillTx/>
                  <a:latin typeface="Times New Roman"/>
                  <a:ea typeface="Times New Roman"/>
                </a:rPr>
                <a:t>P</a:t>
              </a:r>
              <a:endParaRPr b="0" lang="en-US" sz="3200" strike="noStrike" u="none">
                <a:solidFill>
                  <a:srgbClr val="000000"/>
                </a:solidFill>
                <a:effectLst/>
                <a:uFillTx/>
                <a:latin typeface="Arial"/>
              </a:endParaRPr>
            </a:p>
          </p:txBody>
        </p:sp>
        <p:sp>
          <p:nvSpPr>
            <p:cNvPr id="368" name="Text Box 64"/>
            <p:cNvSpPr/>
            <p:nvPr/>
          </p:nvSpPr>
          <p:spPr>
            <a:xfrm>
              <a:off x="8701560" y="3214440"/>
              <a:ext cx="442080" cy="473400"/>
            </a:xfrm>
            <a:prstGeom prst="rect">
              <a:avLst/>
            </a:prstGeom>
            <a:noFill/>
            <a:ln w="0">
              <a:noFill/>
            </a:ln>
          </p:spPr>
          <p:style>
            <a:lnRef idx="0"/>
            <a:fillRef idx="0"/>
            <a:effectRef idx="0"/>
            <a:fontRef idx="minor"/>
          </p:style>
          <p:txBody>
            <a:bodyPr lIns="57960" rIns="57960" tIns="29160" bIns="29160" anchor="t">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i="1" lang="fr-FR" sz="3600" strike="noStrike" u="none">
                  <a:solidFill>
                    <a:srgbClr val="c00000"/>
                  </a:solidFill>
                  <a:effectLst/>
                  <a:uFillTx/>
                  <a:latin typeface="Times New Roman"/>
                  <a:ea typeface="Times New Roman"/>
                </a:rPr>
                <a:t>V</a:t>
              </a:r>
              <a:endParaRPr b="0" lang="en-US" sz="3600" strike="noStrike" u="none">
                <a:solidFill>
                  <a:srgbClr val="000000"/>
                </a:solidFill>
                <a:effectLst/>
                <a:uFillTx/>
                <a:latin typeface="Arial"/>
              </a:endParaRPr>
            </a:p>
          </p:txBody>
        </p:sp>
        <p:sp>
          <p:nvSpPr>
            <p:cNvPr id="369" name="Oval 65"/>
            <p:cNvSpPr/>
            <p:nvPr/>
          </p:nvSpPr>
          <p:spPr>
            <a:xfrm>
              <a:off x="6380640" y="2600280"/>
              <a:ext cx="89280" cy="89280"/>
            </a:xfrm>
            <a:prstGeom prst="ellipse">
              <a:avLst/>
            </a:prstGeom>
            <a:solidFill>
              <a:srgbClr val="800000"/>
            </a:solidFill>
            <a:ln w="9360">
              <a:solidFill>
                <a:srgbClr val="000000"/>
              </a:solidFill>
              <a:miter/>
            </a:ln>
          </p:spPr>
          <p:style>
            <a:lnRef idx="0"/>
            <a:fillRef idx="0"/>
            <a:effectRef idx="0"/>
            <a:fontRef idx="minor"/>
          </p:style>
          <p:txBody>
            <a:bodyPr lIns="90000" rIns="90000" tIns="16560" bIns="16560" anchor="t">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trike="noStrike" u="none">
                <a:solidFill>
                  <a:srgbClr val="000000"/>
                </a:solidFill>
                <a:effectLst/>
                <a:uFillTx/>
                <a:latin typeface="Arial"/>
              </a:endParaRPr>
            </a:p>
          </p:txBody>
        </p:sp>
        <p:sp>
          <p:nvSpPr>
            <p:cNvPr id="370" name="Oval 66"/>
            <p:cNvSpPr/>
            <p:nvPr/>
          </p:nvSpPr>
          <p:spPr>
            <a:xfrm>
              <a:off x="8347680" y="1361160"/>
              <a:ext cx="89280" cy="89280"/>
            </a:xfrm>
            <a:prstGeom prst="ellipse">
              <a:avLst/>
            </a:prstGeom>
            <a:solidFill>
              <a:srgbClr val="800000"/>
            </a:solidFill>
            <a:ln w="9360">
              <a:solidFill>
                <a:srgbClr val="000000"/>
              </a:solidFill>
              <a:miter/>
            </a:ln>
          </p:spPr>
          <p:style>
            <a:lnRef idx="0"/>
            <a:fillRef idx="0"/>
            <a:effectRef idx="0"/>
            <a:fontRef idx="minor"/>
          </p:style>
          <p:txBody>
            <a:bodyPr lIns="90000" rIns="90000" tIns="16560" bIns="16560" anchor="t">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trike="noStrike" u="none">
                <a:solidFill>
                  <a:srgbClr val="000000"/>
                </a:solidFill>
                <a:effectLst/>
                <a:uFillTx/>
                <a:latin typeface="Arial"/>
              </a:endParaRPr>
            </a:p>
          </p:txBody>
        </p:sp>
        <p:sp>
          <p:nvSpPr>
            <p:cNvPr id="371" name="Line 67"/>
            <p:cNvSpPr/>
            <p:nvPr/>
          </p:nvSpPr>
          <p:spPr>
            <a:xfrm>
              <a:off x="6438960" y="1936800"/>
              <a:ext cx="720" cy="309240"/>
            </a:xfrm>
            <a:prstGeom prst="line">
              <a:avLst/>
            </a:prstGeom>
            <a:ln w="9360">
              <a:solidFill>
                <a:srgbClr val="000000"/>
              </a:solidFill>
              <a:miter/>
              <a:tailEnd len="med" type="triangle" w="med"/>
            </a:ln>
          </p:spPr>
          <p:style>
            <a:lnRef idx="0"/>
            <a:fillRef idx="0"/>
            <a:effectRef idx="0"/>
            <a:fontRef idx="minor"/>
          </p:style>
          <p:txBody>
            <a:bodyPr lIns="90000" rIns="90000" tIns="46800" bIns="46800" anchor="t">
              <a:noAutofit/>
            </a:bodyPr>
            <a:p>
              <a:endParaRPr b="0" lang="en-US" sz="1800" strike="noStrike" u="none">
                <a:solidFill>
                  <a:srgbClr val="000000"/>
                </a:solidFill>
                <a:effectLst/>
                <a:uFillTx/>
                <a:latin typeface="Arial"/>
              </a:endParaRPr>
            </a:p>
          </p:txBody>
        </p:sp>
        <p:sp>
          <p:nvSpPr>
            <p:cNvPr id="372" name="Line 68"/>
            <p:cNvSpPr/>
            <p:nvPr/>
          </p:nvSpPr>
          <p:spPr>
            <a:xfrm>
              <a:off x="7021800" y="1405800"/>
              <a:ext cx="375840" cy="0"/>
            </a:xfrm>
            <a:prstGeom prst="line">
              <a:avLst/>
            </a:prstGeom>
            <a:ln w="9360">
              <a:solidFill>
                <a:srgbClr val="000000"/>
              </a:solidFill>
              <a:miter/>
              <a:tailEnd len="med" type="triangle" w="med"/>
            </a:ln>
          </p:spPr>
          <p:style>
            <a:lnRef idx="0"/>
            <a:fillRef idx="0"/>
            <a:effectRef idx="0"/>
            <a:fontRef idx="minor"/>
          </p:style>
          <p:txBody>
            <a:bodyPr lIns="90000" rIns="90000" tIns="-46800" bIns="-46800" anchor="t">
              <a:noAutofit/>
            </a:bodyPr>
            <a:p>
              <a:endParaRPr b="0" lang="en-US" sz="1800" strike="noStrike" u="none">
                <a:solidFill>
                  <a:srgbClr val="000000"/>
                </a:solidFill>
                <a:effectLst/>
                <a:uFillTx/>
                <a:latin typeface="Arial"/>
              </a:endParaRPr>
            </a:p>
          </p:txBody>
        </p:sp>
        <p:sp>
          <p:nvSpPr>
            <p:cNvPr id="373" name="Line 69"/>
            <p:cNvSpPr/>
            <p:nvPr/>
          </p:nvSpPr>
          <p:spPr>
            <a:xfrm>
              <a:off x="7088400" y="2644920"/>
              <a:ext cx="220680" cy="0"/>
            </a:xfrm>
            <a:prstGeom prst="line">
              <a:avLst/>
            </a:prstGeom>
            <a:ln w="9360">
              <a:solidFill>
                <a:srgbClr val="000000"/>
              </a:solidFill>
              <a:miter/>
              <a:tailEnd len="med" type="triangle" w="med"/>
            </a:ln>
          </p:spPr>
          <p:style>
            <a:lnRef idx="0"/>
            <a:fillRef idx="0"/>
            <a:effectRef idx="0"/>
            <a:fontRef idx="minor"/>
          </p:style>
          <p:txBody>
            <a:bodyPr lIns="90000" rIns="90000" tIns="-46800" bIns="-46800" anchor="t">
              <a:noAutofit/>
            </a:bodyPr>
            <a:p>
              <a:endParaRPr b="0" lang="en-US" sz="1800" strike="noStrike" u="none">
                <a:solidFill>
                  <a:srgbClr val="000000"/>
                </a:solidFill>
                <a:effectLst/>
                <a:uFillTx/>
                <a:latin typeface="Arial"/>
              </a:endParaRPr>
            </a:p>
          </p:txBody>
        </p:sp>
        <p:sp>
          <p:nvSpPr>
            <p:cNvPr id="374" name="Line 70"/>
            <p:cNvSpPr/>
            <p:nvPr/>
          </p:nvSpPr>
          <p:spPr>
            <a:xfrm>
              <a:off x="8402400" y="2091960"/>
              <a:ext cx="0" cy="265320"/>
            </a:xfrm>
            <a:prstGeom prst="line">
              <a:avLst/>
            </a:prstGeom>
            <a:ln w="9360">
              <a:solidFill>
                <a:srgbClr val="000000"/>
              </a:solidFill>
              <a:miter/>
              <a:tailEnd len="med" type="triangle" w="med"/>
            </a:ln>
          </p:spPr>
          <p:style>
            <a:lnRef idx="0"/>
            <a:fillRef idx="0"/>
            <a:effectRef idx="0"/>
            <a:fontRef idx="minor"/>
          </p:style>
          <p:txBody>
            <a:bodyPr lIns="90000" rIns="90000" tIns="46800" bIns="46800" anchor="t">
              <a:noAutofit/>
            </a:bodyPr>
            <a:p>
              <a:endParaRPr b="0" lang="en-US" sz="1800" strike="noStrike" u="none">
                <a:solidFill>
                  <a:srgbClr val="000000"/>
                </a:solidFill>
                <a:effectLst/>
                <a:uFillTx/>
                <a:latin typeface="Arial"/>
              </a:endParaRPr>
            </a:p>
          </p:txBody>
        </p:sp>
        <p:sp>
          <p:nvSpPr>
            <p:cNvPr id="375" name="Text Box 71"/>
            <p:cNvSpPr/>
            <p:nvPr/>
          </p:nvSpPr>
          <p:spPr>
            <a:xfrm>
              <a:off x="8436960" y="1163160"/>
              <a:ext cx="441360" cy="419400"/>
            </a:xfrm>
            <a:prstGeom prst="rect">
              <a:avLst/>
            </a:prstGeom>
            <a:noFill/>
            <a:ln w="0">
              <a:noFill/>
            </a:ln>
          </p:spPr>
          <p:style>
            <a:lnRef idx="0"/>
            <a:fillRef idx="0"/>
            <a:effectRef idx="0"/>
            <a:fontRef idx="minor"/>
          </p:style>
          <p:txBody>
            <a:bodyPr lIns="57960" rIns="57960" tIns="29160" bIns="29160" anchor="t">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i="1" lang="fr-FR" sz="2800" strike="noStrike" u="none">
                  <a:solidFill>
                    <a:srgbClr val="003366"/>
                  </a:solidFill>
                  <a:effectLst/>
                  <a:uFillTx/>
                  <a:latin typeface="Times New Roman"/>
                  <a:ea typeface="Times New Roman"/>
                </a:rPr>
                <a:t>B</a:t>
              </a:r>
              <a:endParaRPr b="0" lang="en-US" sz="2800" strike="noStrike" u="none">
                <a:solidFill>
                  <a:srgbClr val="000000"/>
                </a:solidFill>
                <a:effectLst/>
                <a:uFillTx/>
                <a:latin typeface="Arial"/>
              </a:endParaRPr>
            </a:p>
          </p:txBody>
        </p:sp>
        <p:sp>
          <p:nvSpPr>
            <p:cNvPr id="376" name="Text Box 72"/>
            <p:cNvSpPr/>
            <p:nvPr/>
          </p:nvSpPr>
          <p:spPr>
            <a:xfrm>
              <a:off x="6168960" y="1030680"/>
              <a:ext cx="442440" cy="419760"/>
            </a:xfrm>
            <a:prstGeom prst="rect">
              <a:avLst/>
            </a:prstGeom>
            <a:noFill/>
            <a:ln w="0">
              <a:noFill/>
            </a:ln>
          </p:spPr>
          <p:style>
            <a:lnRef idx="0"/>
            <a:fillRef idx="0"/>
            <a:effectRef idx="0"/>
            <a:fontRef idx="minor"/>
          </p:style>
          <p:txBody>
            <a:bodyPr lIns="57960" rIns="57960" tIns="29160" bIns="29160" anchor="t">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i="1" lang="fr-FR" sz="2800" strike="noStrike" u="none">
                  <a:solidFill>
                    <a:srgbClr val="003366"/>
                  </a:solidFill>
                  <a:effectLst/>
                  <a:uFillTx/>
                  <a:latin typeface="Times New Roman"/>
                  <a:ea typeface="Times New Roman"/>
                </a:rPr>
                <a:t>A</a:t>
              </a:r>
              <a:endParaRPr b="0" lang="en-US" sz="2800" strike="noStrike" u="none">
                <a:solidFill>
                  <a:srgbClr val="000000"/>
                </a:solidFill>
                <a:effectLst/>
                <a:uFillTx/>
                <a:latin typeface="Arial"/>
              </a:endParaRPr>
            </a:p>
          </p:txBody>
        </p:sp>
        <p:sp>
          <p:nvSpPr>
            <p:cNvPr id="377" name="Text Box 73"/>
            <p:cNvSpPr/>
            <p:nvPr/>
          </p:nvSpPr>
          <p:spPr>
            <a:xfrm>
              <a:off x="8436960" y="2489760"/>
              <a:ext cx="441360" cy="419760"/>
            </a:xfrm>
            <a:prstGeom prst="rect">
              <a:avLst/>
            </a:prstGeom>
            <a:noFill/>
            <a:ln w="0">
              <a:noFill/>
            </a:ln>
          </p:spPr>
          <p:style>
            <a:lnRef idx="0"/>
            <a:fillRef idx="0"/>
            <a:effectRef idx="0"/>
            <a:fontRef idx="minor"/>
          </p:style>
          <p:txBody>
            <a:bodyPr lIns="57960" rIns="57960" tIns="29160" bIns="29160" anchor="t">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i="1" lang="fr-FR" sz="2800" strike="noStrike" u="none">
                  <a:solidFill>
                    <a:srgbClr val="003366"/>
                  </a:solidFill>
                  <a:effectLst/>
                  <a:uFillTx/>
                  <a:latin typeface="Times New Roman"/>
                  <a:ea typeface="Times New Roman"/>
                </a:rPr>
                <a:t>C</a:t>
              </a:r>
              <a:endParaRPr b="0" lang="en-US" sz="2800" strike="noStrike" u="none">
                <a:solidFill>
                  <a:srgbClr val="000000"/>
                </a:solidFill>
                <a:effectLst/>
                <a:uFillTx/>
                <a:latin typeface="Arial"/>
              </a:endParaRPr>
            </a:p>
          </p:txBody>
        </p:sp>
        <p:sp>
          <p:nvSpPr>
            <p:cNvPr id="378" name="Text Box 74"/>
            <p:cNvSpPr/>
            <p:nvPr/>
          </p:nvSpPr>
          <p:spPr>
            <a:xfrm>
              <a:off x="6049440" y="2644920"/>
              <a:ext cx="441360" cy="419400"/>
            </a:xfrm>
            <a:prstGeom prst="rect">
              <a:avLst/>
            </a:prstGeom>
            <a:noFill/>
            <a:ln w="0">
              <a:noFill/>
            </a:ln>
          </p:spPr>
          <p:style>
            <a:lnRef idx="0"/>
            <a:fillRef idx="0"/>
            <a:effectRef idx="0"/>
            <a:fontRef idx="minor"/>
          </p:style>
          <p:txBody>
            <a:bodyPr lIns="57960" rIns="57960" tIns="29160" bIns="29160" anchor="t">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i="1" lang="fr-FR" sz="2800" strike="noStrike" u="none">
                  <a:solidFill>
                    <a:srgbClr val="003366"/>
                  </a:solidFill>
                  <a:effectLst/>
                  <a:uFillTx/>
                  <a:latin typeface="Times New Roman"/>
                  <a:ea typeface="Times New Roman"/>
                </a:rPr>
                <a:t>D</a:t>
              </a:r>
              <a:endParaRPr b="0" lang="en-US" sz="2800" strike="noStrike" u="none">
                <a:solidFill>
                  <a:srgbClr val="000000"/>
                </a:solidFill>
                <a:effectLst/>
                <a:uFillTx/>
                <a:latin typeface="Arial"/>
              </a:endParaRPr>
            </a:p>
          </p:txBody>
        </p:sp>
      </p:grpSp>
      <p:sp>
        <p:nvSpPr>
          <p:cNvPr id="379" name="Rectangle 75"/>
          <p:cNvSpPr/>
          <p:nvPr/>
        </p:nvSpPr>
        <p:spPr>
          <a:xfrm>
            <a:off x="76320" y="1384200"/>
            <a:ext cx="4476600" cy="1739880"/>
          </a:xfrm>
          <a:prstGeom prst="rect">
            <a:avLst/>
          </a:prstGeom>
          <a:noFill/>
          <a:ln w="0">
            <a:noFill/>
          </a:ln>
        </p:spPr>
        <p:style>
          <a:lnRef idx="0"/>
          <a:fillRef idx="0"/>
          <a:effectRef idx="0"/>
          <a:fontRef idx="minor"/>
        </p:style>
        <p:txBody>
          <a:bodyPr lIns="90000" rIns="90000" tIns="46800" bIns="46800" anchor="t">
            <a:spAutoFit/>
          </a:bodyPr>
          <a:p>
            <a:pPr algn="just">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3600" strike="noStrike" u="none">
                <a:solidFill>
                  <a:srgbClr val="000000"/>
                </a:solidFill>
                <a:effectLst/>
                <a:uFillTx/>
                <a:latin typeface="Times New Roman"/>
                <a:ea typeface="Times New Roman"/>
              </a:rPr>
              <a:t>Dans le cas général, le travail dépend du chemin suivi :</a:t>
            </a:r>
            <a:endParaRPr b="0" lang="en-US" sz="3600" strike="noStrike" u="none">
              <a:solidFill>
                <a:srgbClr val="000000"/>
              </a:solidFill>
              <a:effectLst/>
              <a:uFillTx/>
              <a:latin typeface="Arial"/>
            </a:endParaRPr>
          </a:p>
        </p:txBody>
      </p:sp>
      <p:sp>
        <p:nvSpPr>
          <p:cNvPr id="380" name="Rectangle 76"/>
          <p:cNvSpPr/>
          <p:nvPr/>
        </p:nvSpPr>
        <p:spPr>
          <a:xfrm>
            <a:off x="1879560" y="5900760"/>
            <a:ext cx="4838760" cy="764280"/>
          </a:xfrm>
          <a:prstGeom prst="rect">
            <a:avLst/>
          </a:prstGeom>
          <a:solidFill>
            <a:srgbClr val="66ffff"/>
          </a:solidFill>
          <a:ln w="0">
            <a:noFill/>
          </a:ln>
        </p:spPr>
        <p:style>
          <a:lnRef idx="0"/>
          <a:fillRef idx="0"/>
          <a:effectRef idx="0"/>
          <a:fontRef idx="minor"/>
        </p:style>
        <p:txBody>
          <a:bodyPr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4400" strike="noStrike" u="none">
                <a:solidFill>
                  <a:srgbClr val="c0504d"/>
                </a:solidFill>
                <a:effectLst/>
                <a:uFillTx/>
                <a:latin typeface="Times New Roman"/>
                <a:ea typeface="Times New Roman"/>
              </a:rPr>
              <a:t>W</a:t>
            </a:r>
            <a:r>
              <a:rPr b="1" lang="fr-FR" sz="3200" strike="noStrike" u="none">
                <a:solidFill>
                  <a:srgbClr val="c0504d"/>
                </a:solidFill>
                <a:effectLst/>
                <a:uFillTx/>
                <a:latin typeface="Times New Roman"/>
                <a:ea typeface="Times New Roman"/>
              </a:rPr>
              <a:t>1</a:t>
            </a:r>
            <a:r>
              <a:rPr b="1" lang="fr-FR" sz="4400" strike="noStrike" u="none">
                <a:solidFill>
                  <a:srgbClr val="c0504d"/>
                </a:solidFill>
                <a:effectLst/>
                <a:uFillTx/>
                <a:latin typeface="Times New Roman"/>
                <a:ea typeface="Times New Roman"/>
              </a:rPr>
              <a:t> = -P</a:t>
            </a:r>
            <a:r>
              <a:rPr b="1" lang="fr-FR" sz="3200" strike="noStrike" u="none">
                <a:solidFill>
                  <a:srgbClr val="c0504d"/>
                </a:solidFill>
                <a:effectLst/>
                <a:uFillTx/>
                <a:latin typeface="Times New Roman"/>
                <a:ea typeface="Times New Roman"/>
              </a:rPr>
              <a:t>1</a:t>
            </a:r>
            <a:r>
              <a:rPr b="1" lang="fr-FR" sz="4400" strike="noStrike" u="none">
                <a:solidFill>
                  <a:srgbClr val="c0504d"/>
                </a:solidFill>
                <a:effectLst/>
                <a:uFillTx/>
                <a:latin typeface="Times New Roman"/>
                <a:ea typeface="Times New Roman"/>
              </a:rPr>
              <a:t>(V</a:t>
            </a:r>
            <a:r>
              <a:rPr b="1" lang="fr-FR" sz="2800" strike="noStrike" u="none">
                <a:solidFill>
                  <a:srgbClr val="c0504d"/>
                </a:solidFill>
                <a:effectLst/>
                <a:uFillTx/>
                <a:latin typeface="Times New Roman"/>
                <a:ea typeface="Times New Roman"/>
              </a:rPr>
              <a:t>2</a:t>
            </a:r>
            <a:r>
              <a:rPr b="1" lang="fr-FR" sz="4400" strike="noStrike" u="none">
                <a:solidFill>
                  <a:srgbClr val="c0504d"/>
                </a:solidFill>
                <a:effectLst/>
                <a:uFillTx/>
                <a:latin typeface="Times New Roman"/>
                <a:ea typeface="Times New Roman"/>
              </a:rPr>
              <a:t>-V</a:t>
            </a:r>
            <a:r>
              <a:rPr b="1" lang="fr-FR" sz="2800" strike="noStrike" u="none">
                <a:solidFill>
                  <a:srgbClr val="c0504d"/>
                </a:solidFill>
                <a:effectLst/>
                <a:uFillTx/>
                <a:latin typeface="Times New Roman"/>
                <a:ea typeface="Times New Roman"/>
              </a:rPr>
              <a:t>1</a:t>
            </a:r>
            <a:r>
              <a:rPr b="1" lang="fr-FR" sz="4400" strike="noStrike" u="none">
                <a:solidFill>
                  <a:srgbClr val="c0504d"/>
                </a:solidFill>
                <a:effectLst/>
                <a:uFillTx/>
                <a:latin typeface="Times New Roman"/>
                <a:ea typeface="Times New Roman"/>
              </a:rPr>
              <a:t>)</a:t>
            </a:r>
            <a:endParaRPr b="0" lang="en-US" sz="4400" strike="noStrike" u="none">
              <a:solidFill>
                <a:srgbClr val="000000"/>
              </a:solidFill>
              <a:effectLst/>
              <a:uFillTx/>
              <a:latin typeface="Arial"/>
            </a:endParaRPr>
          </a:p>
        </p:txBody>
      </p:sp>
      <p:sp>
        <p:nvSpPr>
          <p:cNvPr id="381" name="Rectangle 4"/>
          <p:cNvSpPr/>
          <p:nvPr/>
        </p:nvSpPr>
        <p:spPr>
          <a:xfrm>
            <a:off x="0" y="0"/>
            <a:ext cx="9144000" cy="571680"/>
          </a:xfrm>
          <a:prstGeom prst="rect">
            <a:avLst/>
          </a:prstGeom>
          <a:solidFill>
            <a:srgbClr val="4f81bd"/>
          </a:solidFill>
          <a:ln w="0">
            <a:noFill/>
          </a:ln>
        </p:spPr>
        <p:style>
          <a:lnRef idx="0"/>
          <a:fillRef idx="0"/>
          <a:effectRef idx="0"/>
          <a:fontRef idx="minor"/>
        </p:style>
        <p:txBody>
          <a:bodyPr lIns="90000" rIns="90000" tIns="46800" bIns="46800" anchor="b" anchorCtr="1">
            <a:noAutofit/>
          </a:bodyPr>
          <a:p>
            <a:pPr>
              <a:lnSpc>
                <a:spcPct val="15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800" strike="noStrike" u="none">
                <a:solidFill>
                  <a:srgbClr val="cc3300"/>
                </a:solidFill>
                <a:effectLst/>
                <a:uFillTx/>
                <a:latin typeface="Times New Roman"/>
                <a:ea typeface="Times New Roman"/>
              </a:rPr>
              <a:t>Séance 3 : </a:t>
            </a:r>
            <a:r>
              <a:rPr b="1" lang="fr-FR" sz="2800" strike="noStrike" u="none">
                <a:solidFill>
                  <a:srgbClr val="cc3300"/>
                </a:solidFill>
                <a:effectLst/>
                <a:uFillTx/>
                <a:latin typeface="Times New Roman"/>
                <a:ea typeface="Times New Roman"/>
              </a:rPr>
              <a:t>QUANTITE DE CHALEUR ET TRAVAIL</a:t>
            </a:r>
            <a:endParaRPr b="0" lang="en-US" sz="2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timing>
    <p:tnLst>
      <p:par>
        <p:cTn id="1127" dur="indefinite" restart="never" nodeType="tmRoot">
          <p:childTnLst>
            <p:seq>
              <p:cTn id="1128" dur="indefinite" nodeType="mainSeq">
                <p:childTnLst>
                  <p:par>
                    <p:cTn id="1129" nodeType="clickEffect" fill="hold">
                      <p:stCondLst>
                        <p:cond delay="indefinite"/>
                      </p:stCondLst>
                      <p:childTnLst>
                        <p:par>
                          <p:cTn id="1130" nodeType="withEffect" fill="hold">
                            <p:stCondLst>
                              <p:cond delay="0"/>
                            </p:stCondLst>
                            <p:childTnLst>
                              <p:par>
                                <p:cTn id="1131" nodeType="clickEffect" fill="hold" presetClass="entr" presetID="27">
                                  <p:stCondLst>
                                    <p:cond delay="0"/>
                                  </p:stCondLst>
                                  <p:iterate type="lt">
                                    <p:tmAbs val="40"/>
                                  </p:iterate>
                                  <p:childTnLst>
                                    <p:set>
                                      <p:cBhvr>
                                        <p:cTn id="1132" dur="1" fill="hold">
                                          <p:stCondLst>
                                            <p:cond delay="0"/>
                                          </p:stCondLst>
                                        </p:cTn>
                                        <p:tgtEl>
                                          <p:spTgt spid="351"/>
                                        </p:tgtEl>
                                        <p:attrNameLst>
                                          <p:attrName>style.visibility</p:attrName>
                                        </p:attrNameLst>
                                      </p:cBhvr>
                                      <p:to>
                                        <p:strVal val="visible"/>
                                      </p:to>
                                    </p:set>
                                    <p:anim calcmode="discrete" valueType="clr">
                                      <p:cBhvr additive="repl">
                                        <p:cTn id="1133" dur="80"/>
                                        <p:tgtEl>
                                          <p:spTgt spid="351"/>
                                        </p:tgtEl>
                                        <p:attrNameLst>
                                          <p:attrName>style.color</p:attrName>
                                        </p:attrNameLst>
                                      </p:cBhvr>
                                      <p:tavLst>
                                        <p:tav tm="0">
                                          <p:val>
                                            <p:strVal val="rgb(77,80,-64)"/>
                                          </p:val>
                                        </p:tav>
                                        <p:tav tm="50000">
                                          <p:val>
                                            <p:strVal val="rgb(-1,0,0)"/>
                                          </p:val>
                                        </p:tav>
                                      </p:tavLst>
                                    </p:anim>
                                    <p:anim calcmode="discrete" valueType="clr">
                                      <p:cBhvr additive="repl">
                                        <p:cTn id="1134" dur="80"/>
                                        <p:tgtEl>
                                          <p:spTgt spid="351"/>
                                        </p:tgtEl>
                                        <p:attrNameLst>
                                          <p:attrName>fillcolor</p:attrName>
                                        </p:attrNameLst>
                                      </p:cBhvr>
                                      <p:tavLst>
                                        <p:tav tm="0">
                                          <p:val>
                                            <p:strVal val="rgb(77,80,-64)"/>
                                          </p:val>
                                        </p:tav>
                                        <p:tav tm="50000">
                                          <p:val>
                                            <p:strVal val="rgb(-1,0,0)"/>
                                          </p:val>
                                        </p:tav>
                                      </p:tavLst>
                                    </p:anim>
                                    <p:set>
                                      <p:cBhvr>
                                        <p:cTn id="1135" dur="80"/>
                                        <p:tgtEl>
                                          <p:spTgt spid="351"/>
                                        </p:tgtEl>
                                        <p:attrNameLst>
                                          <p:attrName>fill.type</p:attrName>
                                        </p:attrNameLst>
                                      </p:cBhvr>
                                      <p:to>
                                        <p:strVal val="solid"/>
                                      </p:to>
                                    </p:set>
                                  </p:childTnLst>
                                </p:cTn>
                              </p:par>
                            </p:childTnLst>
                          </p:cTn>
                        </p:par>
                      </p:childTnLst>
                    </p:cTn>
                  </p:par>
                  <p:par>
                    <p:cTn id="1136" nodeType="clickEffect" fill="hold">
                      <p:stCondLst>
                        <p:cond delay="indefinite"/>
                      </p:stCondLst>
                      <p:childTnLst>
                        <p:par>
                          <p:cTn id="1137" nodeType="withEffect" fill="hold">
                            <p:stCondLst>
                              <p:cond delay="0"/>
                            </p:stCondLst>
                            <p:childTnLst>
                              <p:par>
                                <p:cTn id="1138" nodeType="clickEffect" fill="hold" presetClass="entr" presetID="27">
                                  <p:stCondLst>
                                    <p:cond delay="0"/>
                                  </p:stCondLst>
                                  <p:iterate type="lt">
                                    <p:tmAbs val="40"/>
                                  </p:iterate>
                                  <p:childTnLst>
                                    <p:set>
                                      <p:cBhvr>
                                        <p:cTn id="1139" dur="1" fill="hold">
                                          <p:stCondLst>
                                            <p:cond delay="0"/>
                                          </p:stCondLst>
                                        </p:cTn>
                                        <p:tgtEl>
                                          <p:spTgt spid="379"/>
                                        </p:tgtEl>
                                        <p:attrNameLst>
                                          <p:attrName>style.visibility</p:attrName>
                                        </p:attrNameLst>
                                      </p:cBhvr>
                                      <p:to>
                                        <p:strVal val="visible"/>
                                      </p:to>
                                    </p:set>
                                    <p:anim calcmode="discrete" valueType="clr">
                                      <p:cBhvr additive="repl">
                                        <p:cTn id="1140" dur="80"/>
                                        <p:tgtEl>
                                          <p:spTgt spid="379"/>
                                        </p:tgtEl>
                                        <p:attrNameLst>
                                          <p:attrName>style.color</p:attrName>
                                        </p:attrNameLst>
                                      </p:cBhvr>
                                      <p:tavLst>
                                        <p:tav tm="0">
                                          <p:val>
                                            <p:strVal val="rgb(77,80,-64)"/>
                                          </p:val>
                                        </p:tav>
                                        <p:tav tm="50000">
                                          <p:val>
                                            <p:strVal val="rgb(-1,0,0)"/>
                                          </p:val>
                                        </p:tav>
                                      </p:tavLst>
                                    </p:anim>
                                    <p:anim calcmode="discrete" valueType="clr">
                                      <p:cBhvr additive="repl">
                                        <p:cTn id="1141" dur="80"/>
                                        <p:tgtEl>
                                          <p:spTgt spid="379"/>
                                        </p:tgtEl>
                                        <p:attrNameLst>
                                          <p:attrName>fillcolor</p:attrName>
                                        </p:attrNameLst>
                                      </p:cBhvr>
                                      <p:tavLst>
                                        <p:tav tm="0">
                                          <p:val>
                                            <p:strVal val="rgb(77,80,-64)"/>
                                          </p:val>
                                        </p:tav>
                                        <p:tav tm="50000">
                                          <p:val>
                                            <p:strVal val="rgb(-1,0,0)"/>
                                          </p:val>
                                        </p:tav>
                                      </p:tavLst>
                                    </p:anim>
                                    <p:set>
                                      <p:cBhvr>
                                        <p:cTn id="1142" dur="80"/>
                                        <p:tgtEl>
                                          <p:spTgt spid="379"/>
                                        </p:tgtEl>
                                        <p:attrNameLst>
                                          <p:attrName>fill.type</p:attrName>
                                        </p:attrNameLst>
                                      </p:cBhvr>
                                      <p:to>
                                        <p:strVal val="solid"/>
                                      </p:to>
                                    </p:set>
                                  </p:childTnLst>
                                </p:cTn>
                              </p:par>
                            </p:childTnLst>
                          </p:cTn>
                        </p:par>
                      </p:childTnLst>
                    </p:cTn>
                  </p:par>
                  <p:par>
                    <p:cTn id="1143" nodeType="clickEffect" fill="hold">
                      <p:stCondLst>
                        <p:cond delay="indefinite"/>
                      </p:stCondLst>
                      <p:childTnLst>
                        <p:par>
                          <p:cTn id="1144" nodeType="withEffect" fill="hold">
                            <p:stCondLst>
                              <p:cond delay="0"/>
                            </p:stCondLst>
                            <p:childTnLst>
                              <p:par>
                                <p:cTn id="1145" nodeType="clickEffect" fill="hold" presetClass="entr" presetID="4" presetSubtype="16">
                                  <p:stCondLst>
                                    <p:cond delay="0"/>
                                  </p:stCondLst>
                                  <p:childTnLst>
                                    <p:set>
                                      <p:cBhvr>
                                        <p:cTn id="1146" dur="1" fill="hold">
                                          <p:stCondLst>
                                            <p:cond delay="0"/>
                                          </p:stCondLst>
                                        </p:cTn>
                                        <p:tgtEl>
                                          <p:spTgt spid="353"/>
                                        </p:tgtEl>
                                        <p:attrNameLst>
                                          <p:attrName>style.visibility</p:attrName>
                                        </p:attrNameLst>
                                      </p:cBhvr>
                                      <p:to>
                                        <p:strVal val="visible"/>
                                      </p:to>
                                    </p:set>
                                    <p:animEffect filter="box(in)" transition="in">
                                      <p:cBhvr additive="repl">
                                        <p:cTn id="1147" dur="500"/>
                                        <p:tgtEl>
                                          <p:spTgt spid="353"/>
                                        </p:tgtEl>
                                      </p:cBhvr>
                                    </p:animEffect>
                                  </p:childTnLst>
                                </p:cTn>
                              </p:par>
                            </p:childTnLst>
                          </p:cTn>
                        </p:par>
                      </p:childTnLst>
                    </p:cTn>
                  </p:par>
                  <p:par>
                    <p:cTn id="1148" nodeType="clickEffect" fill="hold">
                      <p:stCondLst>
                        <p:cond delay="indefinite"/>
                      </p:stCondLst>
                      <p:childTnLst>
                        <p:par>
                          <p:cTn id="1149" nodeType="withEffect" fill="hold">
                            <p:stCondLst>
                              <p:cond delay="0"/>
                            </p:stCondLst>
                            <p:childTnLst>
                              <p:par>
                                <p:cTn id="1150" nodeType="clickEffect" fill="hold" presetClass="entr" presetID="27">
                                  <p:stCondLst>
                                    <p:cond delay="0"/>
                                  </p:stCondLst>
                                  <p:iterate type="lt">
                                    <p:tmAbs val="40"/>
                                  </p:iterate>
                                  <p:childTnLst>
                                    <p:set>
                                      <p:cBhvr>
                                        <p:cTn id="1151" dur="1" fill="hold">
                                          <p:stCondLst>
                                            <p:cond delay="0"/>
                                          </p:stCondLst>
                                        </p:cTn>
                                        <p:tgtEl>
                                          <p:spTgt spid="352"/>
                                        </p:tgtEl>
                                        <p:attrNameLst>
                                          <p:attrName>style.visibility</p:attrName>
                                        </p:attrNameLst>
                                      </p:cBhvr>
                                      <p:to>
                                        <p:strVal val="visible"/>
                                      </p:to>
                                    </p:set>
                                    <p:anim calcmode="discrete" valueType="clr">
                                      <p:cBhvr additive="repl">
                                        <p:cTn id="1152" dur="80"/>
                                        <p:tgtEl>
                                          <p:spTgt spid="352"/>
                                        </p:tgtEl>
                                        <p:attrNameLst>
                                          <p:attrName>style.color</p:attrName>
                                        </p:attrNameLst>
                                      </p:cBhvr>
                                      <p:tavLst>
                                        <p:tav tm="0">
                                          <p:val>
                                            <p:strVal val="rgb(77,80,-64)"/>
                                          </p:val>
                                        </p:tav>
                                        <p:tav tm="50000">
                                          <p:val>
                                            <p:strVal val="rgb(-1,0,0)"/>
                                          </p:val>
                                        </p:tav>
                                      </p:tavLst>
                                    </p:anim>
                                    <p:anim calcmode="discrete" valueType="clr">
                                      <p:cBhvr additive="repl">
                                        <p:cTn id="1153" dur="80"/>
                                        <p:tgtEl>
                                          <p:spTgt spid="352"/>
                                        </p:tgtEl>
                                        <p:attrNameLst>
                                          <p:attrName>fillcolor</p:attrName>
                                        </p:attrNameLst>
                                      </p:cBhvr>
                                      <p:tavLst>
                                        <p:tav tm="0">
                                          <p:val>
                                            <p:strVal val="rgb(77,80,-64)"/>
                                          </p:val>
                                        </p:tav>
                                        <p:tav tm="50000">
                                          <p:val>
                                            <p:strVal val="rgb(-1,0,0)"/>
                                          </p:val>
                                        </p:tav>
                                      </p:tavLst>
                                    </p:anim>
                                    <p:set>
                                      <p:cBhvr>
                                        <p:cTn id="1154" dur="80"/>
                                        <p:tgtEl>
                                          <p:spTgt spid="352"/>
                                        </p:tgtEl>
                                        <p:attrNameLst>
                                          <p:attrName>fill.type</p:attrName>
                                        </p:attrNameLst>
                                      </p:cBhvr>
                                      <p:to>
                                        <p:strVal val="solid"/>
                                      </p:to>
                                    </p:set>
                                  </p:childTnLst>
                                </p:cTn>
                              </p:par>
                            </p:childTnLst>
                          </p:cTn>
                        </p:par>
                      </p:childTnLst>
                    </p:cTn>
                  </p:par>
                  <p:par>
                    <p:cTn id="1155" nodeType="clickEffect" fill="hold">
                      <p:stCondLst>
                        <p:cond delay="indefinite"/>
                      </p:stCondLst>
                      <p:childTnLst>
                        <p:par>
                          <p:cTn id="1156" nodeType="withEffect" fill="hold">
                            <p:stCondLst>
                              <p:cond delay="0"/>
                            </p:stCondLst>
                            <p:childTnLst>
                              <p:par>
                                <p:cTn id="1157" nodeType="clickEffect" fill="hold" presetClass="entr" presetID="2" presetSubtype="4">
                                  <p:stCondLst>
                                    <p:cond delay="0"/>
                                  </p:stCondLst>
                                  <p:childTnLst>
                                    <p:set>
                                      <p:cBhvr>
                                        <p:cTn id="1158" dur="1" fill="hold">
                                          <p:stCondLst>
                                            <p:cond delay="0"/>
                                          </p:stCondLst>
                                        </p:cTn>
                                        <p:tgtEl>
                                          <p:spTgt spid="380"/>
                                        </p:tgtEl>
                                        <p:attrNameLst>
                                          <p:attrName>style.visibility</p:attrName>
                                        </p:attrNameLst>
                                      </p:cBhvr>
                                      <p:to>
                                        <p:strVal val="visible"/>
                                      </p:to>
                                    </p:set>
                                    <p:anim calcmode="lin" valueType="num">
                                      <p:cBhvr additive="base">
                                        <p:cTn id="1159" dur="500" fill="hold"/>
                                        <p:tgtEl>
                                          <p:spTgt spid="380"/>
                                        </p:tgtEl>
                                        <p:attrNameLst>
                                          <p:attrName>ppt_x</p:attrName>
                                        </p:attrNameLst>
                                      </p:cBhvr>
                                      <p:tavLst>
                                        <p:tav tm="0">
                                          <p:val>
                                            <p:strVal val="#ppt_x"/>
                                          </p:val>
                                        </p:tav>
                                        <p:tav tm="100000">
                                          <p:val>
                                            <p:strVal val="#ppt_x"/>
                                          </p:val>
                                        </p:tav>
                                      </p:tavLst>
                                    </p:anim>
                                    <p:anim calcmode="lin" valueType="num">
                                      <p:cBhvr additive="base">
                                        <p:cTn id="1160" dur="500" fill="hold"/>
                                        <p:tgtEl>
                                          <p:spTgt spid="38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382" name="Group 4"/>
          <p:cNvGrpSpPr/>
          <p:nvPr/>
        </p:nvGrpSpPr>
        <p:grpSpPr>
          <a:xfrm>
            <a:off x="5315040" y="641520"/>
            <a:ext cx="3828960" cy="2971800"/>
            <a:chOff x="5315040" y="641520"/>
            <a:chExt cx="3828960" cy="2971800"/>
          </a:xfrm>
        </p:grpSpPr>
        <p:sp>
          <p:nvSpPr>
            <p:cNvPr id="383" name="AutoShape 5"/>
            <p:cNvSpPr/>
            <p:nvPr/>
          </p:nvSpPr>
          <p:spPr>
            <a:xfrm>
              <a:off x="5315040" y="641520"/>
              <a:ext cx="3828960" cy="2971800"/>
            </a:xfrm>
            <a:prstGeom prst="rect">
              <a:avLst/>
            </a:prstGeom>
            <a:solidFill>
              <a:srgbClr val="66ffff"/>
            </a:solidFill>
            <a:ln w="0">
              <a:noFill/>
            </a:ln>
          </p:spPr>
          <p:style>
            <a:lnRef idx="0"/>
            <a:fillRef idx="0"/>
            <a:effectRef idx="0"/>
            <a:fontRef idx="minor"/>
          </p:style>
          <p:txBody>
            <a:bodyPr lIns="90000" rIns="90000" tIns="46800" bIns="46800" anchor="t">
              <a:noAutofit/>
            </a:bodyPr>
            <a:p>
              <a:endParaRPr b="0" lang="en-US" sz="1800" strike="noStrike" u="none">
                <a:solidFill>
                  <a:srgbClr val="000000"/>
                </a:solidFill>
                <a:effectLst/>
                <a:uFillTx/>
                <a:latin typeface="Arial"/>
              </a:endParaRPr>
            </a:p>
          </p:txBody>
        </p:sp>
        <p:sp>
          <p:nvSpPr>
            <p:cNvPr id="384" name="Line 6"/>
            <p:cNvSpPr/>
            <p:nvPr/>
          </p:nvSpPr>
          <p:spPr>
            <a:xfrm flipV="1">
              <a:off x="5838120" y="745200"/>
              <a:ext cx="0" cy="2469960"/>
            </a:xfrm>
            <a:prstGeom prst="line">
              <a:avLst/>
            </a:prstGeom>
            <a:ln w="9360">
              <a:solidFill>
                <a:srgbClr val="000000"/>
              </a:solidFill>
              <a:miter/>
              <a:tailEnd len="med" type="triangle" w="med"/>
            </a:ln>
          </p:spPr>
          <p:style>
            <a:lnRef idx="0"/>
            <a:fillRef idx="0"/>
            <a:effectRef idx="0"/>
            <a:fontRef idx="minor"/>
          </p:style>
          <p:txBody>
            <a:bodyPr lIns="90000" rIns="90000" tIns="46800" bIns="46800" anchor="t">
              <a:noAutofit/>
            </a:bodyPr>
            <a:p>
              <a:endParaRPr b="0" lang="en-US" sz="1800" strike="noStrike" u="none">
                <a:solidFill>
                  <a:srgbClr val="000000"/>
                </a:solidFill>
                <a:effectLst/>
                <a:uFillTx/>
                <a:latin typeface="Arial"/>
              </a:endParaRPr>
            </a:p>
          </p:txBody>
        </p:sp>
        <p:sp>
          <p:nvSpPr>
            <p:cNvPr id="385" name="Line 7"/>
            <p:cNvSpPr/>
            <p:nvPr/>
          </p:nvSpPr>
          <p:spPr>
            <a:xfrm>
              <a:off x="5838120" y="3215880"/>
              <a:ext cx="3159000" cy="0"/>
            </a:xfrm>
            <a:prstGeom prst="line">
              <a:avLst/>
            </a:prstGeom>
            <a:ln w="9360">
              <a:solidFill>
                <a:srgbClr val="000000"/>
              </a:solidFill>
              <a:miter/>
              <a:tailEnd len="med" type="triangle" w="med"/>
            </a:ln>
          </p:spPr>
          <p:style>
            <a:lnRef idx="0"/>
            <a:fillRef idx="0"/>
            <a:effectRef idx="0"/>
            <a:fontRef idx="minor"/>
          </p:style>
          <p:txBody>
            <a:bodyPr lIns="90000" rIns="90000" tIns="-46800" bIns="-46800" anchor="t">
              <a:noAutofit/>
            </a:bodyPr>
            <a:p>
              <a:endParaRPr b="0" lang="en-US" sz="1800" strike="noStrike" u="none">
                <a:solidFill>
                  <a:srgbClr val="000000"/>
                </a:solidFill>
                <a:effectLst/>
                <a:uFillTx/>
                <a:latin typeface="Arial"/>
              </a:endParaRPr>
            </a:p>
          </p:txBody>
        </p:sp>
        <p:sp>
          <p:nvSpPr>
            <p:cNvPr id="386" name="Freeform 8"/>
            <p:cNvSpPr/>
            <p:nvPr/>
          </p:nvSpPr>
          <p:spPr>
            <a:xfrm flipV="1">
              <a:off x="6583680" y="1505880"/>
              <a:ext cx="1858320" cy="1162080"/>
            </a:xfrm>
            <a:custGeom>
              <a:avLst/>
              <a:gdLst>
                <a:gd name="textAreaLeft" fmla="*/ 0 w 1858320"/>
                <a:gd name="textAreaRight" fmla="*/ 1858680 w 1858320"/>
                <a:gd name="textAreaTop" fmla="*/ 0 h 1162080"/>
                <a:gd name="textAreaBottom" fmla="*/ 1162080 h 1162080"/>
                <a:gd name="GluePoint1X" fmla="*/ 0 w 2506"/>
                <a:gd name="GluePoint1Y" fmla="*/ 86 h 1568"/>
                <a:gd name="GluePoint2X" fmla="*/ 0 w 2506"/>
                <a:gd name="GluePoint2Y" fmla="*/ 0 h 1568"/>
                <a:gd name="GluePoint3X" fmla="*/ 138 w 2506"/>
                <a:gd name="GluePoint3Y" fmla="*/ 0 h 1568"/>
              </a:gdLst>
              <a:ahLst/>
              <a:cxnLst>
                <a:cxn ang="0">
                  <a:pos x="GluePoint1X" y="GluePoint1Y"/>
                </a:cxn>
                <a:cxn ang="0">
                  <a:pos x="GluePoint2X" y="GluePoint2Y"/>
                </a:cxn>
                <a:cxn ang="0">
                  <a:pos x="GluePoint3X" y="GluePoint3Y"/>
                </a:cxn>
              </a:cxnLst>
              <a:rect l="textAreaLeft" t="textAreaTop" r="textAreaRight" b="textAreaBottom"/>
              <a:pathLst>
                <a:path w="2506" h="1568">
                  <a:moveTo>
                    <a:pt x="0" y="1568"/>
                  </a:moveTo>
                  <a:lnTo>
                    <a:pt x="0" y="0"/>
                  </a:lnTo>
                  <a:lnTo>
                    <a:pt x="2506" y="0"/>
                  </a:lnTo>
                </a:path>
              </a:pathLst>
            </a:custGeom>
            <a:noFill/>
            <a:ln w="9360">
              <a:solidFill>
                <a:srgbClr val="000000"/>
              </a:solidFill>
              <a:round/>
            </a:ln>
          </p:spPr>
          <p:style>
            <a:lnRef idx="0"/>
            <a:fillRef idx="0"/>
            <a:effectRef idx="0"/>
            <a:fontRef idx="minor"/>
          </p:style>
          <p:txBody>
            <a:bodyPr lIns="90000" rIns="90000" tIns="46800" bIns="46800" anchor="t">
              <a:noAutofit/>
            </a:bodyPr>
            <a:p>
              <a:endParaRPr b="0" lang="en-US" sz="1800" strike="noStrike" u="none">
                <a:solidFill>
                  <a:srgbClr val="000000"/>
                </a:solidFill>
                <a:effectLst/>
                <a:uFillTx/>
                <a:latin typeface="Arial"/>
              </a:endParaRPr>
            </a:p>
          </p:txBody>
        </p:sp>
        <p:sp>
          <p:nvSpPr>
            <p:cNvPr id="387" name="Freeform 9"/>
            <p:cNvSpPr/>
            <p:nvPr/>
          </p:nvSpPr>
          <p:spPr>
            <a:xfrm flipV="1">
              <a:off x="6544440" y="1505160"/>
              <a:ext cx="1897200" cy="1158840"/>
            </a:xfrm>
            <a:custGeom>
              <a:avLst/>
              <a:gdLst>
                <a:gd name="textAreaLeft" fmla="*/ 0 w 1897200"/>
                <a:gd name="textAreaRight" fmla="*/ 1897560 w 1897200"/>
                <a:gd name="textAreaTop" fmla="*/ -360 h 1158840"/>
                <a:gd name="textAreaBottom" fmla="*/ 1158840 h 1158840"/>
                <a:gd name="GluePoint1X" fmla="*/ 206 w 2505"/>
                <a:gd name="GluePoint1Y" fmla="*/ 0 h 1569"/>
                <a:gd name="GluePoint2X" fmla="*/ 206 w 2505"/>
                <a:gd name="GluePoint2Y" fmla="*/ 80 h 1569"/>
                <a:gd name="GluePoint3X" fmla="*/ 0 w 2505"/>
                <a:gd name="GluePoint3Y" fmla="*/ 80 h 1569"/>
              </a:gdLst>
              <a:ahLst/>
              <a:cxnLst>
                <a:cxn ang="0">
                  <a:pos x="GluePoint1X" y="GluePoint1Y"/>
                </a:cxn>
                <a:cxn ang="0">
                  <a:pos x="GluePoint2X" y="GluePoint2Y"/>
                </a:cxn>
                <a:cxn ang="0">
                  <a:pos x="GluePoint3X" y="GluePoint3Y"/>
                </a:cxn>
              </a:cxnLst>
              <a:rect l="textAreaLeft" t="textAreaTop" r="textAreaRight" b="textAreaBottom"/>
              <a:pathLst>
                <a:path w="2505" h="1569">
                  <a:moveTo>
                    <a:pt x="2505" y="0"/>
                  </a:moveTo>
                  <a:lnTo>
                    <a:pt x="2505" y="1569"/>
                  </a:lnTo>
                  <a:lnTo>
                    <a:pt x="0" y="1569"/>
                  </a:lnTo>
                </a:path>
              </a:pathLst>
            </a:custGeom>
            <a:noFill/>
            <a:ln w="19080">
              <a:solidFill>
                <a:srgbClr val="000000"/>
              </a:solidFill>
              <a:prstDash val="dash"/>
              <a:round/>
            </a:ln>
          </p:spPr>
          <p:style>
            <a:lnRef idx="0"/>
            <a:fillRef idx="0"/>
            <a:effectRef idx="0"/>
            <a:fontRef idx="minor"/>
          </p:style>
          <p:txBody>
            <a:bodyPr lIns="90000" rIns="90000" tIns="46800" bIns="46800" anchor="t">
              <a:noAutofit/>
            </a:bodyPr>
            <a:p>
              <a:endParaRPr b="0" lang="en-US" sz="1800" strike="noStrike" u="none">
                <a:solidFill>
                  <a:srgbClr val="000000"/>
                </a:solidFill>
                <a:effectLst/>
                <a:uFillTx/>
                <a:latin typeface="Arial"/>
              </a:endParaRPr>
            </a:p>
          </p:txBody>
        </p:sp>
        <p:sp>
          <p:nvSpPr>
            <p:cNvPr id="388" name="Line 10"/>
            <p:cNvSpPr/>
            <p:nvPr/>
          </p:nvSpPr>
          <p:spPr>
            <a:xfrm>
              <a:off x="5838120" y="2671920"/>
              <a:ext cx="732240" cy="0"/>
            </a:xfrm>
            <a:prstGeom prst="line">
              <a:avLst/>
            </a:prstGeom>
            <a:ln w="9360">
              <a:solidFill>
                <a:srgbClr val="000000"/>
              </a:solidFill>
              <a:prstDash val="dash"/>
              <a:miter/>
            </a:ln>
          </p:spPr>
          <p:style>
            <a:lnRef idx="0"/>
            <a:fillRef idx="0"/>
            <a:effectRef idx="0"/>
            <a:fontRef idx="minor"/>
          </p:style>
          <p:txBody>
            <a:bodyPr lIns="90000" rIns="90000" tIns="-46800" bIns="-46800" anchor="t">
              <a:noAutofit/>
            </a:bodyPr>
            <a:p>
              <a:endParaRPr b="0" lang="en-US" sz="1800" strike="noStrike" u="none">
                <a:solidFill>
                  <a:srgbClr val="000000"/>
                </a:solidFill>
                <a:effectLst/>
                <a:uFillTx/>
                <a:latin typeface="Arial"/>
              </a:endParaRPr>
            </a:p>
          </p:txBody>
        </p:sp>
        <p:sp>
          <p:nvSpPr>
            <p:cNvPr id="389" name="Line 11"/>
            <p:cNvSpPr/>
            <p:nvPr/>
          </p:nvSpPr>
          <p:spPr>
            <a:xfrm>
              <a:off x="5838120" y="1499760"/>
              <a:ext cx="732240" cy="0"/>
            </a:xfrm>
            <a:prstGeom prst="line">
              <a:avLst/>
            </a:prstGeom>
            <a:ln w="9360">
              <a:solidFill>
                <a:srgbClr val="000000"/>
              </a:solidFill>
              <a:prstDash val="dash"/>
              <a:miter/>
            </a:ln>
          </p:spPr>
          <p:style>
            <a:lnRef idx="0"/>
            <a:fillRef idx="0"/>
            <a:effectRef idx="0"/>
            <a:fontRef idx="minor"/>
          </p:style>
          <p:txBody>
            <a:bodyPr lIns="90000" rIns="90000" tIns="-46800" bIns="-46800" anchor="t">
              <a:noAutofit/>
            </a:bodyPr>
            <a:p>
              <a:endParaRPr b="0" lang="en-US" sz="1800" strike="noStrike" u="none">
                <a:solidFill>
                  <a:srgbClr val="000000"/>
                </a:solidFill>
                <a:effectLst/>
                <a:uFillTx/>
                <a:latin typeface="Arial"/>
              </a:endParaRPr>
            </a:p>
          </p:txBody>
        </p:sp>
        <p:sp>
          <p:nvSpPr>
            <p:cNvPr id="390" name="Line 12"/>
            <p:cNvSpPr/>
            <p:nvPr/>
          </p:nvSpPr>
          <p:spPr>
            <a:xfrm>
              <a:off x="6570360" y="2671920"/>
              <a:ext cx="0" cy="543960"/>
            </a:xfrm>
            <a:prstGeom prst="line">
              <a:avLst/>
            </a:prstGeom>
            <a:ln w="9360">
              <a:solidFill>
                <a:srgbClr val="000000"/>
              </a:solidFill>
              <a:prstDash val="dash"/>
              <a:miter/>
            </a:ln>
          </p:spPr>
          <p:style>
            <a:lnRef idx="0"/>
            <a:fillRef idx="0"/>
            <a:effectRef idx="0"/>
            <a:fontRef idx="minor"/>
          </p:style>
          <p:txBody>
            <a:bodyPr lIns="90000" rIns="90000" tIns="46800" bIns="46800" anchor="t">
              <a:noAutofit/>
            </a:bodyPr>
            <a:p>
              <a:endParaRPr b="0" lang="en-US" sz="1800" strike="noStrike" u="none">
                <a:solidFill>
                  <a:srgbClr val="000000"/>
                </a:solidFill>
                <a:effectLst/>
                <a:uFillTx/>
                <a:latin typeface="Arial"/>
              </a:endParaRPr>
            </a:p>
          </p:txBody>
        </p:sp>
        <p:sp>
          <p:nvSpPr>
            <p:cNvPr id="391" name="Line 13"/>
            <p:cNvSpPr/>
            <p:nvPr/>
          </p:nvSpPr>
          <p:spPr>
            <a:xfrm>
              <a:off x="8442000" y="2671920"/>
              <a:ext cx="720" cy="543960"/>
            </a:xfrm>
            <a:prstGeom prst="line">
              <a:avLst/>
            </a:prstGeom>
            <a:ln w="9360">
              <a:solidFill>
                <a:srgbClr val="000000"/>
              </a:solidFill>
              <a:prstDash val="dash"/>
              <a:miter/>
            </a:ln>
          </p:spPr>
          <p:style>
            <a:lnRef idx="0"/>
            <a:fillRef idx="0"/>
            <a:effectRef idx="0"/>
            <a:fontRef idx="minor"/>
          </p:style>
          <p:txBody>
            <a:bodyPr lIns="90000" rIns="90000" tIns="46800" bIns="46800" anchor="t">
              <a:noAutofit/>
            </a:bodyPr>
            <a:p>
              <a:endParaRPr b="0" lang="en-US" sz="1800" strike="noStrike" u="none">
                <a:solidFill>
                  <a:srgbClr val="000000"/>
                </a:solidFill>
                <a:effectLst/>
                <a:uFillTx/>
                <a:latin typeface="Arial"/>
              </a:endParaRPr>
            </a:p>
          </p:txBody>
        </p:sp>
        <p:sp>
          <p:nvSpPr>
            <p:cNvPr id="392" name="Text Box 14"/>
            <p:cNvSpPr/>
            <p:nvPr/>
          </p:nvSpPr>
          <p:spPr>
            <a:xfrm>
              <a:off x="5315040" y="1352880"/>
              <a:ext cx="542880" cy="397080"/>
            </a:xfrm>
            <a:prstGeom prst="rect">
              <a:avLst/>
            </a:prstGeom>
            <a:noFill/>
            <a:ln w="0">
              <a:noFill/>
            </a:ln>
          </p:spPr>
          <p:style>
            <a:lnRef idx="0"/>
            <a:fillRef idx="0"/>
            <a:effectRef idx="0"/>
            <a:fontRef idx="minor"/>
          </p:style>
          <p:txBody>
            <a:bodyPr lIns="57960" rIns="57960" tIns="29160" bIns="29160" anchor="t">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800" strike="noStrike" u="none">
                  <a:solidFill>
                    <a:srgbClr val="003366"/>
                  </a:solidFill>
                  <a:effectLst/>
                  <a:uFillTx/>
                  <a:latin typeface="Times New Roman"/>
                  <a:ea typeface="Times New Roman"/>
                </a:rPr>
                <a:t>P</a:t>
              </a:r>
              <a:r>
                <a:rPr b="0" lang="fr-FR" sz="2800" strike="noStrike" u="none" baseline="-30000">
                  <a:solidFill>
                    <a:srgbClr val="003366"/>
                  </a:solidFill>
                  <a:effectLst/>
                  <a:uFillTx/>
                  <a:latin typeface="Times New Roman"/>
                  <a:ea typeface="Times New Roman"/>
                </a:rPr>
                <a:t>1</a:t>
              </a:r>
              <a:endParaRPr b="0" lang="en-US" sz="2800" strike="noStrike" u="none">
                <a:solidFill>
                  <a:srgbClr val="000000"/>
                </a:solidFill>
                <a:effectLst/>
                <a:uFillTx/>
                <a:latin typeface="Arial"/>
              </a:endParaRPr>
            </a:p>
          </p:txBody>
        </p:sp>
        <p:sp>
          <p:nvSpPr>
            <p:cNvPr id="393" name="Text Box 15"/>
            <p:cNvSpPr/>
            <p:nvPr/>
          </p:nvSpPr>
          <p:spPr>
            <a:xfrm>
              <a:off x="5419080" y="2399760"/>
              <a:ext cx="581040" cy="397080"/>
            </a:xfrm>
            <a:prstGeom prst="rect">
              <a:avLst/>
            </a:prstGeom>
            <a:noFill/>
            <a:ln w="0">
              <a:noFill/>
            </a:ln>
          </p:spPr>
          <p:style>
            <a:lnRef idx="0"/>
            <a:fillRef idx="0"/>
            <a:effectRef idx="0"/>
            <a:fontRef idx="minor"/>
          </p:style>
          <p:txBody>
            <a:bodyPr lIns="57960" rIns="57960" tIns="29160" bIns="29160" anchor="t">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800" strike="noStrike" u="none">
                  <a:solidFill>
                    <a:srgbClr val="003366"/>
                  </a:solidFill>
                  <a:effectLst/>
                  <a:uFillTx/>
                  <a:latin typeface="Times New Roman"/>
                  <a:ea typeface="Times New Roman"/>
                </a:rPr>
                <a:t>P</a:t>
              </a:r>
              <a:r>
                <a:rPr b="0" lang="fr-FR" sz="2800" strike="noStrike" u="none" baseline="-30000">
                  <a:solidFill>
                    <a:srgbClr val="003366"/>
                  </a:solidFill>
                  <a:effectLst/>
                  <a:uFillTx/>
                  <a:latin typeface="Times New Roman"/>
                  <a:ea typeface="Times New Roman"/>
                </a:rPr>
                <a:t>2</a:t>
              </a:r>
              <a:endParaRPr b="0" lang="en-US" sz="2800" strike="noStrike" u="none">
                <a:solidFill>
                  <a:srgbClr val="000000"/>
                </a:solidFill>
                <a:effectLst/>
                <a:uFillTx/>
                <a:latin typeface="Arial"/>
              </a:endParaRPr>
            </a:p>
          </p:txBody>
        </p:sp>
        <p:sp>
          <p:nvSpPr>
            <p:cNvPr id="394" name="Text Box 16"/>
            <p:cNvSpPr/>
            <p:nvPr/>
          </p:nvSpPr>
          <p:spPr>
            <a:xfrm>
              <a:off x="6339960" y="3215880"/>
              <a:ext cx="660240" cy="397080"/>
            </a:xfrm>
            <a:prstGeom prst="rect">
              <a:avLst/>
            </a:prstGeom>
            <a:noFill/>
            <a:ln w="0">
              <a:noFill/>
            </a:ln>
          </p:spPr>
          <p:style>
            <a:lnRef idx="0"/>
            <a:fillRef idx="0"/>
            <a:effectRef idx="0"/>
            <a:fontRef idx="minor"/>
          </p:style>
          <p:txBody>
            <a:bodyPr lIns="57960" rIns="57960" tIns="29160" bIns="29160" anchor="t">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800" strike="noStrike" u="none">
                  <a:solidFill>
                    <a:srgbClr val="003366"/>
                  </a:solidFill>
                  <a:effectLst/>
                  <a:uFillTx/>
                  <a:latin typeface="Times New Roman"/>
                  <a:ea typeface="Times New Roman"/>
                </a:rPr>
                <a:t>V</a:t>
              </a:r>
              <a:r>
                <a:rPr b="0" lang="fr-FR" sz="2800" strike="noStrike" u="none" baseline="-30000">
                  <a:solidFill>
                    <a:srgbClr val="003366"/>
                  </a:solidFill>
                  <a:effectLst/>
                  <a:uFillTx/>
                  <a:latin typeface="Times New Roman"/>
                  <a:ea typeface="Times New Roman"/>
                </a:rPr>
                <a:t>1</a:t>
              </a:r>
              <a:endParaRPr b="0" lang="en-US" sz="2800" strike="noStrike" u="none">
                <a:solidFill>
                  <a:srgbClr val="000000"/>
                </a:solidFill>
                <a:effectLst/>
                <a:uFillTx/>
                <a:latin typeface="Arial"/>
              </a:endParaRPr>
            </a:p>
          </p:txBody>
        </p:sp>
        <p:sp>
          <p:nvSpPr>
            <p:cNvPr id="395" name="Text Box 17"/>
            <p:cNvSpPr/>
            <p:nvPr/>
          </p:nvSpPr>
          <p:spPr>
            <a:xfrm>
              <a:off x="8181000" y="3215880"/>
              <a:ext cx="605520" cy="397080"/>
            </a:xfrm>
            <a:prstGeom prst="rect">
              <a:avLst/>
            </a:prstGeom>
            <a:noFill/>
            <a:ln w="0">
              <a:noFill/>
            </a:ln>
          </p:spPr>
          <p:style>
            <a:lnRef idx="0"/>
            <a:fillRef idx="0"/>
            <a:effectRef idx="0"/>
            <a:fontRef idx="minor"/>
          </p:style>
          <p:txBody>
            <a:bodyPr lIns="57960" rIns="57960" tIns="29160" bIns="29160" anchor="t">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800" strike="noStrike" u="none">
                  <a:solidFill>
                    <a:srgbClr val="003366"/>
                  </a:solidFill>
                  <a:effectLst/>
                  <a:uFillTx/>
                  <a:latin typeface="Times New Roman"/>
                  <a:ea typeface="Times New Roman"/>
                </a:rPr>
                <a:t>V</a:t>
              </a:r>
              <a:r>
                <a:rPr b="0" lang="fr-FR" sz="2800" strike="noStrike" u="none" baseline="-30000">
                  <a:solidFill>
                    <a:srgbClr val="003366"/>
                  </a:solidFill>
                  <a:effectLst/>
                  <a:uFillTx/>
                  <a:latin typeface="Times New Roman"/>
                  <a:ea typeface="Times New Roman"/>
                </a:rPr>
                <a:t>2</a:t>
              </a:r>
              <a:endParaRPr b="0" lang="en-US" sz="2800" strike="noStrike" u="none">
                <a:solidFill>
                  <a:srgbClr val="000000"/>
                </a:solidFill>
                <a:effectLst/>
                <a:uFillTx/>
                <a:latin typeface="Arial"/>
              </a:endParaRPr>
            </a:p>
          </p:txBody>
        </p:sp>
        <p:sp>
          <p:nvSpPr>
            <p:cNvPr id="396" name="Text Box 18"/>
            <p:cNvSpPr/>
            <p:nvPr/>
          </p:nvSpPr>
          <p:spPr>
            <a:xfrm>
              <a:off x="5494320" y="641520"/>
              <a:ext cx="417600" cy="397080"/>
            </a:xfrm>
            <a:prstGeom prst="rect">
              <a:avLst/>
            </a:prstGeom>
            <a:noFill/>
            <a:ln w="0">
              <a:noFill/>
            </a:ln>
          </p:spPr>
          <p:style>
            <a:lnRef idx="0"/>
            <a:fillRef idx="0"/>
            <a:effectRef idx="0"/>
            <a:fontRef idx="minor"/>
          </p:style>
          <p:txBody>
            <a:bodyPr lIns="57960" rIns="57960" tIns="29160" bIns="29160" anchor="t">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i="1" lang="fr-FR" sz="3200" strike="noStrike" u="none">
                  <a:solidFill>
                    <a:srgbClr val="003366"/>
                  </a:solidFill>
                  <a:effectLst/>
                  <a:uFillTx/>
                  <a:latin typeface="Times New Roman"/>
                  <a:ea typeface="Times New Roman"/>
                </a:rPr>
                <a:t>P</a:t>
              </a:r>
              <a:endParaRPr b="0" lang="en-US" sz="3200" strike="noStrike" u="none">
                <a:solidFill>
                  <a:srgbClr val="000000"/>
                </a:solidFill>
                <a:effectLst/>
                <a:uFillTx/>
                <a:latin typeface="Arial"/>
              </a:endParaRPr>
            </a:p>
          </p:txBody>
        </p:sp>
        <p:sp>
          <p:nvSpPr>
            <p:cNvPr id="397" name="Text Box 19"/>
            <p:cNvSpPr/>
            <p:nvPr/>
          </p:nvSpPr>
          <p:spPr>
            <a:xfrm>
              <a:off x="8725320" y="2838600"/>
              <a:ext cx="418680" cy="481680"/>
            </a:xfrm>
            <a:prstGeom prst="rect">
              <a:avLst/>
            </a:prstGeom>
            <a:noFill/>
            <a:ln w="0">
              <a:noFill/>
            </a:ln>
          </p:spPr>
          <p:style>
            <a:lnRef idx="0"/>
            <a:fillRef idx="0"/>
            <a:effectRef idx="0"/>
            <a:fontRef idx="minor"/>
          </p:style>
          <p:txBody>
            <a:bodyPr lIns="57960" rIns="57960" tIns="29160" bIns="29160" anchor="t">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i="1" lang="fr-FR" sz="3600" strike="noStrike" u="none">
                  <a:solidFill>
                    <a:srgbClr val="003366"/>
                  </a:solidFill>
                  <a:effectLst/>
                  <a:uFillTx/>
                  <a:latin typeface="Times New Roman"/>
                  <a:ea typeface="Times New Roman"/>
                </a:rPr>
                <a:t>V</a:t>
              </a:r>
              <a:endParaRPr b="0" lang="en-US" sz="3600" strike="noStrike" u="none">
                <a:solidFill>
                  <a:srgbClr val="000000"/>
                </a:solidFill>
                <a:effectLst/>
                <a:uFillTx/>
                <a:latin typeface="Arial"/>
              </a:endParaRPr>
            </a:p>
          </p:txBody>
        </p:sp>
        <p:sp>
          <p:nvSpPr>
            <p:cNvPr id="398" name="Oval 20"/>
            <p:cNvSpPr/>
            <p:nvPr/>
          </p:nvSpPr>
          <p:spPr>
            <a:xfrm>
              <a:off x="6528240" y="2629440"/>
              <a:ext cx="84600" cy="84600"/>
            </a:xfrm>
            <a:prstGeom prst="ellipse">
              <a:avLst/>
            </a:prstGeom>
            <a:solidFill>
              <a:srgbClr val="800000"/>
            </a:solidFill>
            <a:ln w="9360">
              <a:solidFill>
                <a:srgbClr val="000000"/>
              </a:solidFill>
              <a:miter/>
            </a:ln>
          </p:spPr>
          <p:style>
            <a:lnRef idx="0"/>
            <a:fillRef idx="0"/>
            <a:effectRef idx="0"/>
            <a:fontRef idx="minor"/>
          </p:style>
          <p:txBody>
            <a:bodyPr lIns="90000" rIns="90000" tIns="13320" bIns="13320" anchor="t">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trike="noStrike" u="none">
                <a:solidFill>
                  <a:srgbClr val="000000"/>
                </a:solidFill>
                <a:effectLst/>
                <a:uFillTx/>
                <a:latin typeface="Arial"/>
              </a:endParaRPr>
            </a:p>
          </p:txBody>
        </p:sp>
        <p:sp>
          <p:nvSpPr>
            <p:cNvPr id="399" name="Oval 21"/>
            <p:cNvSpPr/>
            <p:nvPr/>
          </p:nvSpPr>
          <p:spPr>
            <a:xfrm>
              <a:off x="8390160" y="1456560"/>
              <a:ext cx="84600" cy="84600"/>
            </a:xfrm>
            <a:prstGeom prst="ellipse">
              <a:avLst/>
            </a:prstGeom>
            <a:solidFill>
              <a:srgbClr val="800000"/>
            </a:solidFill>
            <a:ln w="9360">
              <a:solidFill>
                <a:srgbClr val="000000"/>
              </a:solidFill>
              <a:miter/>
            </a:ln>
          </p:spPr>
          <p:style>
            <a:lnRef idx="0"/>
            <a:fillRef idx="0"/>
            <a:effectRef idx="0"/>
            <a:fontRef idx="minor"/>
          </p:style>
          <p:txBody>
            <a:bodyPr lIns="90000" rIns="90000" tIns="13320" bIns="13320" anchor="t">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trike="noStrike" u="none">
                <a:solidFill>
                  <a:srgbClr val="000000"/>
                </a:solidFill>
                <a:effectLst/>
                <a:uFillTx/>
                <a:latin typeface="Arial"/>
              </a:endParaRPr>
            </a:p>
          </p:txBody>
        </p:sp>
        <p:sp>
          <p:nvSpPr>
            <p:cNvPr id="400" name="Line 22"/>
            <p:cNvSpPr/>
            <p:nvPr/>
          </p:nvSpPr>
          <p:spPr>
            <a:xfrm>
              <a:off x="6583680" y="2001600"/>
              <a:ext cx="720" cy="292680"/>
            </a:xfrm>
            <a:prstGeom prst="line">
              <a:avLst/>
            </a:prstGeom>
            <a:ln w="9360">
              <a:solidFill>
                <a:srgbClr val="000000"/>
              </a:solidFill>
              <a:miter/>
              <a:tailEnd len="med" type="triangle" w="med"/>
            </a:ln>
          </p:spPr>
          <p:style>
            <a:lnRef idx="0"/>
            <a:fillRef idx="0"/>
            <a:effectRef idx="0"/>
            <a:fontRef idx="minor"/>
          </p:style>
          <p:txBody>
            <a:bodyPr lIns="90000" rIns="90000" tIns="46800" bIns="46800" anchor="t">
              <a:noAutofit/>
            </a:bodyPr>
            <a:p>
              <a:endParaRPr b="0" lang="en-US" sz="1800" strike="noStrike" u="none">
                <a:solidFill>
                  <a:srgbClr val="000000"/>
                </a:solidFill>
                <a:effectLst/>
                <a:uFillTx/>
                <a:latin typeface="Arial"/>
              </a:endParaRPr>
            </a:p>
          </p:txBody>
        </p:sp>
        <p:sp>
          <p:nvSpPr>
            <p:cNvPr id="401" name="Line 23"/>
            <p:cNvSpPr/>
            <p:nvPr/>
          </p:nvSpPr>
          <p:spPr>
            <a:xfrm>
              <a:off x="7135200" y="1499040"/>
              <a:ext cx="355680" cy="0"/>
            </a:xfrm>
            <a:prstGeom prst="line">
              <a:avLst/>
            </a:prstGeom>
            <a:ln w="9360">
              <a:solidFill>
                <a:srgbClr val="000000"/>
              </a:solidFill>
              <a:miter/>
              <a:tailEnd len="med" type="triangle" w="med"/>
            </a:ln>
          </p:spPr>
          <p:style>
            <a:lnRef idx="0"/>
            <a:fillRef idx="0"/>
            <a:effectRef idx="0"/>
            <a:fontRef idx="minor"/>
          </p:style>
          <p:txBody>
            <a:bodyPr lIns="90000" rIns="90000" tIns="-46800" bIns="-46800" anchor="t">
              <a:noAutofit/>
            </a:bodyPr>
            <a:p>
              <a:endParaRPr b="0" lang="en-US" sz="1800" strike="noStrike" u="none">
                <a:solidFill>
                  <a:srgbClr val="000000"/>
                </a:solidFill>
                <a:effectLst/>
                <a:uFillTx/>
                <a:latin typeface="Arial"/>
              </a:endParaRPr>
            </a:p>
          </p:txBody>
        </p:sp>
        <p:sp>
          <p:nvSpPr>
            <p:cNvPr id="402" name="Line 24"/>
            <p:cNvSpPr/>
            <p:nvPr/>
          </p:nvSpPr>
          <p:spPr>
            <a:xfrm>
              <a:off x="7198200" y="2671920"/>
              <a:ext cx="208800" cy="0"/>
            </a:xfrm>
            <a:prstGeom prst="line">
              <a:avLst/>
            </a:prstGeom>
            <a:ln w="9360">
              <a:solidFill>
                <a:srgbClr val="000000"/>
              </a:solidFill>
              <a:miter/>
              <a:tailEnd len="med" type="triangle" w="med"/>
            </a:ln>
          </p:spPr>
          <p:style>
            <a:lnRef idx="0"/>
            <a:fillRef idx="0"/>
            <a:effectRef idx="0"/>
            <a:fontRef idx="minor"/>
          </p:style>
          <p:txBody>
            <a:bodyPr lIns="90000" rIns="90000" tIns="-46800" bIns="-46800" anchor="t">
              <a:noAutofit/>
            </a:bodyPr>
            <a:p>
              <a:endParaRPr b="0" lang="en-US" sz="1800" strike="noStrike" u="none">
                <a:solidFill>
                  <a:srgbClr val="000000"/>
                </a:solidFill>
                <a:effectLst/>
                <a:uFillTx/>
                <a:latin typeface="Arial"/>
              </a:endParaRPr>
            </a:p>
          </p:txBody>
        </p:sp>
        <p:sp>
          <p:nvSpPr>
            <p:cNvPr id="403" name="Line 25"/>
            <p:cNvSpPr/>
            <p:nvPr/>
          </p:nvSpPr>
          <p:spPr>
            <a:xfrm>
              <a:off x="8442000" y="2148480"/>
              <a:ext cx="0" cy="251280"/>
            </a:xfrm>
            <a:prstGeom prst="line">
              <a:avLst/>
            </a:prstGeom>
            <a:ln w="9360">
              <a:solidFill>
                <a:srgbClr val="000000"/>
              </a:solidFill>
              <a:miter/>
              <a:tailEnd len="med" type="triangle" w="med"/>
            </a:ln>
          </p:spPr>
          <p:style>
            <a:lnRef idx="0"/>
            <a:fillRef idx="0"/>
            <a:effectRef idx="0"/>
            <a:fontRef idx="minor"/>
          </p:style>
          <p:txBody>
            <a:bodyPr lIns="90000" rIns="90000" tIns="46800" bIns="46800" anchor="t">
              <a:noAutofit/>
            </a:bodyPr>
            <a:p>
              <a:endParaRPr b="0" lang="en-US" sz="1800" strike="noStrike" u="none">
                <a:solidFill>
                  <a:srgbClr val="000000"/>
                </a:solidFill>
                <a:effectLst/>
                <a:uFillTx/>
                <a:latin typeface="Arial"/>
              </a:endParaRPr>
            </a:p>
          </p:txBody>
        </p:sp>
        <p:sp>
          <p:nvSpPr>
            <p:cNvPr id="404" name="Text Box 26"/>
            <p:cNvSpPr/>
            <p:nvPr/>
          </p:nvSpPr>
          <p:spPr>
            <a:xfrm>
              <a:off x="8474760" y="1269360"/>
              <a:ext cx="417600" cy="397080"/>
            </a:xfrm>
            <a:prstGeom prst="rect">
              <a:avLst/>
            </a:prstGeom>
            <a:noFill/>
            <a:ln w="0">
              <a:noFill/>
            </a:ln>
          </p:spPr>
          <p:style>
            <a:lnRef idx="0"/>
            <a:fillRef idx="0"/>
            <a:effectRef idx="0"/>
            <a:fontRef idx="minor"/>
          </p:style>
          <p:txBody>
            <a:bodyPr lIns="57960" rIns="57960" tIns="29160" bIns="29160" anchor="t">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i="1" lang="fr-FR" sz="2800" strike="noStrike" u="none">
                  <a:solidFill>
                    <a:srgbClr val="003366"/>
                  </a:solidFill>
                  <a:effectLst/>
                  <a:uFillTx/>
                  <a:latin typeface="Times New Roman"/>
                  <a:ea typeface="Times New Roman"/>
                </a:rPr>
                <a:t>B</a:t>
              </a:r>
              <a:endParaRPr b="0" lang="en-US" sz="2800" strike="noStrike" u="none">
                <a:solidFill>
                  <a:srgbClr val="000000"/>
                </a:solidFill>
                <a:effectLst/>
                <a:uFillTx/>
                <a:latin typeface="Arial"/>
              </a:endParaRPr>
            </a:p>
          </p:txBody>
        </p:sp>
        <p:sp>
          <p:nvSpPr>
            <p:cNvPr id="405" name="Text Box 27"/>
            <p:cNvSpPr/>
            <p:nvPr/>
          </p:nvSpPr>
          <p:spPr>
            <a:xfrm>
              <a:off x="6327720" y="1144080"/>
              <a:ext cx="418680" cy="397080"/>
            </a:xfrm>
            <a:prstGeom prst="rect">
              <a:avLst/>
            </a:prstGeom>
            <a:noFill/>
            <a:ln w="0">
              <a:noFill/>
            </a:ln>
          </p:spPr>
          <p:style>
            <a:lnRef idx="0"/>
            <a:fillRef idx="0"/>
            <a:effectRef idx="0"/>
            <a:fontRef idx="minor"/>
          </p:style>
          <p:txBody>
            <a:bodyPr lIns="57960" rIns="57960" tIns="29160" bIns="29160" anchor="t">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i="1" lang="fr-FR" sz="2800" strike="noStrike" u="none">
                  <a:solidFill>
                    <a:srgbClr val="003366"/>
                  </a:solidFill>
                  <a:effectLst/>
                  <a:uFillTx/>
                  <a:latin typeface="Times New Roman"/>
                  <a:ea typeface="Times New Roman"/>
                </a:rPr>
                <a:t>A</a:t>
              </a:r>
              <a:endParaRPr b="0" lang="en-US" sz="2800" strike="noStrike" u="none">
                <a:solidFill>
                  <a:srgbClr val="000000"/>
                </a:solidFill>
                <a:effectLst/>
                <a:uFillTx/>
                <a:latin typeface="Arial"/>
              </a:endParaRPr>
            </a:p>
          </p:txBody>
        </p:sp>
        <p:sp>
          <p:nvSpPr>
            <p:cNvPr id="406" name="Text Box 28"/>
            <p:cNvSpPr/>
            <p:nvPr/>
          </p:nvSpPr>
          <p:spPr>
            <a:xfrm>
              <a:off x="8474760" y="2525040"/>
              <a:ext cx="417600" cy="397080"/>
            </a:xfrm>
            <a:prstGeom prst="rect">
              <a:avLst/>
            </a:prstGeom>
            <a:noFill/>
            <a:ln w="0">
              <a:noFill/>
            </a:ln>
          </p:spPr>
          <p:style>
            <a:lnRef idx="0"/>
            <a:fillRef idx="0"/>
            <a:effectRef idx="0"/>
            <a:fontRef idx="minor"/>
          </p:style>
          <p:txBody>
            <a:bodyPr lIns="57960" rIns="57960" tIns="29160" bIns="29160" anchor="t">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i="1" lang="fr-FR" sz="2800" strike="noStrike" u="none">
                  <a:solidFill>
                    <a:srgbClr val="003366"/>
                  </a:solidFill>
                  <a:effectLst/>
                  <a:uFillTx/>
                  <a:latin typeface="Times New Roman"/>
                  <a:ea typeface="Times New Roman"/>
                </a:rPr>
                <a:t>C</a:t>
              </a:r>
              <a:endParaRPr b="0" lang="en-US" sz="2800" strike="noStrike" u="none">
                <a:solidFill>
                  <a:srgbClr val="000000"/>
                </a:solidFill>
                <a:effectLst/>
                <a:uFillTx/>
                <a:latin typeface="Arial"/>
              </a:endParaRPr>
            </a:p>
          </p:txBody>
        </p:sp>
        <p:sp>
          <p:nvSpPr>
            <p:cNvPr id="407" name="Text Box 29"/>
            <p:cNvSpPr/>
            <p:nvPr/>
          </p:nvSpPr>
          <p:spPr>
            <a:xfrm>
              <a:off x="6214680" y="2671920"/>
              <a:ext cx="417600" cy="397080"/>
            </a:xfrm>
            <a:prstGeom prst="rect">
              <a:avLst/>
            </a:prstGeom>
            <a:noFill/>
            <a:ln w="0">
              <a:noFill/>
            </a:ln>
          </p:spPr>
          <p:style>
            <a:lnRef idx="0"/>
            <a:fillRef idx="0"/>
            <a:effectRef idx="0"/>
            <a:fontRef idx="minor"/>
          </p:style>
          <p:txBody>
            <a:bodyPr lIns="57960" rIns="57960" tIns="29160" bIns="29160" anchor="t">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i="1" lang="fr-FR" sz="2800" strike="noStrike" u="none">
                  <a:solidFill>
                    <a:srgbClr val="003366"/>
                  </a:solidFill>
                  <a:effectLst/>
                  <a:uFillTx/>
                  <a:latin typeface="Times New Roman"/>
                  <a:ea typeface="Times New Roman"/>
                </a:rPr>
                <a:t>D</a:t>
              </a:r>
              <a:endParaRPr b="0" lang="en-US" sz="2800" strike="noStrike" u="none">
                <a:solidFill>
                  <a:srgbClr val="000000"/>
                </a:solidFill>
                <a:effectLst/>
                <a:uFillTx/>
                <a:latin typeface="Arial"/>
              </a:endParaRPr>
            </a:p>
          </p:txBody>
        </p:sp>
      </p:grpSp>
      <p:sp>
        <p:nvSpPr>
          <p:cNvPr id="408" name="Rectangle 30"/>
          <p:cNvSpPr/>
          <p:nvPr/>
        </p:nvSpPr>
        <p:spPr>
          <a:xfrm>
            <a:off x="216000" y="5152680"/>
            <a:ext cx="8928000" cy="1191240"/>
          </a:xfrm>
          <a:prstGeom prst="rect">
            <a:avLst/>
          </a:prstGeom>
          <a:noFill/>
          <a:ln w="0">
            <a:noFill/>
          </a:ln>
        </p:spPr>
        <p:style>
          <a:lnRef idx="0"/>
          <a:fillRef idx="0"/>
          <a:effectRef idx="0"/>
          <a:fontRef idx="minor"/>
        </p:style>
        <p:txBody>
          <a:bodyPr lIns="90000" rIns="90000" tIns="46800" bIns="46800" anchor="ctr">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3600" strike="noStrike" u="none">
                <a:solidFill>
                  <a:srgbClr val="000000"/>
                </a:solidFill>
                <a:effectLst/>
                <a:uFillTx/>
                <a:latin typeface="Times New Roman"/>
                <a:ea typeface="Times New Roman"/>
              </a:rPr>
              <a:t>Lors d’une transformation isochore </a:t>
            </a:r>
            <a:r>
              <a:rPr b="0" i="1" lang="fr-FR" sz="3600" strike="noStrike" u="none">
                <a:solidFill>
                  <a:srgbClr val="000000"/>
                </a:solidFill>
                <a:effectLst/>
                <a:uFillTx/>
                <a:latin typeface="Times New Roman"/>
                <a:ea typeface="Times New Roman"/>
              </a:rPr>
              <a:t>δW = 0</a:t>
            </a:r>
            <a:r>
              <a:rPr b="0" lang="fr-FR" sz="3600" strike="noStrike" u="none">
                <a:solidFill>
                  <a:srgbClr val="000000"/>
                </a:solidFill>
                <a:effectLst/>
                <a:uFillTx/>
                <a:latin typeface="Times New Roman"/>
                <a:ea typeface="Times New Roman"/>
              </a:rPr>
              <a:t>. </a:t>
            </a:r>
            <a:endParaRPr b="0" lang="en-US" sz="3600" strike="noStrike" u="none">
              <a:solidFill>
                <a:srgbClr val="000000"/>
              </a:solidFill>
              <a:effectLst/>
              <a:uFillTx/>
              <a:latin typeface="Arial"/>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3600" strike="noStrike" u="none">
                <a:solidFill>
                  <a:srgbClr val="000000"/>
                </a:solidFill>
                <a:effectLst/>
                <a:uFillTx/>
                <a:latin typeface="Times New Roman"/>
                <a:ea typeface="Times New Roman"/>
              </a:rPr>
              <a:t> Pour une transformation isobare : </a:t>
            </a:r>
            <a:r>
              <a:rPr b="0" i="1" lang="fr-FR" sz="3600" strike="noStrike" u="none">
                <a:solidFill>
                  <a:srgbClr val="000000"/>
                </a:solidFill>
                <a:effectLst/>
                <a:uFillTx/>
                <a:latin typeface="Times New Roman"/>
                <a:ea typeface="Times New Roman"/>
              </a:rPr>
              <a:t>δW = -PdV</a:t>
            </a:r>
            <a:r>
              <a:rPr b="0" lang="fr-FR" sz="3600" strike="noStrike" u="none">
                <a:solidFill>
                  <a:srgbClr val="ffff00"/>
                </a:solidFill>
                <a:effectLst/>
                <a:uFillTx/>
                <a:latin typeface="Times New Roman"/>
                <a:ea typeface="Times New Roman"/>
              </a:rPr>
              <a:t>.</a:t>
            </a:r>
            <a:endParaRPr b="0" lang="en-US" sz="3600" strike="noStrike" u="none">
              <a:solidFill>
                <a:srgbClr val="000000"/>
              </a:solidFill>
              <a:effectLst/>
              <a:uFillTx/>
              <a:latin typeface="Arial"/>
            </a:endParaRPr>
          </a:p>
        </p:txBody>
      </p:sp>
      <p:sp>
        <p:nvSpPr>
          <p:cNvPr id="409" name="Rectangle 31"/>
          <p:cNvSpPr/>
          <p:nvPr/>
        </p:nvSpPr>
        <p:spPr>
          <a:xfrm>
            <a:off x="0" y="1285920"/>
            <a:ext cx="5278320" cy="1739880"/>
          </a:xfrm>
          <a:prstGeom prst="rect">
            <a:avLst/>
          </a:prstGeom>
          <a:noFill/>
          <a:ln w="0">
            <a:noFill/>
          </a:ln>
        </p:spPr>
        <p:style>
          <a:lnRef idx="0"/>
          <a:fillRef idx="0"/>
          <a:effectRef idx="0"/>
          <a:fontRef idx="minor"/>
        </p:style>
        <p:txBody>
          <a:bodyPr lIns="90000" rIns="90000" tIns="46800" bIns="46800" anchor="t">
            <a:spAutoFit/>
          </a:bodyPr>
          <a:p>
            <a:pPr algn="just">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3600" strike="noStrike" u="none">
                <a:solidFill>
                  <a:srgbClr val="000000"/>
                </a:solidFill>
                <a:effectLst/>
                <a:uFillTx/>
                <a:latin typeface="Times New Roman"/>
                <a:ea typeface="Times New Roman"/>
              </a:rPr>
              <a:t>(2) une </a:t>
            </a:r>
            <a:r>
              <a:rPr b="0" i="1" lang="fr-FR" sz="3600" strike="noStrike" u="none">
                <a:solidFill>
                  <a:srgbClr val="000000"/>
                </a:solidFill>
                <a:effectLst/>
                <a:uFillTx/>
                <a:latin typeface="Times New Roman"/>
                <a:ea typeface="Times New Roman"/>
              </a:rPr>
              <a:t>compression isochore</a:t>
            </a:r>
            <a:r>
              <a:rPr b="0" lang="fr-FR" sz="3600" strike="noStrike" u="none">
                <a:solidFill>
                  <a:srgbClr val="000000"/>
                </a:solidFill>
                <a:effectLst/>
                <a:uFillTx/>
                <a:latin typeface="Times New Roman"/>
                <a:ea typeface="Times New Roman"/>
              </a:rPr>
              <a:t> (A-D), puis </a:t>
            </a:r>
            <a:r>
              <a:rPr b="0" i="1" lang="fr-FR" sz="3600" strike="noStrike" u="none">
                <a:solidFill>
                  <a:srgbClr val="000000"/>
                </a:solidFill>
                <a:effectLst/>
                <a:uFillTx/>
                <a:latin typeface="Times New Roman"/>
                <a:ea typeface="Times New Roman"/>
              </a:rPr>
              <a:t>une détente isobare</a:t>
            </a:r>
            <a:r>
              <a:rPr b="0" lang="fr-FR" sz="3600" strike="noStrike" u="none">
                <a:solidFill>
                  <a:srgbClr val="000000"/>
                </a:solidFill>
                <a:effectLst/>
                <a:uFillTx/>
                <a:latin typeface="Times New Roman"/>
                <a:ea typeface="Times New Roman"/>
              </a:rPr>
              <a:t> (D-C)</a:t>
            </a:r>
            <a:endParaRPr b="0" lang="en-US" sz="3600" strike="noStrike" u="none">
              <a:solidFill>
                <a:srgbClr val="000000"/>
              </a:solidFill>
              <a:effectLst/>
              <a:uFillTx/>
              <a:latin typeface="Arial"/>
            </a:endParaRPr>
          </a:p>
        </p:txBody>
      </p:sp>
      <p:sp>
        <p:nvSpPr>
          <p:cNvPr id="410" name="Rectangle 32"/>
          <p:cNvSpPr/>
          <p:nvPr/>
        </p:nvSpPr>
        <p:spPr>
          <a:xfrm>
            <a:off x="717840" y="3324960"/>
            <a:ext cx="3651840" cy="703440"/>
          </a:xfrm>
          <a:prstGeom prst="rect">
            <a:avLst/>
          </a:prstGeom>
          <a:solidFill>
            <a:srgbClr val="66ffff"/>
          </a:solidFill>
          <a:ln w="0">
            <a:noFill/>
          </a:ln>
        </p:spPr>
        <p:style>
          <a:lnRef idx="0"/>
          <a:fillRef idx="0"/>
          <a:effectRef idx="0"/>
          <a:fontRef idx="minor"/>
        </p:style>
        <p:txBody>
          <a:bodyPr wrap="none" lIns="90000" rIns="90000" tIns="46800" bIns="46800" anchor="ctr">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4000" strike="noStrike" u="none">
                <a:solidFill>
                  <a:srgbClr val="c0504d"/>
                </a:solidFill>
                <a:effectLst/>
                <a:uFillTx/>
                <a:latin typeface="Times New Roman"/>
                <a:ea typeface="Times New Roman"/>
              </a:rPr>
              <a:t>W</a:t>
            </a:r>
            <a:r>
              <a:rPr b="1" lang="fr-FR" sz="2800" strike="noStrike" u="none">
                <a:solidFill>
                  <a:srgbClr val="c0504d"/>
                </a:solidFill>
                <a:effectLst/>
                <a:uFillTx/>
                <a:latin typeface="Times New Roman"/>
                <a:ea typeface="Times New Roman"/>
              </a:rPr>
              <a:t>2</a:t>
            </a:r>
            <a:r>
              <a:rPr b="1" lang="fr-FR" sz="4000" strike="noStrike" u="none">
                <a:solidFill>
                  <a:srgbClr val="c0504d"/>
                </a:solidFill>
                <a:effectLst/>
                <a:uFillTx/>
                <a:latin typeface="Times New Roman"/>
                <a:ea typeface="Times New Roman"/>
              </a:rPr>
              <a:t> = -P</a:t>
            </a:r>
            <a:r>
              <a:rPr b="1" lang="fr-FR" sz="2400" strike="noStrike" u="none">
                <a:solidFill>
                  <a:srgbClr val="c0504d"/>
                </a:solidFill>
                <a:effectLst/>
                <a:uFillTx/>
                <a:latin typeface="Times New Roman"/>
                <a:ea typeface="Times New Roman"/>
              </a:rPr>
              <a:t>2</a:t>
            </a:r>
            <a:r>
              <a:rPr b="1" lang="fr-FR" sz="4000" strike="noStrike" u="none">
                <a:solidFill>
                  <a:srgbClr val="c0504d"/>
                </a:solidFill>
                <a:effectLst/>
                <a:uFillTx/>
                <a:latin typeface="Times New Roman"/>
                <a:ea typeface="Times New Roman"/>
              </a:rPr>
              <a:t>(V</a:t>
            </a:r>
            <a:r>
              <a:rPr b="1" lang="fr-FR" sz="2400" strike="noStrike" u="none">
                <a:solidFill>
                  <a:srgbClr val="c0504d"/>
                </a:solidFill>
                <a:effectLst/>
                <a:uFillTx/>
                <a:latin typeface="Times New Roman"/>
                <a:ea typeface="Times New Roman"/>
              </a:rPr>
              <a:t>2</a:t>
            </a:r>
            <a:r>
              <a:rPr b="1" lang="fr-FR" sz="4000" strike="noStrike" u="none">
                <a:solidFill>
                  <a:srgbClr val="c0504d"/>
                </a:solidFill>
                <a:effectLst/>
                <a:uFillTx/>
                <a:latin typeface="Times New Roman"/>
                <a:ea typeface="Times New Roman"/>
              </a:rPr>
              <a:t>-V</a:t>
            </a:r>
            <a:r>
              <a:rPr b="1" lang="fr-FR" sz="2400" strike="noStrike" u="none">
                <a:solidFill>
                  <a:srgbClr val="c0504d"/>
                </a:solidFill>
                <a:effectLst/>
                <a:uFillTx/>
                <a:latin typeface="Times New Roman"/>
                <a:ea typeface="Times New Roman"/>
              </a:rPr>
              <a:t>1</a:t>
            </a:r>
            <a:r>
              <a:rPr b="1" lang="fr-FR" sz="4000" strike="noStrike" u="none">
                <a:solidFill>
                  <a:srgbClr val="c0504d"/>
                </a:solidFill>
                <a:effectLst/>
                <a:uFillTx/>
                <a:latin typeface="Times New Roman"/>
                <a:ea typeface="Times New Roman"/>
              </a:rPr>
              <a:t>).</a:t>
            </a:r>
            <a:endParaRPr b="0" lang="en-US" sz="4000" strike="noStrike" u="none">
              <a:solidFill>
                <a:srgbClr val="000000"/>
              </a:solidFill>
              <a:effectLst/>
              <a:uFillTx/>
              <a:latin typeface="Arial"/>
            </a:endParaRPr>
          </a:p>
        </p:txBody>
      </p:sp>
      <p:sp>
        <p:nvSpPr>
          <p:cNvPr id="411" name="Text Box 34"/>
          <p:cNvSpPr/>
          <p:nvPr/>
        </p:nvSpPr>
        <p:spPr>
          <a:xfrm>
            <a:off x="380520" y="4260960"/>
            <a:ext cx="2392920" cy="70344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4000" strike="noStrike" u="none">
                <a:solidFill>
                  <a:srgbClr val="000000"/>
                </a:solidFill>
                <a:effectLst/>
                <a:uFillTx/>
                <a:latin typeface="Times New Roman"/>
                <a:ea typeface="Times New Roman"/>
              </a:rPr>
              <a:t>Remarque </a:t>
            </a:r>
            <a:endParaRPr b="0" lang="en-US" sz="4000" strike="noStrike" u="none">
              <a:solidFill>
                <a:srgbClr val="000000"/>
              </a:solidFill>
              <a:effectLst/>
              <a:uFillTx/>
              <a:latin typeface="Arial"/>
            </a:endParaRPr>
          </a:p>
        </p:txBody>
      </p:sp>
      <p:sp>
        <p:nvSpPr>
          <p:cNvPr id="412" name="Rectangle 4"/>
          <p:cNvSpPr/>
          <p:nvPr/>
        </p:nvSpPr>
        <p:spPr>
          <a:xfrm>
            <a:off x="0" y="0"/>
            <a:ext cx="9144000" cy="571680"/>
          </a:xfrm>
          <a:prstGeom prst="rect">
            <a:avLst/>
          </a:prstGeom>
          <a:solidFill>
            <a:srgbClr val="4f81bd"/>
          </a:solidFill>
          <a:ln w="0">
            <a:noFill/>
          </a:ln>
        </p:spPr>
        <p:style>
          <a:lnRef idx="0"/>
          <a:fillRef idx="0"/>
          <a:effectRef idx="0"/>
          <a:fontRef idx="minor"/>
        </p:style>
        <p:txBody>
          <a:bodyPr lIns="90000" rIns="90000" tIns="46800" bIns="46800" anchor="b" anchorCtr="1">
            <a:noAutofit/>
          </a:bodyPr>
          <a:p>
            <a:pPr>
              <a:lnSpc>
                <a:spcPct val="15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800" strike="noStrike" u="none">
                <a:solidFill>
                  <a:srgbClr val="cc3300"/>
                </a:solidFill>
                <a:effectLst/>
                <a:uFillTx/>
                <a:latin typeface="Times New Roman"/>
                <a:ea typeface="Times New Roman"/>
              </a:rPr>
              <a:t>Séance 3 : </a:t>
            </a:r>
            <a:r>
              <a:rPr b="1" lang="fr-FR" sz="2800" strike="noStrike" u="none">
                <a:solidFill>
                  <a:srgbClr val="cc3300"/>
                </a:solidFill>
                <a:effectLst/>
                <a:uFillTx/>
                <a:latin typeface="Times New Roman"/>
                <a:ea typeface="Times New Roman"/>
              </a:rPr>
              <a:t>QUANTITE DE CHALEUR ET TRAVAIL</a:t>
            </a:r>
            <a:endParaRPr b="0" lang="en-US" sz="2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timing>
    <p:tnLst>
      <p:par>
        <p:cTn id="1161" dur="indefinite" restart="never" nodeType="tmRoot">
          <p:childTnLst>
            <p:seq>
              <p:cTn id="1162" dur="indefinite" nodeType="mainSeq">
                <p:childTnLst>
                  <p:par>
                    <p:cTn id="1163" nodeType="clickEffect" fill="hold">
                      <p:stCondLst>
                        <p:cond delay="indefinite"/>
                      </p:stCondLst>
                      <p:childTnLst>
                        <p:par>
                          <p:cTn id="1164" nodeType="withEffect" fill="hold">
                            <p:stCondLst>
                              <p:cond delay="0"/>
                            </p:stCondLst>
                            <p:childTnLst>
                              <p:par>
                                <p:cTn id="1165" nodeType="clickEffect" fill="hold" presetClass="entr" presetID="27">
                                  <p:stCondLst>
                                    <p:cond delay="0"/>
                                  </p:stCondLst>
                                  <p:iterate type="lt">
                                    <p:tmAbs val="40"/>
                                  </p:iterate>
                                  <p:childTnLst>
                                    <p:set>
                                      <p:cBhvr>
                                        <p:cTn id="1166" dur="1" fill="hold">
                                          <p:stCondLst>
                                            <p:cond delay="0"/>
                                          </p:stCondLst>
                                        </p:cTn>
                                        <p:tgtEl>
                                          <p:spTgt spid="409"/>
                                        </p:tgtEl>
                                        <p:attrNameLst>
                                          <p:attrName>style.visibility</p:attrName>
                                        </p:attrNameLst>
                                      </p:cBhvr>
                                      <p:to>
                                        <p:strVal val="visible"/>
                                      </p:to>
                                    </p:set>
                                    <p:anim calcmode="discrete" valueType="clr">
                                      <p:cBhvr additive="repl">
                                        <p:cTn id="1167" dur="80"/>
                                        <p:tgtEl>
                                          <p:spTgt spid="409"/>
                                        </p:tgtEl>
                                        <p:attrNameLst>
                                          <p:attrName>style.color</p:attrName>
                                        </p:attrNameLst>
                                      </p:cBhvr>
                                      <p:tavLst>
                                        <p:tav tm="0">
                                          <p:val>
                                            <p:strVal val="rgb(77,80,-64)"/>
                                          </p:val>
                                        </p:tav>
                                        <p:tav tm="50000">
                                          <p:val>
                                            <p:strVal val="rgb(-1,0,0)"/>
                                          </p:val>
                                        </p:tav>
                                      </p:tavLst>
                                    </p:anim>
                                    <p:anim calcmode="discrete" valueType="clr">
                                      <p:cBhvr additive="repl">
                                        <p:cTn id="1168" dur="80"/>
                                        <p:tgtEl>
                                          <p:spTgt spid="409"/>
                                        </p:tgtEl>
                                        <p:attrNameLst>
                                          <p:attrName>fillcolor</p:attrName>
                                        </p:attrNameLst>
                                      </p:cBhvr>
                                      <p:tavLst>
                                        <p:tav tm="0">
                                          <p:val>
                                            <p:strVal val="rgb(77,80,-64)"/>
                                          </p:val>
                                        </p:tav>
                                        <p:tav tm="50000">
                                          <p:val>
                                            <p:strVal val="rgb(-1,0,0)"/>
                                          </p:val>
                                        </p:tav>
                                      </p:tavLst>
                                    </p:anim>
                                    <p:set>
                                      <p:cBhvr>
                                        <p:cTn id="1169" dur="80"/>
                                        <p:tgtEl>
                                          <p:spTgt spid="409"/>
                                        </p:tgtEl>
                                        <p:attrNameLst>
                                          <p:attrName>fill.type</p:attrName>
                                        </p:attrNameLst>
                                      </p:cBhvr>
                                      <p:to>
                                        <p:strVal val="solid"/>
                                      </p:to>
                                    </p:set>
                                  </p:childTnLst>
                                </p:cTn>
                              </p:par>
                            </p:childTnLst>
                          </p:cTn>
                        </p:par>
                      </p:childTnLst>
                    </p:cTn>
                  </p:par>
                  <p:par>
                    <p:cTn id="1170" nodeType="clickEffect" fill="hold">
                      <p:stCondLst>
                        <p:cond delay="indefinite"/>
                      </p:stCondLst>
                      <p:childTnLst>
                        <p:par>
                          <p:cTn id="1171" nodeType="withEffect" fill="hold">
                            <p:stCondLst>
                              <p:cond delay="0"/>
                            </p:stCondLst>
                            <p:childTnLst>
                              <p:par>
                                <p:cTn id="1172" nodeType="clickEffect" fill="hold" presetClass="entr" presetID="30">
                                  <p:stCondLst>
                                    <p:cond delay="0"/>
                                  </p:stCondLst>
                                  <p:childTnLst>
                                    <p:set>
                                      <p:cBhvr>
                                        <p:cTn id="1173" dur="1" fill="hold">
                                          <p:stCondLst>
                                            <p:cond delay="0"/>
                                          </p:stCondLst>
                                        </p:cTn>
                                        <p:tgtEl>
                                          <p:spTgt spid="382"/>
                                        </p:tgtEl>
                                        <p:attrNameLst>
                                          <p:attrName>style.visibility</p:attrName>
                                        </p:attrNameLst>
                                      </p:cBhvr>
                                      <p:to>
                                        <p:strVal val="visible"/>
                                      </p:to>
                                    </p:set>
                                    <p:animEffect filter="fade" transition="in">
                                      <p:cBhvr additive="repl">
                                        <p:cTn id="1174" dur="800"/>
                                        <p:tgtEl>
                                          <p:spTgt spid="382"/>
                                        </p:tgtEl>
                                      </p:cBhvr>
                                    </p:animEffect>
                                    <p:anim calcmode="lin" valueType="num">
                                      <p:cBhvr additive="repl">
                                        <p:cTn id="1175" dur="800" fill="hold"/>
                                        <p:tgtEl>
                                          <p:spTgt spid="382"/>
                                        </p:tgtEl>
                                        <p:attrNameLst>
                                          <p:attrName>r</p:attrName>
                                        </p:attrNameLst>
                                      </p:cBhvr>
                                      <p:tavLst>
                                        <p:tav tm="0">
                                          <p:val>
                                            <p:strVal val="-90"/>
                                          </p:val>
                                        </p:tav>
                                        <p:tav tm="100000">
                                          <p:val>
                                            <p:strVal val="0"/>
                                          </p:val>
                                        </p:tav>
                                      </p:tavLst>
                                    </p:anim>
                                    <p:anim calcmode="lin" valueType="num">
                                      <p:cBhvr additive="repl">
                                        <p:cTn id="1176" dur="800" fill="hold"/>
                                        <p:tgtEl>
                                          <p:spTgt spid="382"/>
                                        </p:tgtEl>
                                        <p:attrNameLst>
                                          <p:attrName>ppt_x</p:attrName>
                                        </p:attrNameLst>
                                      </p:cBhvr>
                                      <p:tavLst>
                                        <p:tav tm="0">
                                          <p:val>
                                            <p:strVal val="#ppt_x+0.4"/>
                                          </p:val>
                                        </p:tav>
                                        <p:tav tm="100000">
                                          <p:val>
                                            <p:strVal val="#ppt_x-0.05"/>
                                          </p:val>
                                        </p:tav>
                                      </p:tavLst>
                                    </p:anim>
                                    <p:anim calcmode="lin" valueType="num">
                                      <p:cBhvr additive="repl">
                                        <p:cTn id="1177" dur="800" fill="hold"/>
                                        <p:tgtEl>
                                          <p:spTgt spid="382"/>
                                        </p:tgtEl>
                                        <p:attrNameLst>
                                          <p:attrName>ppt_y</p:attrName>
                                        </p:attrNameLst>
                                      </p:cBhvr>
                                      <p:tavLst>
                                        <p:tav tm="0">
                                          <p:val>
                                            <p:strVal val="#ppt_y-0.4"/>
                                          </p:val>
                                        </p:tav>
                                        <p:tav tm="100000">
                                          <p:val>
                                            <p:strVal val="#ppt_y+0.1"/>
                                          </p:val>
                                        </p:tav>
                                      </p:tavLst>
                                    </p:anim>
                                    <p:anim calcmode="lin" valueType="num">
                                      <p:cBhvr additive="repl">
                                        <p:cTn id="1178" dur="200" fill="hold">
                                          <p:stCondLst>
                                            <p:cond delay="800"/>
                                          </p:stCondLst>
                                        </p:cTn>
                                        <p:tgtEl>
                                          <p:spTgt spid="382"/>
                                        </p:tgtEl>
                                        <p:attrNameLst>
                                          <p:attrName>ppt_x</p:attrName>
                                        </p:attrNameLst>
                                      </p:cBhvr>
                                      <p:tavLst>
                                        <p:tav tm="0">
                                          <p:val>
                                            <p:strVal val="#ppt_x-0.05"/>
                                          </p:val>
                                        </p:tav>
                                        <p:tav tm="100000">
                                          <p:val>
                                            <p:strVal val="#ppt_x"/>
                                          </p:val>
                                        </p:tav>
                                      </p:tavLst>
                                    </p:anim>
                                    <p:anim calcmode="lin" valueType="num">
                                      <p:cBhvr additive="repl">
                                        <p:cTn id="1179" dur="200" fill="hold">
                                          <p:stCondLst>
                                            <p:cond delay="800"/>
                                          </p:stCondLst>
                                        </p:cTn>
                                        <p:tgtEl>
                                          <p:spTgt spid="382"/>
                                        </p:tgtEl>
                                        <p:attrNameLst>
                                          <p:attrName>ppt_y</p:attrName>
                                        </p:attrNameLst>
                                      </p:cBhvr>
                                      <p:tavLst>
                                        <p:tav tm="0">
                                          <p:val>
                                            <p:strVal val="#ppt_y+0.1"/>
                                          </p:val>
                                        </p:tav>
                                        <p:tav tm="100000">
                                          <p:val>
                                            <p:strVal val="#ppt_y"/>
                                          </p:val>
                                        </p:tav>
                                      </p:tavLst>
                                    </p:anim>
                                  </p:childTnLst>
                                </p:cTn>
                              </p:par>
                            </p:childTnLst>
                          </p:cTn>
                        </p:par>
                      </p:childTnLst>
                    </p:cTn>
                  </p:par>
                  <p:par>
                    <p:cTn id="1180" nodeType="clickEffect" fill="hold">
                      <p:stCondLst>
                        <p:cond delay="indefinite"/>
                      </p:stCondLst>
                      <p:childTnLst>
                        <p:par>
                          <p:cTn id="1181" nodeType="withEffect" fill="hold">
                            <p:stCondLst>
                              <p:cond delay="0"/>
                            </p:stCondLst>
                            <p:childTnLst>
                              <p:par>
                                <p:cTn id="1182" nodeType="clickEffect" fill="hold" presetClass="entr" presetID="3" presetSubtype="10">
                                  <p:stCondLst>
                                    <p:cond delay="0"/>
                                  </p:stCondLst>
                                  <p:childTnLst>
                                    <p:set>
                                      <p:cBhvr>
                                        <p:cTn id="1183" dur="1" fill="hold">
                                          <p:stCondLst>
                                            <p:cond delay="0"/>
                                          </p:stCondLst>
                                        </p:cTn>
                                        <p:tgtEl>
                                          <p:spTgt spid="410"/>
                                        </p:tgtEl>
                                        <p:attrNameLst>
                                          <p:attrName>style.visibility</p:attrName>
                                        </p:attrNameLst>
                                      </p:cBhvr>
                                      <p:to>
                                        <p:strVal val="visible"/>
                                      </p:to>
                                    </p:set>
                                    <p:animEffect filter="blinds(horizontal)" transition="in">
                                      <p:cBhvr additive="repl">
                                        <p:cTn id="1184" dur="500"/>
                                        <p:tgtEl>
                                          <p:spTgt spid="410"/>
                                        </p:tgtEl>
                                      </p:cBhvr>
                                    </p:animEffect>
                                  </p:childTnLst>
                                </p:cTn>
                              </p:par>
                            </p:childTnLst>
                          </p:cTn>
                        </p:par>
                      </p:childTnLst>
                    </p:cTn>
                  </p:par>
                  <p:par>
                    <p:cTn id="1185" nodeType="clickEffect" fill="hold">
                      <p:stCondLst>
                        <p:cond delay="indefinite"/>
                      </p:stCondLst>
                      <p:childTnLst>
                        <p:par>
                          <p:cTn id="1186" nodeType="withEffect" fill="hold">
                            <p:stCondLst>
                              <p:cond delay="0"/>
                            </p:stCondLst>
                            <p:childTnLst>
                              <p:par>
                                <p:cTn id="1187" nodeType="clickEffect" fill="hold" presetClass="entr" presetID="27">
                                  <p:stCondLst>
                                    <p:cond delay="0"/>
                                  </p:stCondLst>
                                  <p:iterate type="lt">
                                    <p:tmAbs val="40"/>
                                  </p:iterate>
                                  <p:childTnLst>
                                    <p:set>
                                      <p:cBhvr>
                                        <p:cTn id="1188" dur="1" fill="hold">
                                          <p:stCondLst>
                                            <p:cond delay="0"/>
                                          </p:stCondLst>
                                        </p:cTn>
                                        <p:tgtEl>
                                          <p:spTgt spid="411"/>
                                        </p:tgtEl>
                                        <p:attrNameLst>
                                          <p:attrName>style.visibility</p:attrName>
                                        </p:attrNameLst>
                                      </p:cBhvr>
                                      <p:to>
                                        <p:strVal val="visible"/>
                                      </p:to>
                                    </p:set>
                                    <p:anim calcmode="discrete" valueType="clr">
                                      <p:cBhvr additive="repl">
                                        <p:cTn id="1189" dur="80"/>
                                        <p:tgtEl>
                                          <p:spTgt spid="411"/>
                                        </p:tgtEl>
                                        <p:attrNameLst>
                                          <p:attrName>style.color</p:attrName>
                                        </p:attrNameLst>
                                      </p:cBhvr>
                                      <p:tavLst>
                                        <p:tav tm="0">
                                          <p:val>
                                            <p:strVal val="rgb(77,80,-64)"/>
                                          </p:val>
                                        </p:tav>
                                        <p:tav tm="50000">
                                          <p:val>
                                            <p:strVal val="rgb(-1,0,0)"/>
                                          </p:val>
                                        </p:tav>
                                      </p:tavLst>
                                    </p:anim>
                                    <p:anim calcmode="discrete" valueType="clr">
                                      <p:cBhvr additive="repl">
                                        <p:cTn id="1190" dur="80"/>
                                        <p:tgtEl>
                                          <p:spTgt spid="411"/>
                                        </p:tgtEl>
                                        <p:attrNameLst>
                                          <p:attrName>fillcolor</p:attrName>
                                        </p:attrNameLst>
                                      </p:cBhvr>
                                      <p:tavLst>
                                        <p:tav tm="0">
                                          <p:val>
                                            <p:strVal val="rgb(77,80,-64)"/>
                                          </p:val>
                                        </p:tav>
                                        <p:tav tm="50000">
                                          <p:val>
                                            <p:strVal val="rgb(-1,0,0)"/>
                                          </p:val>
                                        </p:tav>
                                      </p:tavLst>
                                    </p:anim>
                                    <p:set>
                                      <p:cBhvr>
                                        <p:cTn id="1191" dur="80"/>
                                        <p:tgtEl>
                                          <p:spTgt spid="411"/>
                                        </p:tgtEl>
                                        <p:attrNameLst>
                                          <p:attrName>fill.type</p:attrName>
                                        </p:attrNameLst>
                                      </p:cBhvr>
                                      <p:to>
                                        <p:strVal val="solid"/>
                                      </p:to>
                                    </p:set>
                                  </p:childTnLst>
                                </p:cTn>
                              </p:par>
                            </p:childTnLst>
                          </p:cTn>
                        </p:par>
                      </p:childTnLst>
                    </p:cTn>
                  </p:par>
                  <p:par>
                    <p:cTn id="1192" nodeType="clickEffect" fill="hold">
                      <p:stCondLst>
                        <p:cond delay="indefinite"/>
                      </p:stCondLst>
                      <p:childTnLst>
                        <p:par>
                          <p:cTn id="1193" nodeType="withEffect" fill="hold">
                            <p:stCondLst>
                              <p:cond delay="0"/>
                            </p:stCondLst>
                            <p:childTnLst>
                              <p:par>
                                <p:cTn id="1194" nodeType="clickEffect" fill="hold" presetClass="entr" presetID="27">
                                  <p:stCondLst>
                                    <p:cond delay="0"/>
                                  </p:stCondLst>
                                  <p:iterate type="lt">
                                    <p:tmAbs val="40"/>
                                  </p:iterate>
                                  <p:childTnLst>
                                    <p:set>
                                      <p:cBhvr>
                                        <p:cTn id="1195" dur="1" fill="hold">
                                          <p:stCondLst>
                                            <p:cond delay="0"/>
                                          </p:stCondLst>
                                        </p:cTn>
                                        <p:tgtEl>
                                          <p:spTgt spid="408">
                                            <p:txEl>
                                              <p:pRg st="0" end="0"/>
                                            </p:txEl>
                                          </p:spTgt>
                                        </p:tgtEl>
                                        <p:attrNameLst>
                                          <p:attrName>style.visibility</p:attrName>
                                        </p:attrNameLst>
                                      </p:cBhvr>
                                      <p:to>
                                        <p:strVal val="visible"/>
                                      </p:to>
                                    </p:set>
                                    <p:anim calcmode="discrete" valueType="clr">
                                      <p:cBhvr additive="repl">
                                        <p:cTn id="1196" dur="80"/>
                                        <p:tgtEl>
                                          <p:spTgt spid="408">
                                            <p:txEl>
                                              <p:pRg st="0" end="0"/>
                                            </p:txEl>
                                          </p:spTgt>
                                        </p:tgtEl>
                                        <p:attrNameLst>
                                          <p:attrName>style.color</p:attrName>
                                        </p:attrNameLst>
                                      </p:cBhvr>
                                      <p:tavLst>
                                        <p:tav tm="0">
                                          <p:val>
                                            <p:strVal val="rgb(77,80,-64)"/>
                                          </p:val>
                                        </p:tav>
                                        <p:tav tm="50000">
                                          <p:val>
                                            <p:strVal val="rgb(-1,0,0)"/>
                                          </p:val>
                                        </p:tav>
                                      </p:tavLst>
                                    </p:anim>
                                    <p:anim calcmode="discrete" valueType="clr">
                                      <p:cBhvr additive="repl">
                                        <p:cTn id="1197" dur="80"/>
                                        <p:tgtEl>
                                          <p:spTgt spid="408">
                                            <p:txEl>
                                              <p:pRg st="0" end="0"/>
                                            </p:txEl>
                                          </p:spTgt>
                                        </p:tgtEl>
                                        <p:attrNameLst>
                                          <p:attrName>fillcolor</p:attrName>
                                        </p:attrNameLst>
                                      </p:cBhvr>
                                      <p:tavLst>
                                        <p:tav tm="0">
                                          <p:val>
                                            <p:strVal val="rgb(77,80,-64)"/>
                                          </p:val>
                                        </p:tav>
                                        <p:tav tm="50000">
                                          <p:val>
                                            <p:strVal val="rgb(-1,0,0)"/>
                                          </p:val>
                                        </p:tav>
                                      </p:tavLst>
                                    </p:anim>
                                    <p:set>
                                      <p:cBhvr>
                                        <p:cTn id="1198" dur="80"/>
                                        <p:tgtEl>
                                          <p:spTgt spid="408">
                                            <p:txEl>
                                              <p:pRg st="0" end="0"/>
                                            </p:txEl>
                                          </p:spTgt>
                                        </p:tgtEl>
                                        <p:attrNameLst>
                                          <p:attrName>fill.type</p:attrName>
                                        </p:attrNameLst>
                                      </p:cBhvr>
                                      <p:to>
                                        <p:strVal val="solid"/>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3"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sp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ar-MA" sz="4400" strike="noStrike" u="none">
              <a:solidFill>
                <a:srgbClr val="000000"/>
              </a:solidFill>
              <a:effectLst/>
              <a:uFillTx/>
              <a:latin typeface="Calibri"/>
              <a:ea typeface="Times New Roman"/>
            </a:endParaRPr>
          </a:p>
        </p:txBody>
      </p:sp>
      <p:sp>
        <p:nvSpPr>
          <p:cNvPr id="414" name=""/>
          <p:cNvSpPr txBox="1"/>
          <p:nvPr/>
        </p:nvSpPr>
        <p:spPr>
          <a:xfrm>
            <a:off x="457200" y="1600200"/>
            <a:ext cx="8229600" cy="4525920"/>
          </a:xfrm>
          <a:prstGeom prst="rect">
            <a:avLst/>
          </a:prstGeom>
          <a:noFill/>
          <a:ln w="0">
            <a:noFill/>
          </a:ln>
        </p:spPr>
        <p:txBody>
          <a:bodyPr anchor="t">
            <a:normAutofit lnSpcReduction="9999"/>
          </a:bodyPr>
          <a:p>
            <a:pPr marL="343080" indent="-343080" algn="just">
              <a:lnSpc>
                <a:spcPct val="90000"/>
              </a:lnSpc>
              <a:spcBef>
                <a:spcPts val="1749"/>
              </a:spcBef>
              <a:tabLst>
                <a:tab algn="l" pos="0"/>
                <a:tab algn="l" pos="446040"/>
                <a:tab algn="l" pos="895320"/>
                <a:tab algn="l" pos="1344600"/>
                <a:tab algn="l" pos="1793880"/>
                <a:tab algn="l" pos="2243160"/>
                <a:tab algn="l" pos="2692440"/>
                <a:tab algn="l" pos="3141720"/>
                <a:tab algn="l" pos="3591000"/>
                <a:tab algn="l" pos="4040280"/>
                <a:tab algn="l" pos="4489560"/>
                <a:tab algn="l" pos="4938840"/>
                <a:tab algn="l" pos="5388120"/>
                <a:tab algn="l" pos="5837400"/>
                <a:tab algn="l" pos="6286680"/>
                <a:tab algn="l" pos="6735600"/>
                <a:tab algn="l" pos="7184880"/>
                <a:tab algn="l" pos="7634160"/>
                <a:tab algn="l" pos="8083440"/>
                <a:tab algn="l" pos="8532720"/>
                <a:tab algn="l" pos="8982000"/>
                <a:tab algn="l" pos="9144000"/>
                <a:tab algn="l" pos="10058400"/>
              </a:tabLst>
            </a:pPr>
            <a:r>
              <a:rPr b="0" lang="en-GB" sz="2800" strike="noStrike" u="none">
                <a:solidFill>
                  <a:srgbClr val="000000"/>
                </a:solidFill>
                <a:effectLst/>
                <a:uFillTx/>
                <a:latin typeface="Times New Roman"/>
                <a:ea typeface="Times New Roman"/>
              </a:rPr>
              <a:t>Il vient alors :</a:t>
            </a:r>
            <a:endParaRPr b="0" lang="en-US" sz="2800" strike="noStrike" u="none">
              <a:solidFill>
                <a:srgbClr val="000000"/>
              </a:solidFill>
              <a:effectLst/>
              <a:uFillTx/>
              <a:latin typeface="Calibri"/>
            </a:endParaRPr>
          </a:p>
          <a:p>
            <a:pPr marL="343080" indent="-343080" algn="ctr">
              <a:lnSpc>
                <a:spcPct val="90000"/>
              </a:lnSpc>
              <a:spcBef>
                <a:spcPts val="2001"/>
              </a:spcBef>
              <a:tabLst>
                <a:tab algn="l" pos="0"/>
                <a:tab algn="l" pos="446040"/>
                <a:tab algn="l" pos="895320"/>
                <a:tab algn="l" pos="1344600"/>
                <a:tab algn="l" pos="1793880"/>
                <a:tab algn="l" pos="2243160"/>
                <a:tab algn="l" pos="2692440"/>
                <a:tab algn="l" pos="3141720"/>
                <a:tab algn="l" pos="3591000"/>
                <a:tab algn="l" pos="4040280"/>
                <a:tab algn="l" pos="4489560"/>
                <a:tab algn="l" pos="4938840"/>
                <a:tab algn="l" pos="5388120"/>
                <a:tab algn="l" pos="5837400"/>
                <a:tab algn="l" pos="6286680"/>
                <a:tab algn="l" pos="6735600"/>
                <a:tab algn="l" pos="7184880"/>
                <a:tab algn="l" pos="7634160"/>
                <a:tab algn="l" pos="8083440"/>
                <a:tab algn="l" pos="8532720"/>
                <a:tab algn="l" pos="8982000"/>
                <a:tab algn="l" pos="9144000"/>
                <a:tab algn="l" pos="10058400"/>
              </a:tabLst>
            </a:pPr>
            <a:r>
              <a:rPr b="1" i="1" lang="en-GB" sz="1800" strike="noStrike" u="none">
                <a:solidFill>
                  <a:srgbClr val="000000"/>
                </a:solidFill>
                <a:effectLst/>
                <a:uFillTx/>
                <a:latin typeface="Times New Roman"/>
                <a:ea typeface="Times New Roman"/>
              </a:rPr>
              <a:t>	</a:t>
            </a:r>
            <a:r>
              <a:rPr b="1" i="1" lang="en-GB" sz="3200" strike="noStrike" u="none">
                <a:solidFill>
                  <a:srgbClr val="000000"/>
                </a:solidFill>
                <a:effectLst/>
                <a:uFillTx/>
                <a:latin typeface="Times New Roman"/>
                <a:ea typeface="Times New Roman"/>
              </a:rPr>
              <a:t>W</a:t>
            </a:r>
            <a:r>
              <a:rPr b="1" i="1" lang="en-GB" sz="3200" strike="noStrike" u="none" baseline="-30000">
                <a:solidFill>
                  <a:srgbClr val="000000"/>
                </a:solidFill>
                <a:effectLst/>
                <a:uFillTx/>
                <a:latin typeface="Times New Roman"/>
                <a:ea typeface="Times New Roman"/>
              </a:rPr>
              <a:t>1 </a:t>
            </a:r>
            <a:r>
              <a:rPr b="1" i="1" lang="en-GB" sz="3200" strike="noStrike" u="none">
                <a:solidFill>
                  <a:srgbClr val="000000"/>
                </a:solidFill>
                <a:effectLst/>
                <a:uFillTx/>
                <a:latin typeface="Times New Roman"/>
                <a:ea typeface="Times New Roman"/>
              </a:rPr>
              <a:t>= - P</a:t>
            </a:r>
            <a:r>
              <a:rPr b="1" i="1" lang="en-GB" sz="3200" strike="noStrike" u="none" baseline="-30000">
                <a:solidFill>
                  <a:srgbClr val="000000"/>
                </a:solidFill>
                <a:effectLst/>
                <a:uFillTx/>
                <a:latin typeface="Times New Roman"/>
                <a:ea typeface="Times New Roman"/>
              </a:rPr>
              <a:t>1</a:t>
            </a:r>
            <a:r>
              <a:rPr b="1" i="1" lang="en-GB" sz="3200" strike="noStrike" u="none">
                <a:solidFill>
                  <a:srgbClr val="000000"/>
                </a:solidFill>
                <a:effectLst/>
                <a:uFillTx/>
                <a:latin typeface="Times New Roman"/>
                <a:ea typeface="Times New Roman"/>
              </a:rPr>
              <a:t>(V</a:t>
            </a:r>
            <a:r>
              <a:rPr b="1" i="1" lang="en-GB" sz="3200" strike="noStrike" u="none" baseline="-30000">
                <a:solidFill>
                  <a:srgbClr val="000000"/>
                </a:solidFill>
                <a:effectLst/>
                <a:uFillTx/>
                <a:latin typeface="Times New Roman"/>
                <a:ea typeface="Times New Roman"/>
              </a:rPr>
              <a:t>2</a:t>
            </a:r>
            <a:r>
              <a:rPr b="1" i="1" lang="en-GB" sz="3200" strike="noStrike" u="none">
                <a:solidFill>
                  <a:srgbClr val="000000"/>
                </a:solidFill>
                <a:effectLst/>
                <a:uFillTx/>
                <a:latin typeface="Times New Roman"/>
                <a:ea typeface="Times New Roman"/>
              </a:rPr>
              <a:t>-V</a:t>
            </a:r>
            <a:r>
              <a:rPr b="1" i="1" lang="en-GB" sz="3200" strike="noStrike" u="none" baseline="-30000">
                <a:solidFill>
                  <a:srgbClr val="000000"/>
                </a:solidFill>
                <a:effectLst/>
                <a:uFillTx/>
                <a:latin typeface="Times New Roman"/>
                <a:ea typeface="Times New Roman"/>
              </a:rPr>
              <a:t>1</a:t>
            </a:r>
            <a:r>
              <a:rPr b="1" i="1" lang="en-GB" sz="3200" strike="noStrike" u="none">
                <a:solidFill>
                  <a:srgbClr val="000000"/>
                </a:solidFill>
                <a:effectLst/>
                <a:uFillTx/>
                <a:latin typeface="Times New Roman"/>
                <a:ea typeface="Times New Roman"/>
              </a:rPr>
              <a:t>)  et  W</a:t>
            </a:r>
            <a:r>
              <a:rPr b="1" i="1" lang="en-GB" sz="3200" strike="noStrike" u="none" baseline="-30000">
                <a:solidFill>
                  <a:srgbClr val="000000"/>
                </a:solidFill>
                <a:effectLst/>
                <a:uFillTx/>
                <a:latin typeface="Times New Roman"/>
                <a:ea typeface="Times New Roman"/>
              </a:rPr>
              <a:t>2 </a:t>
            </a:r>
            <a:r>
              <a:rPr b="1" i="1" lang="en-GB" sz="3200" strike="noStrike" u="none">
                <a:solidFill>
                  <a:srgbClr val="000000"/>
                </a:solidFill>
                <a:effectLst/>
                <a:uFillTx/>
                <a:latin typeface="Times New Roman"/>
                <a:ea typeface="Times New Roman"/>
              </a:rPr>
              <a:t>= - P</a:t>
            </a:r>
            <a:r>
              <a:rPr b="1" i="1" lang="en-GB" sz="3200" strike="noStrike" u="none" baseline="-30000">
                <a:solidFill>
                  <a:srgbClr val="000000"/>
                </a:solidFill>
                <a:effectLst/>
                <a:uFillTx/>
                <a:latin typeface="Times New Roman"/>
                <a:ea typeface="Times New Roman"/>
              </a:rPr>
              <a:t>2</a:t>
            </a:r>
            <a:r>
              <a:rPr b="1" i="1" lang="en-GB" sz="3200" strike="noStrike" u="none">
                <a:solidFill>
                  <a:srgbClr val="000000"/>
                </a:solidFill>
                <a:effectLst/>
                <a:uFillTx/>
                <a:latin typeface="Times New Roman"/>
                <a:ea typeface="Times New Roman"/>
              </a:rPr>
              <a:t>(V</a:t>
            </a:r>
            <a:r>
              <a:rPr b="1" i="1" lang="en-GB" sz="3200" strike="noStrike" u="none" baseline="-30000">
                <a:solidFill>
                  <a:srgbClr val="000000"/>
                </a:solidFill>
                <a:effectLst/>
                <a:uFillTx/>
                <a:latin typeface="Times New Roman"/>
                <a:ea typeface="Times New Roman"/>
              </a:rPr>
              <a:t>2</a:t>
            </a:r>
            <a:r>
              <a:rPr b="1" i="1" lang="en-GB" sz="3200" strike="noStrike" u="none">
                <a:solidFill>
                  <a:srgbClr val="000000"/>
                </a:solidFill>
                <a:effectLst/>
                <a:uFillTx/>
                <a:latin typeface="Times New Roman"/>
                <a:ea typeface="Times New Roman"/>
              </a:rPr>
              <a:t>-V</a:t>
            </a:r>
            <a:r>
              <a:rPr b="1" i="1" lang="en-GB" sz="3200" strike="noStrike" u="none" baseline="-30000">
                <a:solidFill>
                  <a:srgbClr val="000000"/>
                </a:solidFill>
                <a:effectLst/>
                <a:uFillTx/>
                <a:latin typeface="Times New Roman"/>
                <a:ea typeface="Times New Roman"/>
              </a:rPr>
              <a:t>1</a:t>
            </a:r>
            <a:r>
              <a:rPr b="1" i="1" lang="en-GB" sz="3200" strike="noStrike" u="none">
                <a:solidFill>
                  <a:srgbClr val="000000"/>
                </a:solidFill>
                <a:effectLst/>
                <a:uFillTx/>
                <a:latin typeface="Times New Roman"/>
                <a:ea typeface="Times New Roman"/>
              </a:rPr>
              <a:t>)</a:t>
            </a:r>
            <a:endParaRPr b="0" lang="en-US" sz="3200" strike="noStrike" u="none">
              <a:solidFill>
                <a:srgbClr val="000000"/>
              </a:solidFill>
              <a:effectLst/>
              <a:uFillTx/>
              <a:latin typeface="Calibri"/>
            </a:endParaRPr>
          </a:p>
          <a:p>
            <a:pPr marL="343080" indent="-343080" algn="just">
              <a:lnSpc>
                <a:spcPct val="120000"/>
              </a:lnSpc>
              <a:spcBef>
                <a:spcPts val="2251"/>
              </a:spcBef>
              <a:tabLst>
                <a:tab algn="l" pos="0"/>
                <a:tab algn="l" pos="446040"/>
                <a:tab algn="l" pos="895320"/>
                <a:tab algn="l" pos="1344600"/>
                <a:tab algn="l" pos="1793880"/>
                <a:tab algn="l" pos="2243160"/>
                <a:tab algn="l" pos="2692440"/>
                <a:tab algn="l" pos="3141720"/>
                <a:tab algn="l" pos="3591000"/>
                <a:tab algn="l" pos="4040280"/>
                <a:tab algn="l" pos="4489560"/>
                <a:tab algn="l" pos="4938840"/>
                <a:tab algn="l" pos="5388120"/>
                <a:tab algn="l" pos="5837400"/>
                <a:tab algn="l" pos="6286680"/>
                <a:tab algn="l" pos="6735600"/>
                <a:tab algn="l" pos="7184880"/>
                <a:tab algn="l" pos="7634160"/>
                <a:tab algn="l" pos="8083440"/>
                <a:tab algn="l" pos="8532720"/>
                <a:tab algn="l" pos="8982000"/>
                <a:tab algn="l" pos="9144000"/>
                <a:tab algn="l" pos="10058400"/>
              </a:tabLst>
            </a:pPr>
            <a:r>
              <a:rPr b="0" lang="en-GB" sz="2800" strike="noStrike" u="none">
                <a:solidFill>
                  <a:srgbClr val="000000"/>
                </a:solidFill>
                <a:effectLst/>
                <a:uFillTx/>
                <a:latin typeface="Times New Roman"/>
                <a:ea typeface="Times New Roman"/>
              </a:rPr>
              <a:t>Ainsi : </a:t>
            </a:r>
            <a:r>
              <a:rPr b="0" lang="en-GB" sz="2800" strike="noStrike" u="none">
                <a:solidFill>
                  <a:srgbClr val="000000"/>
                </a:solidFill>
                <a:effectLst/>
                <a:uFillTx/>
                <a:latin typeface="Times New Roman"/>
                <a:ea typeface="Times New Roman"/>
              </a:rPr>
              <a:t>	</a:t>
            </a:r>
            <a:r>
              <a:rPr b="0" lang="en-GB" sz="1300" strike="noStrike" u="none">
                <a:solidFill>
                  <a:srgbClr val="000000"/>
                </a:solidFill>
                <a:effectLst/>
                <a:uFillTx/>
                <a:latin typeface="Times New Roman"/>
                <a:ea typeface="Times New Roman"/>
              </a:rPr>
              <a:t>	</a:t>
            </a:r>
            <a:r>
              <a:rPr b="0" lang="en-GB" sz="1300" strike="noStrike" u="none">
                <a:solidFill>
                  <a:srgbClr val="000000"/>
                </a:solidFill>
                <a:effectLst/>
                <a:uFillTx/>
                <a:latin typeface="Times New Roman"/>
                <a:ea typeface="Times New Roman"/>
              </a:rPr>
              <a:t>	</a:t>
            </a:r>
            <a:r>
              <a:rPr b="0" lang="en-GB" sz="1300" strike="noStrike" u="none">
                <a:solidFill>
                  <a:srgbClr val="000000"/>
                </a:solidFill>
                <a:effectLst/>
                <a:uFillTx/>
                <a:latin typeface="Times New Roman"/>
                <a:ea typeface="Times New Roman"/>
              </a:rPr>
              <a:t>	</a:t>
            </a:r>
            <a:r>
              <a:rPr b="0" lang="en-GB" sz="1300" strike="noStrike" u="none">
                <a:solidFill>
                  <a:srgbClr val="000000"/>
                </a:solidFill>
                <a:effectLst/>
                <a:uFillTx/>
                <a:latin typeface="Times New Roman"/>
                <a:ea typeface="Times New Roman"/>
              </a:rPr>
              <a:t>	</a:t>
            </a:r>
            <a:r>
              <a:rPr b="0" lang="en-GB" sz="1300" strike="noStrike" u="none">
                <a:solidFill>
                  <a:srgbClr val="000000"/>
                </a:solidFill>
                <a:effectLst/>
                <a:uFillTx/>
                <a:latin typeface="Times New Roman"/>
                <a:ea typeface="Times New Roman"/>
              </a:rPr>
              <a:t>	</a:t>
            </a:r>
            <a:r>
              <a:rPr b="1" i="1" lang="en-GB" sz="4400" strike="noStrike" u="none">
                <a:solidFill>
                  <a:srgbClr val="000000"/>
                </a:solidFill>
                <a:effectLst/>
                <a:uFillTx/>
                <a:latin typeface="Times New Roman"/>
                <a:ea typeface="Times New Roman"/>
              </a:rPr>
              <a:t>W</a:t>
            </a:r>
            <a:r>
              <a:rPr b="1" i="1" lang="en-GB" sz="4400" strike="noStrike" u="none" baseline="-30000">
                <a:solidFill>
                  <a:srgbClr val="000000"/>
                </a:solidFill>
                <a:effectLst/>
                <a:uFillTx/>
                <a:latin typeface="Times New Roman"/>
                <a:ea typeface="Times New Roman"/>
              </a:rPr>
              <a:t>1</a:t>
            </a:r>
            <a:r>
              <a:rPr b="1" i="1" lang="en-GB" sz="4400" strike="noStrike" u="none">
                <a:solidFill>
                  <a:srgbClr val="000000"/>
                </a:solidFill>
                <a:effectLst/>
                <a:uFillTx/>
                <a:latin typeface="Times New Roman"/>
                <a:ea typeface="Times New Roman"/>
              </a:rPr>
              <a:t> </a:t>
            </a:r>
            <a:r>
              <a:rPr b="1" i="1" lang="en-GB" sz="4400" strike="noStrike" u="none">
                <a:solidFill>
                  <a:srgbClr val="000000"/>
                </a:solidFill>
                <a:effectLst/>
                <a:uFillTx/>
                <a:latin typeface="Symbol"/>
                <a:ea typeface="Symbol"/>
              </a:rPr>
              <a:t></a:t>
            </a:r>
            <a:r>
              <a:rPr b="1" i="1" lang="en-GB" sz="4400" strike="noStrike" u="none">
                <a:solidFill>
                  <a:srgbClr val="000000"/>
                </a:solidFill>
                <a:effectLst/>
                <a:uFillTx/>
                <a:latin typeface="Times New Roman"/>
                <a:ea typeface="Times New Roman"/>
              </a:rPr>
              <a:t> W</a:t>
            </a:r>
            <a:r>
              <a:rPr b="1" i="1" lang="en-GB" sz="4400" strike="noStrike" u="none" baseline="-30000">
                <a:solidFill>
                  <a:srgbClr val="000000"/>
                </a:solidFill>
                <a:effectLst/>
                <a:uFillTx/>
                <a:latin typeface="Times New Roman"/>
                <a:ea typeface="Times New Roman"/>
              </a:rPr>
              <a:t>2</a:t>
            </a:r>
            <a:endParaRPr b="0" lang="en-US" sz="4400" strike="noStrike" u="none">
              <a:solidFill>
                <a:srgbClr val="000000"/>
              </a:solidFill>
              <a:effectLst/>
              <a:uFillTx/>
              <a:latin typeface="Calibri"/>
            </a:endParaRPr>
          </a:p>
          <a:p>
            <a:pPr marL="343080" indent="-343080" algn="ctr">
              <a:lnSpc>
                <a:spcPct val="120000"/>
              </a:lnSpc>
              <a:spcBef>
                <a:spcPts val="2001"/>
              </a:spcBef>
              <a:tabLst>
                <a:tab algn="l" pos="0"/>
                <a:tab algn="l" pos="446040"/>
                <a:tab algn="l" pos="895320"/>
                <a:tab algn="l" pos="1344600"/>
                <a:tab algn="l" pos="1793880"/>
                <a:tab algn="l" pos="2243160"/>
                <a:tab algn="l" pos="2692440"/>
                <a:tab algn="l" pos="3141720"/>
                <a:tab algn="l" pos="3591000"/>
                <a:tab algn="l" pos="4040280"/>
                <a:tab algn="l" pos="4489560"/>
                <a:tab algn="l" pos="4938840"/>
                <a:tab algn="l" pos="5388120"/>
                <a:tab algn="l" pos="5837400"/>
                <a:tab algn="l" pos="6286680"/>
                <a:tab algn="l" pos="6735600"/>
                <a:tab algn="l" pos="7184880"/>
                <a:tab algn="l" pos="7634160"/>
                <a:tab algn="l" pos="8083440"/>
                <a:tab algn="l" pos="8532720"/>
                <a:tab algn="l" pos="8982000"/>
                <a:tab algn="l" pos="9144000"/>
                <a:tab algn="l" pos="10058400"/>
              </a:tabLst>
            </a:pPr>
            <a:r>
              <a:rPr b="1" i="1" lang="en-GB" sz="1300" strike="noStrike" u="none">
                <a:solidFill>
                  <a:srgbClr val="000000"/>
                </a:solidFill>
                <a:effectLst/>
                <a:uFillTx/>
                <a:latin typeface="Times New Roman"/>
                <a:ea typeface="Times New Roman"/>
              </a:rPr>
              <a:t>	</a:t>
            </a:r>
            <a:r>
              <a:rPr b="1" lang="en-GB" sz="4000" strike="noStrike" u="none">
                <a:solidFill>
                  <a:srgbClr val="000000"/>
                </a:solidFill>
                <a:effectLst/>
                <a:uFillTx/>
                <a:latin typeface="Times New Roman"/>
                <a:ea typeface="Times New Roman"/>
              </a:rPr>
              <a:t>Le travail W n’est donc pas une fonction d’état puisqu’il dépend du chemin suivi</a:t>
            </a:r>
            <a:endParaRPr b="0" lang="en-US" sz="4000" strike="noStrike" u="none">
              <a:solidFill>
                <a:srgbClr val="000000"/>
              </a:solidFill>
              <a:effectLst/>
              <a:uFillTx/>
              <a:latin typeface="Calibri"/>
            </a:endParaRPr>
          </a:p>
        </p:txBody>
      </p:sp>
      <p:sp>
        <p:nvSpPr>
          <p:cNvPr id="415" name="Rectangle 4"/>
          <p:cNvSpPr/>
          <p:nvPr/>
        </p:nvSpPr>
        <p:spPr>
          <a:xfrm>
            <a:off x="0" y="0"/>
            <a:ext cx="9144000" cy="571680"/>
          </a:xfrm>
          <a:prstGeom prst="rect">
            <a:avLst/>
          </a:prstGeom>
          <a:solidFill>
            <a:srgbClr val="4f81bd"/>
          </a:solidFill>
          <a:ln w="0">
            <a:noFill/>
          </a:ln>
        </p:spPr>
        <p:style>
          <a:lnRef idx="0"/>
          <a:fillRef idx="0"/>
          <a:effectRef idx="0"/>
          <a:fontRef idx="minor"/>
        </p:style>
        <p:txBody>
          <a:bodyPr lIns="90000" rIns="90000" tIns="46800" bIns="46800" anchor="b" anchorCtr="1">
            <a:noAutofit/>
          </a:bodyPr>
          <a:p>
            <a:pPr>
              <a:lnSpc>
                <a:spcPct val="15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800" strike="noStrike" u="none">
                <a:solidFill>
                  <a:srgbClr val="cc3300"/>
                </a:solidFill>
                <a:effectLst/>
                <a:uFillTx/>
                <a:latin typeface="Times New Roman"/>
                <a:ea typeface="Times New Roman"/>
              </a:rPr>
              <a:t>Séance 3 : </a:t>
            </a:r>
            <a:r>
              <a:rPr b="1" lang="fr-FR" sz="2800" strike="noStrike" u="none">
                <a:solidFill>
                  <a:srgbClr val="cc3300"/>
                </a:solidFill>
                <a:effectLst/>
                <a:uFillTx/>
                <a:latin typeface="Times New Roman"/>
                <a:ea typeface="Times New Roman"/>
              </a:rPr>
              <a:t>QUANTITE DE CHALEUR ET TRAVAIL</a:t>
            </a:r>
            <a:endParaRPr b="0" lang="en-US" sz="2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6" name="Rectangle 24"/>
          <p:cNvSpPr/>
          <p:nvPr/>
        </p:nvSpPr>
        <p:spPr>
          <a:xfrm>
            <a:off x="0" y="1409760"/>
            <a:ext cx="5460840" cy="3251160"/>
          </a:xfrm>
          <a:prstGeom prst="rect">
            <a:avLst/>
          </a:prstGeom>
          <a:solidFill>
            <a:srgbClr val="ccff99"/>
          </a:solidFill>
          <a:ln w="9360">
            <a:solidFill>
              <a:srgbClr val="000000"/>
            </a:solidFill>
            <a:miter/>
          </a:ln>
        </p:spPr>
        <p:style>
          <a:lnRef idx="0"/>
          <a:fillRef idx="0"/>
          <a:effectRef idx="0"/>
          <a:fontRef idx="minor"/>
        </p:style>
        <p:txBody>
          <a:bodyPr wrap="none" lIns="90000" rIns="90000" tIns="46800" bIns="46800" anchor="ctr">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trike="noStrike" u="none">
              <a:solidFill>
                <a:srgbClr val="000000"/>
              </a:solidFill>
              <a:effectLst/>
              <a:uFillTx/>
              <a:latin typeface="Arial"/>
            </a:endParaRPr>
          </a:p>
        </p:txBody>
      </p:sp>
      <p:grpSp>
        <p:nvGrpSpPr>
          <p:cNvPr id="417" name="Group 4"/>
          <p:cNvGrpSpPr/>
          <p:nvPr/>
        </p:nvGrpSpPr>
        <p:grpSpPr>
          <a:xfrm>
            <a:off x="0" y="1177920"/>
            <a:ext cx="5449680" cy="3495240"/>
            <a:chOff x="0" y="1177920"/>
            <a:chExt cx="5449680" cy="3495240"/>
          </a:xfrm>
        </p:grpSpPr>
        <p:sp>
          <p:nvSpPr>
            <p:cNvPr id="418" name="AutoShape 5"/>
            <p:cNvSpPr/>
            <p:nvPr/>
          </p:nvSpPr>
          <p:spPr>
            <a:xfrm>
              <a:off x="0" y="1413000"/>
              <a:ext cx="5449680" cy="3260160"/>
            </a:xfrm>
            <a:prstGeom prst="rect">
              <a:avLst/>
            </a:prstGeom>
            <a:noFill/>
            <a:ln w="9360">
              <a:solidFill>
                <a:srgbClr val="000000"/>
              </a:solidFill>
              <a:miter/>
            </a:ln>
          </p:spPr>
          <p:style>
            <a:lnRef idx="0"/>
            <a:fillRef idx="0"/>
            <a:effectRef idx="0"/>
            <a:fontRef idx="minor"/>
          </p:style>
          <p:txBody>
            <a:bodyPr lIns="90000" rIns="90000" tIns="46800" bIns="46800" anchor="t">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trike="noStrike" u="none">
                <a:solidFill>
                  <a:srgbClr val="000000"/>
                </a:solidFill>
                <a:effectLst/>
                <a:uFillTx/>
                <a:latin typeface="Arial"/>
              </a:endParaRPr>
            </a:p>
          </p:txBody>
        </p:sp>
        <p:grpSp>
          <p:nvGrpSpPr>
            <p:cNvPr id="419" name="Group 6"/>
            <p:cNvGrpSpPr/>
            <p:nvPr/>
          </p:nvGrpSpPr>
          <p:grpSpPr>
            <a:xfrm>
              <a:off x="177840" y="1177920"/>
              <a:ext cx="5115600" cy="3414960"/>
              <a:chOff x="177840" y="1177920"/>
              <a:chExt cx="5115600" cy="3414960"/>
            </a:xfrm>
          </p:grpSpPr>
          <p:sp>
            <p:nvSpPr>
              <p:cNvPr id="420" name="Freeform 7"/>
              <p:cNvSpPr/>
              <p:nvPr/>
            </p:nvSpPr>
            <p:spPr>
              <a:xfrm rot="13728600">
                <a:off x="1278360" y="1461240"/>
                <a:ext cx="1425240" cy="1479240"/>
              </a:xfrm>
              <a:custGeom>
                <a:avLst/>
                <a:gdLst>
                  <a:gd name="textAreaLeft" fmla="*/ 0 w 1425240"/>
                  <a:gd name="textAreaRight" fmla="*/ 1425600 w 1425240"/>
                  <a:gd name="textAreaTop" fmla="*/ 0 h 1479240"/>
                  <a:gd name="textAreaBottom" fmla="*/ 1479600 h 1479240"/>
                  <a:gd name="GluePoint1X" fmla="*/ 144447 w 573"/>
                  <a:gd name="GluePoint1Y" fmla="*/ 0 h 341"/>
                  <a:gd name="GluePoint2X" fmla="*/ 132253 w 573"/>
                  <a:gd name="GluePoint2Y" fmla="*/ 1743 h 341"/>
                  <a:gd name="GluePoint3X" fmla="*/ 92165 w 573"/>
                  <a:gd name="GluePoint3Y" fmla="*/ 2945 h 341"/>
                  <a:gd name="GluePoint4X" fmla="*/ 31782 w 573"/>
                  <a:gd name="GluePoint4Y" fmla="*/ 3479 h 341"/>
                  <a:gd name="GluePoint5X" fmla="*/ 0 w 573"/>
                  <a:gd name="GluePoint5Y" fmla="*/ 3479 h 341"/>
                </a:gdLst>
                <a:ahLst/>
                <a:cxnLst>
                  <a:cxn ang="0">
                    <a:pos x="GluePoint1X" y="GluePoint1Y"/>
                  </a:cxn>
                  <a:cxn ang="0">
                    <a:pos x="GluePoint2X" y="GluePoint2Y"/>
                  </a:cxn>
                  <a:cxn ang="0">
                    <a:pos x="GluePoint3X" y="GluePoint3Y"/>
                  </a:cxn>
                  <a:cxn ang="0">
                    <a:pos x="GluePoint4X" y="GluePoint4Y"/>
                  </a:cxn>
                  <a:cxn ang="0">
                    <a:pos x="GluePoint5X" y="GluePoint5Y"/>
                  </a:cxn>
                </a:cxnLst>
                <a:rect l="textAreaLeft" t="textAreaTop" r="textAreaRight" b="textAreaBottom"/>
                <a:pathLst>
                  <a:path w="573" h="341">
                    <a:moveTo>
                      <a:pt x="573" y="0"/>
                    </a:moveTo>
                    <a:cubicBezTo>
                      <a:pt x="566" y="60"/>
                      <a:pt x="560" y="121"/>
                      <a:pt x="525" y="168"/>
                    </a:cubicBezTo>
                    <a:cubicBezTo>
                      <a:pt x="490" y="215"/>
                      <a:pt x="432" y="255"/>
                      <a:pt x="366" y="282"/>
                    </a:cubicBezTo>
                    <a:cubicBezTo>
                      <a:pt x="300" y="309"/>
                      <a:pt x="187" y="325"/>
                      <a:pt x="126" y="333"/>
                    </a:cubicBezTo>
                    <a:cubicBezTo>
                      <a:pt x="65" y="341"/>
                      <a:pt x="32" y="337"/>
                      <a:pt x="0" y="333"/>
                    </a:cubicBezTo>
                  </a:path>
                </a:pathLst>
              </a:custGeom>
              <a:noFill/>
              <a:ln w="3240">
                <a:solidFill>
                  <a:srgbClr val="000000"/>
                </a:solidFill>
                <a:round/>
                <a:tailEnd len="sm" type="stealth" w="sm"/>
              </a:ln>
            </p:spPr>
            <p:style>
              <a:lnRef idx="0"/>
              <a:fillRef idx="0"/>
              <a:effectRef idx="0"/>
              <a:fontRef idx="minor"/>
            </p:style>
            <p:txBody>
              <a:bodyPr lIns="90000" rIns="90000" tIns="46800" bIns="46800" anchor="t">
                <a:noAutofit/>
              </a:bodyPr>
              <a:p>
                <a:endParaRPr b="0" lang="en-US" sz="1800" strike="noStrike" u="none">
                  <a:solidFill>
                    <a:srgbClr val="000000"/>
                  </a:solidFill>
                  <a:effectLst/>
                  <a:uFillTx/>
                  <a:latin typeface="Arial"/>
                </a:endParaRPr>
              </a:p>
            </p:txBody>
          </p:sp>
          <p:grpSp>
            <p:nvGrpSpPr>
              <p:cNvPr id="421" name="Group 8"/>
              <p:cNvGrpSpPr/>
              <p:nvPr/>
            </p:nvGrpSpPr>
            <p:grpSpPr>
              <a:xfrm>
                <a:off x="177840" y="1760040"/>
                <a:ext cx="1523160" cy="2697120"/>
                <a:chOff x="177840" y="1760040"/>
                <a:chExt cx="1523160" cy="2697120"/>
              </a:xfrm>
            </p:grpSpPr>
            <p:sp>
              <p:nvSpPr>
                <p:cNvPr id="422" name="Rectangle 9"/>
                <p:cNvSpPr/>
                <p:nvPr/>
              </p:nvSpPr>
              <p:spPr>
                <a:xfrm>
                  <a:off x="194040" y="2747520"/>
                  <a:ext cx="1488600" cy="1709640"/>
                </a:xfrm>
                <a:prstGeom prst="rect">
                  <a:avLst/>
                </a:prstGeom>
                <a:gradFill rotWithShape="0">
                  <a:gsLst>
                    <a:gs pos="0">
                      <a:srgbClr val="185e5e"/>
                    </a:gs>
                    <a:gs pos="50000">
                      <a:srgbClr val="33cccc"/>
                    </a:gs>
                    <a:gs pos="100000">
                      <a:srgbClr val="185e5e"/>
                    </a:gs>
                  </a:gsLst>
                  <a:lin ang="0"/>
                </a:gradFill>
                <a:ln w="9360">
                  <a:solidFill>
                    <a:srgbClr val="000000"/>
                  </a:solidFill>
                  <a:miter/>
                </a:ln>
              </p:spPr>
              <p:style>
                <a:lnRef idx="0"/>
                <a:fillRef idx="0"/>
                <a:effectRef idx="0"/>
                <a:fontRef idx="minor"/>
              </p:style>
              <p:txBody>
                <a:bodyPr lIns="90000" rIns="90000" tIns="46800" bIns="46800" anchor="t">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trike="noStrike" u="none">
                    <a:solidFill>
                      <a:srgbClr val="000000"/>
                    </a:solidFill>
                    <a:effectLst/>
                    <a:uFillTx/>
                    <a:latin typeface="Arial"/>
                  </a:endParaRPr>
                </a:p>
              </p:txBody>
            </p:sp>
            <p:sp>
              <p:nvSpPr>
                <p:cNvPr id="423" name="Rectangle 10"/>
                <p:cNvSpPr/>
                <p:nvPr/>
              </p:nvSpPr>
              <p:spPr>
                <a:xfrm>
                  <a:off x="475920" y="3227040"/>
                  <a:ext cx="958680" cy="805320"/>
                </a:xfrm>
                <a:prstGeom prst="rect">
                  <a:avLst/>
                </a:prstGeom>
                <a:noFill/>
                <a:ln w="0">
                  <a:noFill/>
                </a:ln>
              </p:spPr>
              <p:style>
                <a:lnRef idx="0"/>
                <a:fillRef idx="0"/>
                <a:effectRef idx="0"/>
                <a:fontRef idx="minor"/>
              </p:style>
              <p:txBody>
                <a:bodyPr lIns="78480" rIns="78480" tIns="39240" bIns="39240" anchor="t">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fr-FR" sz="2800" strike="noStrike" u="none">
                      <a:solidFill>
                        <a:srgbClr val="c0504d"/>
                      </a:solidFill>
                      <a:effectLst/>
                      <a:uFillTx/>
                      <a:latin typeface="Times New Roman"/>
                      <a:ea typeface="Times New Roman"/>
                    </a:rPr>
                    <a:t>P</a:t>
                  </a:r>
                  <a:r>
                    <a:rPr b="1" lang="fr-FR" sz="2800" strike="noStrike" u="none" baseline="-25000">
                      <a:solidFill>
                        <a:srgbClr val="c0504d"/>
                      </a:solidFill>
                      <a:effectLst/>
                      <a:uFillTx/>
                      <a:latin typeface="Times New Roman"/>
                      <a:ea typeface="Times New Roman"/>
                    </a:rPr>
                    <a:t>1</a:t>
                  </a:r>
                  <a:endParaRPr b="0" lang="en-US" sz="2800" strike="noStrike" u="none">
                    <a:solidFill>
                      <a:srgbClr val="000000"/>
                    </a:solidFill>
                    <a:effectLst/>
                    <a:uFillTx/>
                    <a:latin typeface="Arial"/>
                  </a:endParaRPr>
                </a:p>
              </p:txBody>
            </p:sp>
            <p:grpSp>
              <p:nvGrpSpPr>
                <p:cNvPr id="424" name="Group 11"/>
                <p:cNvGrpSpPr/>
                <p:nvPr/>
              </p:nvGrpSpPr>
              <p:grpSpPr>
                <a:xfrm>
                  <a:off x="177840" y="2179800"/>
                  <a:ext cx="1506600" cy="2268720"/>
                  <a:chOff x="177840" y="2179800"/>
                  <a:chExt cx="1506600" cy="2268720"/>
                </a:xfrm>
              </p:grpSpPr>
              <p:sp>
                <p:nvSpPr>
                  <p:cNvPr id="425" name="Freeform 12"/>
                  <p:cNvSpPr/>
                  <p:nvPr/>
                </p:nvSpPr>
                <p:spPr>
                  <a:xfrm>
                    <a:off x="177840" y="2179800"/>
                    <a:ext cx="1506600" cy="2268720"/>
                  </a:xfrm>
                  <a:custGeom>
                    <a:avLst/>
                    <a:gdLst>
                      <a:gd name="textAreaLeft" fmla="*/ 0 w 1506600"/>
                      <a:gd name="textAreaRight" fmla="*/ 1506960 w 1506600"/>
                      <a:gd name="textAreaTop" fmla="*/ 0 h 2268720"/>
                      <a:gd name="textAreaBottom" fmla="*/ 2269080 h 2268720"/>
                      <a:gd name="GluePoint1X" fmla="*/ 0 w 910"/>
                      <a:gd name="GluePoint1Y" fmla="*/ 10 h 1330"/>
                      <a:gd name="GluePoint2X" fmla="*/ 0 w 910"/>
                      <a:gd name="GluePoint2Y" fmla="*/ 1330 h 1330"/>
                      <a:gd name="GluePoint3X" fmla="*/ 910 w 910"/>
                      <a:gd name="GluePoint3Y" fmla="*/ 1330 h 1330"/>
                      <a:gd name="GluePoint4X" fmla="*/ 910 w 910"/>
                      <a:gd name="GluePoint4Y" fmla="*/ 0 h 1330"/>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910" h="1330">
                        <a:moveTo>
                          <a:pt x="0" y="10"/>
                        </a:moveTo>
                        <a:lnTo>
                          <a:pt x="0" y="1330"/>
                        </a:lnTo>
                        <a:lnTo>
                          <a:pt x="910" y="1330"/>
                        </a:lnTo>
                        <a:lnTo>
                          <a:pt x="910" y="0"/>
                        </a:lnTo>
                      </a:path>
                    </a:pathLst>
                  </a:custGeom>
                  <a:noFill/>
                  <a:ln w="9360">
                    <a:solidFill>
                      <a:srgbClr val="000000"/>
                    </a:solidFill>
                    <a:round/>
                  </a:ln>
                </p:spPr>
                <p:style>
                  <a:lnRef idx="0"/>
                  <a:fillRef idx="0"/>
                  <a:effectRef idx="0"/>
                  <a:fontRef idx="minor"/>
                </p:style>
                <p:txBody>
                  <a:bodyPr lIns="90000" rIns="90000" tIns="46800" bIns="46800" anchor="t">
                    <a:noAutofit/>
                  </a:bodyPr>
                  <a:p>
                    <a:endParaRPr b="0" lang="en-US" sz="1800" strike="noStrike" u="none">
                      <a:solidFill>
                        <a:srgbClr val="000000"/>
                      </a:solidFill>
                      <a:effectLst/>
                      <a:uFillTx/>
                      <a:latin typeface="Arial"/>
                    </a:endParaRPr>
                  </a:p>
                </p:txBody>
              </p:sp>
              <p:sp>
                <p:nvSpPr>
                  <p:cNvPr id="426" name="Rectangle 13"/>
                  <p:cNvSpPr/>
                  <p:nvPr/>
                </p:nvSpPr>
                <p:spPr>
                  <a:xfrm>
                    <a:off x="509040" y="2403000"/>
                    <a:ext cx="778320" cy="255960"/>
                  </a:xfrm>
                  <a:prstGeom prst="rect">
                    <a:avLst/>
                  </a:prstGeom>
                  <a:solidFill>
                    <a:srgbClr val="808080"/>
                  </a:solidFill>
                  <a:ln w="0">
                    <a:noFill/>
                  </a:ln>
                </p:spPr>
                <p:style>
                  <a:lnRef idx="0"/>
                  <a:fillRef idx="0"/>
                  <a:effectRef idx="0"/>
                  <a:fontRef idx="minor"/>
                </p:style>
                <p:txBody>
                  <a:bodyPr lIns="90000" rIns="90000" tIns="46800" bIns="46800" anchor="t">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trike="noStrike" u="none">
                      <a:solidFill>
                        <a:srgbClr val="000000"/>
                      </a:solidFill>
                      <a:effectLst/>
                      <a:uFillTx/>
                      <a:latin typeface="Arial"/>
                    </a:endParaRPr>
                  </a:p>
                </p:txBody>
              </p:sp>
            </p:grpSp>
            <p:sp>
              <p:nvSpPr>
                <p:cNvPr id="427" name="Line 14"/>
                <p:cNvSpPr/>
                <p:nvPr/>
              </p:nvSpPr>
              <p:spPr>
                <a:xfrm>
                  <a:off x="177840" y="2691360"/>
                  <a:ext cx="1523160" cy="1440"/>
                </a:xfrm>
                <a:prstGeom prst="line">
                  <a:avLst/>
                </a:prstGeom>
                <a:ln w="38160">
                  <a:solidFill>
                    <a:srgbClr val="000000"/>
                  </a:solidFill>
                  <a:miter/>
                </a:ln>
              </p:spPr>
              <p:style>
                <a:lnRef idx="0"/>
                <a:fillRef idx="0"/>
                <a:effectRef idx="0"/>
                <a:fontRef idx="minor"/>
              </p:style>
              <p:txBody>
                <a:bodyPr lIns="90000" rIns="90000" tIns="-45360" bIns="-45360" anchor="t">
                  <a:noAutofit/>
                </a:bodyPr>
                <a:p>
                  <a:endParaRPr b="0" lang="en-US" sz="1800" strike="noStrike" u="none">
                    <a:solidFill>
                      <a:srgbClr val="000000"/>
                    </a:solidFill>
                    <a:effectLst/>
                    <a:uFillTx/>
                    <a:latin typeface="Arial"/>
                  </a:endParaRPr>
                </a:p>
              </p:txBody>
            </p:sp>
            <p:sp>
              <p:nvSpPr>
                <p:cNvPr id="428" name="Rectangle 15"/>
                <p:cNvSpPr/>
                <p:nvPr/>
              </p:nvSpPr>
              <p:spPr>
                <a:xfrm>
                  <a:off x="426240" y="1760040"/>
                  <a:ext cx="958680" cy="804960"/>
                </a:xfrm>
                <a:prstGeom prst="rect">
                  <a:avLst/>
                </a:prstGeom>
                <a:noFill/>
                <a:ln w="0">
                  <a:noFill/>
                </a:ln>
              </p:spPr>
              <p:style>
                <a:lnRef idx="0"/>
                <a:fillRef idx="0"/>
                <a:effectRef idx="0"/>
                <a:fontRef idx="minor"/>
              </p:style>
              <p:txBody>
                <a:bodyPr lIns="78480" rIns="78480" tIns="39240" bIns="39240" anchor="t">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fr-FR" sz="3200" strike="noStrike" u="none">
                      <a:solidFill>
                        <a:srgbClr val="c0504d"/>
                      </a:solidFill>
                      <a:effectLst/>
                      <a:uFillTx/>
                      <a:latin typeface="Times New Roman"/>
                      <a:ea typeface="Times New Roman"/>
                    </a:rPr>
                    <a:t>m</a:t>
                  </a:r>
                  <a:r>
                    <a:rPr b="1" lang="fr-FR" sz="3200" strike="noStrike" u="none" baseline="-25000">
                      <a:solidFill>
                        <a:srgbClr val="c0504d"/>
                      </a:solidFill>
                      <a:effectLst/>
                      <a:uFillTx/>
                      <a:latin typeface="Times New Roman"/>
                      <a:ea typeface="Times New Roman"/>
                    </a:rPr>
                    <a:t>1</a:t>
                  </a:r>
                  <a:endParaRPr b="0" lang="en-US" sz="3200" strike="noStrike" u="none">
                    <a:solidFill>
                      <a:srgbClr val="000000"/>
                    </a:solidFill>
                    <a:effectLst/>
                    <a:uFillTx/>
                    <a:latin typeface="Arial"/>
                  </a:endParaRPr>
                </a:p>
              </p:txBody>
            </p:sp>
          </p:grpSp>
          <p:sp>
            <p:nvSpPr>
              <p:cNvPr id="429" name="Rectangle 16"/>
              <p:cNvSpPr/>
              <p:nvPr/>
            </p:nvSpPr>
            <p:spPr>
              <a:xfrm>
                <a:off x="3803040" y="3856680"/>
                <a:ext cx="1488960" cy="582480"/>
              </a:xfrm>
              <a:prstGeom prst="rect">
                <a:avLst/>
              </a:prstGeom>
              <a:gradFill rotWithShape="0">
                <a:gsLst>
                  <a:gs pos="0">
                    <a:srgbClr val="185e5e"/>
                  </a:gs>
                  <a:gs pos="50000">
                    <a:srgbClr val="33cccc"/>
                  </a:gs>
                  <a:gs pos="100000">
                    <a:srgbClr val="185e5e"/>
                  </a:gs>
                </a:gsLst>
                <a:lin ang="0"/>
              </a:gradFill>
              <a:ln w="9360">
                <a:solidFill>
                  <a:srgbClr val="000000"/>
                </a:solidFill>
                <a:miter/>
              </a:ln>
            </p:spPr>
            <p:style>
              <a:lnRef idx="0"/>
              <a:fillRef idx="0"/>
              <a:effectRef idx="0"/>
              <a:fontRef idx="minor"/>
            </p:style>
            <p:txBody>
              <a:bodyPr lIns="90000" rIns="90000" tIns="46800" bIns="46800" anchor="t">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trike="noStrike" u="none">
                  <a:solidFill>
                    <a:srgbClr val="000000"/>
                  </a:solidFill>
                  <a:effectLst/>
                  <a:uFillTx/>
                  <a:latin typeface="Arial"/>
                </a:endParaRPr>
              </a:p>
            </p:txBody>
          </p:sp>
          <p:sp>
            <p:nvSpPr>
              <p:cNvPr id="430" name="Freeform 17"/>
              <p:cNvSpPr/>
              <p:nvPr/>
            </p:nvSpPr>
            <p:spPr>
              <a:xfrm>
                <a:off x="3785760" y="2177280"/>
                <a:ext cx="1507680" cy="2269800"/>
              </a:xfrm>
              <a:custGeom>
                <a:avLst/>
                <a:gdLst>
                  <a:gd name="textAreaLeft" fmla="*/ 0 w 1507680"/>
                  <a:gd name="textAreaRight" fmla="*/ 1508040 w 1507680"/>
                  <a:gd name="textAreaTop" fmla="*/ 0 h 2269800"/>
                  <a:gd name="textAreaBottom" fmla="*/ 2270160 h 2269800"/>
                  <a:gd name="GluePoint1X" fmla="*/ 0 w 910"/>
                  <a:gd name="GluePoint1Y" fmla="*/ 3 h 1330"/>
                  <a:gd name="GluePoint2X" fmla="*/ 0 w 910"/>
                  <a:gd name="GluePoint2Y" fmla="*/ 68 h 1330"/>
                  <a:gd name="GluePoint3X" fmla="*/ 46 w 910"/>
                  <a:gd name="GluePoint3Y" fmla="*/ 68 h 1330"/>
                  <a:gd name="GluePoint4X" fmla="*/ 46 w 910"/>
                  <a:gd name="GluePoint4Y" fmla="*/ 0 h 1330"/>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910" h="1330">
                    <a:moveTo>
                      <a:pt x="0" y="10"/>
                    </a:moveTo>
                    <a:lnTo>
                      <a:pt x="0" y="1330"/>
                    </a:lnTo>
                    <a:lnTo>
                      <a:pt x="910" y="1330"/>
                    </a:lnTo>
                    <a:lnTo>
                      <a:pt x="910" y="0"/>
                    </a:lnTo>
                  </a:path>
                </a:pathLst>
              </a:custGeom>
              <a:noFill/>
              <a:ln w="9360">
                <a:solidFill>
                  <a:srgbClr val="000000"/>
                </a:solidFill>
                <a:round/>
              </a:ln>
            </p:spPr>
            <p:style>
              <a:lnRef idx="0"/>
              <a:fillRef idx="0"/>
              <a:effectRef idx="0"/>
              <a:fontRef idx="minor"/>
            </p:style>
            <p:txBody>
              <a:bodyPr lIns="90000" rIns="90000" tIns="46800" bIns="46800" anchor="t">
                <a:noAutofit/>
              </a:bodyPr>
              <a:p>
                <a:endParaRPr b="0" lang="en-US" sz="1800" strike="noStrike" u="none">
                  <a:solidFill>
                    <a:srgbClr val="000000"/>
                  </a:solidFill>
                  <a:effectLst/>
                  <a:uFillTx/>
                  <a:latin typeface="Arial"/>
                </a:endParaRPr>
              </a:p>
            </p:txBody>
          </p:sp>
          <p:sp>
            <p:nvSpPr>
              <p:cNvPr id="431" name="Rectangle 18"/>
              <p:cNvSpPr/>
              <p:nvPr/>
            </p:nvSpPr>
            <p:spPr>
              <a:xfrm>
                <a:off x="4134600" y="3508920"/>
                <a:ext cx="777600" cy="257400"/>
              </a:xfrm>
              <a:prstGeom prst="rect">
                <a:avLst/>
              </a:prstGeom>
              <a:solidFill>
                <a:srgbClr val="808080"/>
              </a:solidFill>
              <a:ln w="1800">
                <a:solidFill>
                  <a:srgbClr val="000000"/>
                </a:solidFill>
                <a:miter/>
              </a:ln>
            </p:spPr>
            <p:style>
              <a:lnRef idx="0"/>
              <a:fillRef idx="0"/>
              <a:effectRef idx="0"/>
              <a:fontRef idx="minor"/>
            </p:style>
            <p:txBody>
              <a:bodyPr lIns="90000" rIns="90000" tIns="46800" bIns="46800" anchor="t">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trike="noStrike" u="none">
                  <a:solidFill>
                    <a:srgbClr val="000000"/>
                  </a:solidFill>
                  <a:effectLst/>
                  <a:uFillTx/>
                  <a:latin typeface="Arial"/>
                </a:endParaRPr>
              </a:p>
            </p:txBody>
          </p:sp>
          <p:sp>
            <p:nvSpPr>
              <p:cNvPr id="432" name="Line 19"/>
              <p:cNvSpPr/>
              <p:nvPr/>
            </p:nvSpPr>
            <p:spPr>
              <a:xfrm>
                <a:off x="3803040" y="3814560"/>
                <a:ext cx="1485000" cy="1800"/>
              </a:xfrm>
              <a:prstGeom prst="line">
                <a:avLst/>
              </a:prstGeom>
              <a:ln w="38160">
                <a:solidFill>
                  <a:srgbClr val="000000"/>
                </a:solidFill>
                <a:miter/>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433" name="Freeform 20"/>
              <p:cNvSpPr/>
              <p:nvPr/>
            </p:nvSpPr>
            <p:spPr>
              <a:xfrm>
                <a:off x="4134600" y="3099600"/>
                <a:ext cx="773640" cy="408960"/>
              </a:xfrm>
              <a:custGeom>
                <a:avLst/>
                <a:gdLst>
                  <a:gd name="textAreaLeft" fmla="*/ 0 w 773640"/>
                  <a:gd name="textAreaRight" fmla="*/ 774000 w 773640"/>
                  <a:gd name="textAreaTop" fmla="*/ 0 h 408960"/>
                  <a:gd name="textAreaBottom" fmla="*/ 409320 h 408960"/>
                  <a:gd name="GluePoint1X" fmla="*/ 0 w 455"/>
                  <a:gd name="GluePoint1Y" fmla="*/ 2147483647 h 76"/>
                  <a:gd name="GluePoint2X" fmla="*/ 38 w 455"/>
                  <a:gd name="GluePoint2Y" fmla="*/ 2147483647 h 76"/>
                  <a:gd name="GluePoint3X" fmla="*/ 34 w 455"/>
                  <a:gd name="GluePoint3Y" fmla="*/ 0 h 76"/>
                  <a:gd name="GluePoint4X" fmla="*/ 4 w 455"/>
                  <a:gd name="GluePoint4Y" fmla="*/ 462955441 h 76"/>
                  <a:gd name="GluePoint5X" fmla="*/ 0 w 455"/>
                  <a:gd name="GluePoint5Y" fmla="*/ 2147483647 h 76"/>
                </a:gdLst>
                <a:ahLst/>
                <a:cxnLst>
                  <a:cxn ang="0">
                    <a:pos x="GluePoint1X" y="GluePoint1Y"/>
                  </a:cxn>
                  <a:cxn ang="0">
                    <a:pos x="GluePoint2X" y="GluePoint2Y"/>
                  </a:cxn>
                  <a:cxn ang="0">
                    <a:pos x="GluePoint3X" y="GluePoint3Y"/>
                  </a:cxn>
                  <a:cxn ang="0">
                    <a:pos x="GluePoint4X" y="GluePoint4Y"/>
                  </a:cxn>
                  <a:cxn ang="0">
                    <a:pos x="GluePoint5X" y="GluePoint5Y"/>
                  </a:cxn>
                </a:cxnLst>
                <a:rect l="textAreaLeft" t="textAreaTop" r="textAreaRight" b="textAreaBottom"/>
                <a:pathLst>
                  <a:path w="455" h="76">
                    <a:moveTo>
                      <a:pt x="0" y="76"/>
                    </a:moveTo>
                    <a:lnTo>
                      <a:pt x="455" y="76"/>
                    </a:lnTo>
                    <a:lnTo>
                      <a:pt x="417" y="0"/>
                    </a:lnTo>
                    <a:lnTo>
                      <a:pt x="36" y="3"/>
                    </a:lnTo>
                    <a:lnTo>
                      <a:pt x="0" y="76"/>
                    </a:lnTo>
                    <a:close/>
                  </a:path>
                </a:pathLst>
              </a:custGeom>
              <a:solidFill>
                <a:srgbClr val="c0c0c0"/>
              </a:solidFill>
              <a:ln w="1800">
                <a:solidFill>
                  <a:srgbClr val="000000"/>
                </a:solidFill>
                <a:round/>
              </a:ln>
            </p:spPr>
            <p:style>
              <a:lnRef idx="0"/>
              <a:fillRef idx="0"/>
              <a:effectRef idx="0"/>
              <a:fontRef idx="minor"/>
            </p:style>
            <p:txBody>
              <a:bodyPr lIns="90000" rIns="90000" tIns="46800" bIns="46800" anchor="t">
                <a:noAutofit/>
              </a:bodyPr>
              <a:p>
                <a:endParaRPr b="0" lang="en-US" sz="1800" strike="noStrike" u="none">
                  <a:solidFill>
                    <a:srgbClr val="000000"/>
                  </a:solidFill>
                  <a:effectLst/>
                  <a:uFillTx/>
                  <a:latin typeface="Arial"/>
                </a:endParaRPr>
              </a:p>
            </p:txBody>
          </p:sp>
          <p:sp>
            <p:nvSpPr>
              <p:cNvPr id="434" name="Rectangle 21"/>
              <p:cNvSpPr/>
              <p:nvPr/>
            </p:nvSpPr>
            <p:spPr>
              <a:xfrm>
                <a:off x="4117320" y="3788640"/>
                <a:ext cx="959760" cy="804240"/>
              </a:xfrm>
              <a:prstGeom prst="rect">
                <a:avLst/>
              </a:prstGeom>
              <a:noFill/>
              <a:ln w="0">
                <a:noFill/>
              </a:ln>
            </p:spPr>
            <p:style>
              <a:lnRef idx="0"/>
              <a:fillRef idx="0"/>
              <a:effectRef idx="0"/>
              <a:fontRef idx="minor"/>
            </p:style>
            <p:txBody>
              <a:bodyPr lIns="78480" rIns="78480" tIns="39240" bIns="39240" anchor="t">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fr-FR" sz="2800" strike="noStrike" u="none">
                    <a:solidFill>
                      <a:srgbClr val="c0504d"/>
                    </a:solidFill>
                    <a:effectLst/>
                    <a:uFillTx/>
                    <a:latin typeface="Times New Roman"/>
                    <a:ea typeface="Times New Roman"/>
                  </a:rPr>
                  <a:t>P</a:t>
                </a:r>
                <a:r>
                  <a:rPr b="1" lang="fr-FR" sz="2800" strike="noStrike" u="none" baseline="-25000">
                    <a:solidFill>
                      <a:srgbClr val="c0504d"/>
                    </a:solidFill>
                    <a:effectLst/>
                    <a:uFillTx/>
                    <a:latin typeface="Times New Roman"/>
                    <a:ea typeface="Times New Roman"/>
                  </a:rPr>
                  <a:t>2</a:t>
                </a:r>
                <a:endParaRPr b="0" lang="en-US" sz="2800" strike="noStrike" u="none">
                  <a:solidFill>
                    <a:srgbClr val="000000"/>
                  </a:solidFill>
                  <a:effectLst/>
                  <a:uFillTx/>
                  <a:latin typeface="Arial"/>
                </a:endParaRPr>
              </a:p>
            </p:txBody>
          </p:sp>
          <p:sp>
            <p:nvSpPr>
              <p:cNvPr id="435" name="Rectangle 22"/>
              <p:cNvSpPr/>
              <p:nvPr/>
            </p:nvSpPr>
            <p:spPr>
              <a:xfrm>
                <a:off x="4051440" y="1945440"/>
                <a:ext cx="959760" cy="804960"/>
              </a:xfrm>
              <a:prstGeom prst="rect">
                <a:avLst/>
              </a:prstGeom>
              <a:noFill/>
              <a:ln w="0">
                <a:noFill/>
              </a:ln>
            </p:spPr>
            <p:style>
              <a:lnRef idx="0"/>
              <a:fillRef idx="0"/>
              <a:effectRef idx="0"/>
              <a:fontRef idx="minor"/>
            </p:style>
            <p:txBody>
              <a:bodyPr lIns="78480" rIns="78480" tIns="39240" bIns="39240" anchor="t">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fr-FR" sz="3200" strike="noStrike" u="none">
                    <a:solidFill>
                      <a:srgbClr val="c0504d"/>
                    </a:solidFill>
                    <a:effectLst/>
                    <a:uFillTx/>
                    <a:latin typeface="Times New Roman"/>
                    <a:ea typeface="Times New Roman"/>
                  </a:rPr>
                  <a:t>m</a:t>
                </a:r>
                <a:r>
                  <a:rPr b="1" lang="fr-FR" sz="3200" strike="noStrike" u="none" baseline="-25000">
                    <a:solidFill>
                      <a:srgbClr val="c0504d"/>
                    </a:solidFill>
                    <a:effectLst/>
                    <a:uFillTx/>
                    <a:latin typeface="Times New Roman"/>
                    <a:ea typeface="Times New Roman"/>
                  </a:rPr>
                  <a:t>2</a:t>
                </a:r>
                <a:endParaRPr b="0" lang="en-US" sz="3200" strike="noStrike" u="none">
                  <a:solidFill>
                    <a:srgbClr val="000000"/>
                  </a:solidFill>
                  <a:effectLst/>
                  <a:uFillTx/>
                  <a:latin typeface="Arial"/>
                </a:endParaRPr>
              </a:p>
            </p:txBody>
          </p:sp>
          <p:sp>
            <p:nvSpPr>
              <p:cNvPr id="436" name="Freeform 23"/>
              <p:cNvSpPr/>
              <p:nvPr/>
            </p:nvSpPr>
            <p:spPr>
              <a:xfrm>
                <a:off x="2428560" y="2341440"/>
                <a:ext cx="773280" cy="408960"/>
              </a:xfrm>
              <a:custGeom>
                <a:avLst/>
                <a:gdLst>
                  <a:gd name="textAreaLeft" fmla="*/ 0 w 773280"/>
                  <a:gd name="textAreaRight" fmla="*/ 773640 w 773280"/>
                  <a:gd name="textAreaTop" fmla="*/ 0 h 408960"/>
                  <a:gd name="textAreaBottom" fmla="*/ 409320 h 408960"/>
                  <a:gd name="GluePoint1X" fmla="*/ 0 w 455"/>
                  <a:gd name="GluePoint1Y" fmla="*/ 2147483647 h 76"/>
                  <a:gd name="GluePoint2X" fmla="*/ 38 w 455"/>
                  <a:gd name="GluePoint2Y" fmla="*/ 2147483647 h 76"/>
                  <a:gd name="GluePoint3X" fmla="*/ 34 w 455"/>
                  <a:gd name="GluePoint3Y" fmla="*/ 0 h 76"/>
                  <a:gd name="GluePoint4X" fmla="*/ 4 w 455"/>
                  <a:gd name="GluePoint4Y" fmla="*/ 462955441 h 76"/>
                  <a:gd name="GluePoint5X" fmla="*/ 0 w 455"/>
                  <a:gd name="GluePoint5Y" fmla="*/ 2147483647 h 76"/>
                </a:gdLst>
                <a:ahLst/>
                <a:cxnLst>
                  <a:cxn ang="0">
                    <a:pos x="GluePoint1X" y="GluePoint1Y"/>
                  </a:cxn>
                  <a:cxn ang="0">
                    <a:pos x="GluePoint2X" y="GluePoint2Y"/>
                  </a:cxn>
                  <a:cxn ang="0">
                    <a:pos x="GluePoint3X" y="GluePoint3Y"/>
                  </a:cxn>
                  <a:cxn ang="0">
                    <a:pos x="GluePoint4X" y="GluePoint4Y"/>
                  </a:cxn>
                  <a:cxn ang="0">
                    <a:pos x="GluePoint5X" y="GluePoint5Y"/>
                  </a:cxn>
                </a:cxnLst>
                <a:rect l="textAreaLeft" t="textAreaTop" r="textAreaRight" b="textAreaBottom"/>
                <a:pathLst>
                  <a:path w="455" h="76">
                    <a:moveTo>
                      <a:pt x="0" y="76"/>
                    </a:moveTo>
                    <a:lnTo>
                      <a:pt x="455" y="76"/>
                    </a:lnTo>
                    <a:lnTo>
                      <a:pt x="417" y="0"/>
                    </a:lnTo>
                    <a:lnTo>
                      <a:pt x="36" y="3"/>
                    </a:lnTo>
                    <a:lnTo>
                      <a:pt x="0" y="76"/>
                    </a:lnTo>
                    <a:close/>
                  </a:path>
                </a:pathLst>
              </a:custGeom>
              <a:solidFill>
                <a:srgbClr val="c0c0c0"/>
              </a:solidFill>
              <a:ln w="1800">
                <a:solidFill>
                  <a:srgbClr val="000000"/>
                </a:solidFill>
                <a:round/>
              </a:ln>
            </p:spPr>
            <p:style>
              <a:lnRef idx="0"/>
              <a:fillRef idx="0"/>
              <a:effectRef idx="0"/>
              <a:fontRef idx="minor"/>
            </p:style>
            <p:txBody>
              <a:bodyPr lIns="90000" rIns="90000" tIns="46800" bIns="46800" anchor="t">
                <a:noAutofit/>
              </a:bodyPr>
              <a:p>
                <a:endParaRPr b="0" lang="en-US" sz="1800" strike="noStrike" u="none">
                  <a:solidFill>
                    <a:srgbClr val="000000"/>
                  </a:solidFill>
                  <a:effectLst/>
                  <a:uFillTx/>
                  <a:latin typeface="Arial"/>
                </a:endParaRPr>
              </a:p>
            </p:txBody>
          </p:sp>
        </p:grpSp>
      </p:grpSp>
      <p:graphicFrame>
        <p:nvGraphicFramePr>
          <p:cNvPr id="437" name="Object 2"/>
          <p:cNvGraphicFramePr/>
          <p:nvPr/>
        </p:nvGraphicFramePr>
        <p:xfrm>
          <a:off x="0" y="4613400"/>
          <a:ext cx="6426360" cy="2066760"/>
        </p:xfrm>
        <a:graphic>
          <a:graphicData uri="http://schemas.openxmlformats.org/presentationml/2006/ole">
            <p:oleObj r:id="rId1" spid="">
              <p:embed/>
              <p:pic>
                <p:nvPicPr>
                  <p:cNvPr id="438" name="Object 2" descr=""/>
                  <p:cNvPicPr/>
                  <p:nvPr/>
                </p:nvPicPr>
                <p:blipFill>
                  <a:blip r:embed="rId2"/>
                  <a:stretch/>
                </p:blipFill>
                <p:spPr>
                  <a:xfrm>
                    <a:off x="0" y="4613400"/>
                    <a:ext cx="6426360" cy="2066760"/>
                  </a:xfrm>
                  <a:prstGeom prst="rect">
                    <a:avLst/>
                  </a:prstGeom>
                  <a:solidFill>
                    <a:srgbClr val="ccff99"/>
                  </a:solidFill>
                  <a:ln w="0">
                    <a:noFill/>
                  </a:ln>
                </p:spPr>
              </p:pic>
            </p:oleObj>
          </a:graphicData>
        </a:graphic>
      </p:graphicFrame>
      <p:sp>
        <p:nvSpPr>
          <p:cNvPr id="439" name="Rectangle 27"/>
          <p:cNvSpPr/>
          <p:nvPr/>
        </p:nvSpPr>
        <p:spPr>
          <a:xfrm>
            <a:off x="0" y="-12600"/>
            <a:ext cx="9144000" cy="558720"/>
          </a:xfrm>
          <a:prstGeom prst="rect">
            <a:avLst/>
          </a:prstGeom>
          <a:solidFill>
            <a:srgbClr val="4f81bd"/>
          </a:solidFill>
          <a:ln w="0">
            <a:noFill/>
          </a:ln>
        </p:spPr>
        <p:style>
          <a:lnRef idx="0"/>
          <a:fillRef idx="0"/>
          <a:effectRef idx="0"/>
          <a:fontRef idx="minor"/>
        </p:style>
        <p:txBody>
          <a:bodyPr lIns="90000" rIns="90000" tIns="46800" bIns="46800" anchor="b" anchorCtr="1">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800" strike="noStrike" u="none">
                <a:solidFill>
                  <a:srgbClr val="cc3300"/>
                </a:solidFill>
                <a:effectLst/>
                <a:uFillTx/>
                <a:latin typeface="Arial"/>
              </a:rPr>
              <a:t> </a:t>
            </a:r>
            <a:r>
              <a:rPr b="1" lang="fr-FR" sz="2800" strike="noStrike" u="none">
                <a:solidFill>
                  <a:srgbClr val="cc3300"/>
                </a:solidFill>
                <a:effectLst/>
                <a:uFillTx/>
                <a:latin typeface="Arial"/>
              </a:rPr>
              <a:t>QUANTITE DE CHALEUR ET TRAVAIL</a:t>
            </a:r>
            <a:endParaRPr b="0" lang="en-US" sz="2800" strike="noStrike" u="none">
              <a:solidFill>
                <a:srgbClr val="000000"/>
              </a:solidFill>
              <a:effectLst/>
              <a:uFillTx/>
              <a:latin typeface="Arial"/>
            </a:endParaRPr>
          </a:p>
        </p:txBody>
      </p:sp>
      <p:sp>
        <p:nvSpPr>
          <p:cNvPr id="440" name="Rectangle 29"/>
          <p:cNvSpPr/>
          <p:nvPr/>
        </p:nvSpPr>
        <p:spPr>
          <a:xfrm>
            <a:off x="0" y="3333600"/>
            <a:ext cx="184320" cy="370080"/>
          </a:xfrm>
          <a:prstGeom prst="rect">
            <a:avLst/>
          </a:prstGeom>
          <a:noFill/>
          <a:ln w="0">
            <a:noFill/>
          </a:ln>
        </p:spPr>
        <p:style>
          <a:lnRef idx="0"/>
          <a:fillRef idx="0"/>
          <a:effectRef idx="0"/>
          <a:fontRef idx="minor"/>
        </p:style>
        <p:txBody>
          <a:bodyPr wrap="none" lIns="90000" rIns="90000" tIns="46800" bIns="46800" anchor="ctr">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trike="noStrike" u="none">
              <a:solidFill>
                <a:srgbClr val="000000"/>
              </a:solidFill>
              <a:effectLst/>
              <a:uFillTx/>
              <a:latin typeface="Arial"/>
            </a:endParaRPr>
          </a:p>
        </p:txBody>
      </p:sp>
      <p:graphicFrame>
        <p:nvGraphicFramePr>
          <p:cNvPr id="441" name="Object 3"/>
          <p:cNvGraphicFramePr/>
          <p:nvPr/>
        </p:nvGraphicFramePr>
        <p:xfrm>
          <a:off x="7045200" y="1415880"/>
          <a:ext cx="1743120" cy="851040"/>
        </p:xfrm>
        <a:graphic>
          <a:graphicData uri="http://schemas.openxmlformats.org/presentationml/2006/ole">
            <p:oleObj r:id="rId3" spid="">
              <p:embed/>
              <p:pic>
                <p:nvPicPr>
                  <p:cNvPr id="442" name="Object 3" descr=""/>
                  <p:cNvPicPr/>
                  <p:nvPr/>
                </p:nvPicPr>
                <p:blipFill>
                  <a:blip r:embed="rId4"/>
                  <a:stretch/>
                </p:blipFill>
                <p:spPr>
                  <a:xfrm>
                    <a:off x="7045200" y="1415880"/>
                    <a:ext cx="1743120" cy="851040"/>
                  </a:xfrm>
                  <a:prstGeom prst="rect">
                    <a:avLst/>
                  </a:prstGeom>
                  <a:solidFill>
                    <a:srgbClr val="ffff00"/>
                  </a:solidFill>
                  <a:ln w="0">
                    <a:noFill/>
                  </a:ln>
                </p:spPr>
              </p:pic>
            </p:oleObj>
          </a:graphicData>
        </a:graphic>
      </p:graphicFrame>
      <p:sp>
        <p:nvSpPr>
          <p:cNvPr id="443" name="Rectangle 31"/>
          <p:cNvSpPr/>
          <p:nvPr/>
        </p:nvSpPr>
        <p:spPr>
          <a:xfrm>
            <a:off x="0" y="3333600"/>
            <a:ext cx="184320" cy="370080"/>
          </a:xfrm>
          <a:prstGeom prst="rect">
            <a:avLst/>
          </a:prstGeom>
          <a:noFill/>
          <a:ln w="0">
            <a:noFill/>
          </a:ln>
        </p:spPr>
        <p:style>
          <a:lnRef idx="0"/>
          <a:fillRef idx="0"/>
          <a:effectRef idx="0"/>
          <a:fontRef idx="minor"/>
        </p:style>
        <p:txBody>
          <a:bodyPr wrap="none" lIns="90000" rIns="90000" tIns="46800" bIns="46800" anchor="ctr">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trike="noStrike" u="none">
              <a:solidFill>
                <a:srgbClr val="000000"/>
              </a:solidFill>
              <a:effectLst/>
              <a:uFillTx/>
              <a:latin typeface="Arial"/>
            </a:endParaRPr>
          </a:p>
        </p:txBody>
      </p:sp>
      <p:graphicFrame>
        <p:nvGraphicFramePr>
          <p:cNvPr id="444" name="Object 4"/>
          <p:cNvGraphicFramePr/>
          <p:nvPr/>
        </p:nvGraphicFramePr>
        <p:xfrm>
          <a:off x="6972480" y="3282840"/>
          <a:ext cx="1800000" cy="800280"/>
        </p:xfrm>
        <a:graphic>
          <a:graphicData uri="http://schemas.openxmlformats.org/presentationml/2006/ole">
            <p:oleObj r:id="rId5" spid="">
              <p:embed/>
              <p:pic>
                <p:nvPicPr>
                  <p:cNvPr id="445" name="Object 4" descr=""/>
                  <p:cNvPicPr/>
                  <p:nvPr/>
                </p:nvPicPr>
                <p:blipFill>
                  <a:blip r:embed="rId6"/>
                  <a:stretch/>
                </p:blipFill>
                <p:spPr>
                  <a:xfrm>
                    <a:off x="6972480" y="3282840"/>
                    <a:ext cx="1800000" cy="800280"/>
                  </a:xfrm>
                  <a:prstGeom prst="rect">
                    <a:avLst/>
                  </a:prstGeom>
                  <a:solidFill>
                    <a:srgbClr val="ffff00"/>
                  </a:solidFill>
                  <a:ln w="0">
                    <a:noFill/>
                  </a:ln>
                </p:spPr>
              </p:pic>
            </p:oleObj>
          </a:graphicData>
        </a:graphic>
      </p:graphicFrame>
      <p:sp>
        <p:nvSpPr>
          <p:cNvPr id="446" name="AutoShape 32"/>
          <p:cNvSpPr/>
          <p:nvPr/>
        </p:nvSpPr>
        <p:spPr>
          <a:xfrm>
            <a:off x="7721640" y="2260440"/>
            <a:ext cx="279360" cy="1054440"/>
          </a:xfrm>
          <a:prstGeom prst="downArrow">
            <a:avLst>
              <a:gd name="adj1" fmla="val 50000"/>
              <a:gd name="adj2" fmla="val 94362"/>
            </a:avLst>
          </a:prstGeom>
          <a:solidFill>
            <a:srgbClr val="4f81bd"/>
          </a:solidFill>
          <a:ln w="9360">
            <a:solidFill>
              <a:srgbClr val="000000"/>
            </a:solidFill>
            <a:miter/>
          </a:ln>
        </p:spPr>
        <p:style>
          <a:lnRef idx="0"/>
          <a:fillRef idx="0"/>
          <a:effectRef idx="0"/>
          <a:fontRef idx="minor"/>
        </p:style>
        <p:txBody>
          <a:bodyPr wrap="none" lIns="90000" rIns="90000" tIns="46800" bIns="46800" anchor="ctr">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trike="noStrike" u="none">
              <a:solidFill>
                <a:srgbClr val="000000"/>
              </a:solidFill>
              <a:effectLst/>
              <a:uFillTx/>
              <a:latin typeface="Arial"/>
            </a:endParaRPr>
          </a:p>
        </p:txBody>
      </p:sp>
      <p:sp>
        <p:nvSpPr>
          <p:cNvPr id="447" name="Rectangle 34"/>
          <p:cNvSpPr/>
          <p:nvPr/>
        </p:nvSpPr>
        <p:spPr>
          <a:xfrm>
            <a:off x="-34920" y="669240"/>
            <a:ext cx="9331200" cy="520920"/>
          </a:xfrm>
          <a:prstGeom prst="rect">
            <a:avLst/>
          </a:prstGeom>
          <a:noFill/>
          <a:ln w="0">
            <a:noFill/>
          </a:ln>
        </p:spPr>
        <p:style>
          <a:lnRef idx="0"/>
          <a:fillRef idx="0"/>
          <a:effectRef idx="0"/>
          <a:fontRef idx="minor"/>
        </p:style>
        <p:txBody>
          <a:bodyPr lIns="90000" rIns="90000" tIns="46800" bIns="46800" anchor="ctr">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800" strike="noStrike" u="none">
                <a:solidFill>
                  <a:srgbClr val="c00000"/>
                </a:solidFill>
                <a:effectLst/>
                <a:uFillTx/>
                <a:latin typeface="Times New Roman"/>
                <a:ea typeface="Times New Roman"/>
              </a:rPr>
              <a:t>Compression isotherme spontanée (irréversible)</a:t>
            </a:r>
            <a:r>
              <a:rPr b="0" lang="fr-FR" sz="2800" strike="noStrike" u="none">
                <a:solidFill>
                  <a:srgbClr val="c00000"/>
                </a:solidFill>
                <a:effectLst/>
                <a:uFillTx/>
                <a:latin typeface="Times New Roman"/>
                <a:ea typeface="Times New Roman"/>
              </a:rPr>
              <a:t> </a:t>
            </a:r>
            <a:endParaRPr b="0" lang="en-US" sz="2800" strike="noStrike" u="none">
              <a:solidFill>
                <a:srgbClr val="000000"/>
              </a:solidFill>
              <a:effectLst/>
              <a:uFillTx/>
              <a:latin typeface="Arial"/>
            </a:endParaRPr>
          </a:p>
        </p:txBody>
      </p:sp>
      <p:sp>
        <p:nvSpPr>
          <p:cNvPr id="448" name="ZoneTexte 30"/>
          <p:cNvSpPr/>
          <p:nvPr/>
        </p:nvSpPr>
        <p:spPr>
          <a:xfrm>
            <a:off x="5622120" y="4130640"/>
            <a:ext cx="3434040" cy="368280"/>
          </a:xfrm>
          <a:prstGeom prst="rect">
            <a:avLst/>
          </a:prstGeom>
          <a:noFill/>
          <a:ln w="0">
            <a:noFill/>
          </a:ln>
        </p:spPr>
        <p:style>
          <a:lnRef idx="0"/>
          <a:fillRef idx="0"/>
          <a:effectRef idx="0"/>
          <a:fontRef idx="minor"/>
        </p:style>
        <p:txBody>
          <a:bodyPr wrap="none"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1800" strike="noStrike" u="none">
                <a:solidFill>
                  <a:srgbClr val="000000"/>
                </a:solidFill>
                <a:effectLst/>
                <a:uFillTx/>
                <a:latin typeface="Arial"/>
              </a:rPr>
              <a:t>Etat final est un état d’équilibre :</a:t>
            </a:r>
            <a:endParaRPr b="0" lang="en-US" sz="1800" strike="noStrike" u="none">
              <a:solidFill>
                <a:srgbClr val="000000"/>
              </a:solidFill>
              <a:effectLst/>
              <a:uFillTx/>
              <a:latin typeface="Arial"/>
            </a:endParaRPr>
          </a:p>
        </p:txBody>
      </p:sp>
      <p:sp>
        <p:nvSpPr>
          <p:cNvPr id="449" name="ZoneTexte 31"/>
          <p:cNvSpPr/>
          <p:nvPr/>
        </p:nvSpPr>
        <p:spPr>
          <a:xfrm>
            <a:off x="7266960" y="4572000"/>
            <a:ext cx="996120" cy="51012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400" strike="noStrike" u="none">
                <a:solidFill>
                  <a:srgbClr val="000000"/>
                </a:solidFill>
                <a:effectLst/>
                <a:uFillTx/>
                <a:latin typeface="Times New Roman"/>
                <a:ea typeface="Times New Roman"/>
              </a:rPr>
              <a:t>P</a:t>
            </a:r>
            <a:r>
              <a:rPr b="1" lang="fr-FR" sz="2400" strike="noStrike" u="none" baseline="-25000">
                <a:solidFill>
                  <a:srgbClr val="000000"/>
                </a:solidFill>
                <a:effectLst/>
                <a:uFillTx/>
                <a:latin typeface="Times New Roman"/>
                <a:ea typeface="Times New Roman"/>
              </a:rPr>
              <a:t>2</a:t>
            </a:r>
            <a:r>
              <a:rPr b="1" lang="fr-FR" sz="2400" strike="noStrike" u="none">
                <a:solidFill>
                  <a:srgbClr val="000000"/>
                </a:solidFill>
                <a:effectLst/>
                <a:uFillTx/>
                <a:latin typeface="Times New Roman"/>
                <a:ea typeface="Times New Roman"/>
              </a:rPr>
              <a:t>=P</a:t>
            </a:r>
            <a:r>
              <a:rPr b="1" lang="fr-FR" sz="2400" strike="noStrike" u="none" baseline="-25000">
                <a:solidFill>
                  <a:srgbClr val="000000"/>
                </a:solidFill>
                <a:effectLst/>
                <a:uFillTx/>
                <a:latin typeface="Times New Roman"/>
                <a:ea typeface="Times New Roman"/>
              </a:rPr>
              <a:t>ext</a:t>
            </a:r>
            <a:endParaRPr b="0" lang="en-US" sz="2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timing>
    <p:tnLst>
      <p:par>
        <p:cTn id="1199" dur="indefinite" restart="never" nodeType="tmRoot">
          <p:childTnLst>
            <p:seq>
              <p:cTn id="1200" dur="indefinite" nodeType="mainSeq">
                <p:childTnLst>
                  <p:par>
                    <p:cTn id="1201" nodeType="clickEffect" fill="hold">
                      <p:stCondLst>
                        <p:cond delay="indefinite"/>
                      </p:stCondLst>
                      <p:childTnLst>
                        <p:par>
                          <p:cTn id="1202" nodeType="withEffect" fill="hold">
                            <p:stCondLst>
                              <p:cond delay="0"/>
                            </p:stCondLst>
                            <p:childTnLst>
                              <p:par>
                                <p:cTn id="1203" nodeType="clickEffect" fill="hold" presetClass="entr" presetID="27">
                                  <p:stCondLst>
                                    <p:cond delay="0"/>
                                  </p:stCondLst>
                                  <p:iterate type="lt">
                                    <p:tmAbs val="40"/>
                                  </p:iterate>
                                  <p:childTnLst>
                                    <p:set>
                                      <p:cBhvr>
                                        <p:cTn id="1204" dur="1" fill="hold">
                                          <p:stCondLst>
                                            <p:cond delay="0"/>
                                          </p:stCondLst>
                                        </p:cTn>
                                        <p:tgtEl>
                                          <p:spTgt spid="447"/>
                                        </p:tgtEl>
                                        <p:attrNameLst>
                                          <p:attrName>style.visibility</p:attrName>
                                        </p:attrNameLst>
                                      </p:cBhvr>
                                      <p:to>
                                        <p:strVal val="visible"/>
                                      </p:to>
                                    </p:set>
                                    <p:anim calcmode="discrete" valueType="clr">
                                      <p:cBhvr additive="repl">
                                        <p:cTn id="1205" dur="80"/>
                                        <p:tgtEl>
                                          <p:spTgt spid="447"/>
                                        </p:tgtEl>
                                        <p:attrNameLst>
                                          <p:attrName>style.color</p:attrName>
                                        </p:attrNameLst>
                                      </p:cBhvr>
                                      <p:tavLst>
                                        <p:tav tm="0">
                                          <p:val>
                                            <p:strVal val="rgb(77,80,-64)"/>
                                          </p:val>
                                        </p:tav>
                                        <p:tav tm="50000">
                                          <p:val>
                                            <p:strVal val="rgb(-1,0,0)"/>
                                          </p:val>
                                        </p:tav>
                                      </p:tavLst>
                                    </p:anim>
                                    <p:anim calcmode="discrete" valueType="clr">
                                      <p:cBhvr additive="repl">
                                        <p:cTn id="1206" dur="80"/>
                                        <p:tgtEl>
                                          <p:spTgt spid="447"/>
                                        </p:tgtEl>
                                        <p:attrNameLst>
                                          <p:attrName>fillcolor</p:attrName>
                                        </p:attrNameLst>
                                      </p:cBhvr>
                                      <p:tavLst>
                                        <p:tav tm="0">
                                          <p:val>
                                            <p:strVal val="rgb(77,80,-64)"/>
                                          </p:val>
                                        </p:tav>
                                        <p:tav tm="50000">
                                          <p:val>
                                            <p:strVal val="rgb(-1,0,0)"/>
                                          </p:val>
                                        </p:tav>
                                      </p:tavLst>
                                    </p:anim>
                                    <p:set>
                                      <p:cBhvr>
                                        <p:cTn id="1207" dur="80"/>
                                        <p:tgtEl>
                                          <p:spTgt spid="447"/>
                                        </p:tgtEl>
                                        <p:attrNameLst>
                                          <p:attrName>fill.type</p:attrName>
                                        </p:attrNameLst>
                                      </p:cBhvr>
                                      <p:to>
                                        <p:strVal val="solid"/>
                                      </p:to>
                                    </p:set>
                                  </p:childTnLst>
                                </p:cTn>
                              </p:par>
                            </p:childTnLst>
                          </p:cTn>
                        </p:par>
                      </p:childTnLst>
                    </p:cTn>
                  </p:par>
                  <p:par>
                    <p:cTn id="1208" nodeType="clickEffect" fill="hold">
                      <p:stCondLst>
                        <p:cond delay="indefinite"/>
                      </p:stCondLst>
                      <p:childTnLst>
                        <p:par>
                          <p:cTn id="1209" nodeType="withEffect" fill="hold">
                            <p:stCondLst>
                              <p:cond delay="0"/>
                            </p:stCondLst>
                            <p:childTnLst>
                              <p:par>
                                <p:cTn id="1210" nodeType="clickEffect" fill="hold" presetClass="entr" presetID="2" presetSubtype="4">
                                  <p:stCondLst>
                                    <p:cond delay="0"/>
                                  </p:stCondLst>
                                  <p:childTnLst>
                                    <p:set>
                                      <p:cBhvr>
                                        <p:cTn id="1211" dur="1" fill="hold">
                                          <p:stCondLst>
                                            <p:cond delay="0"/>
                                          </p:stCondLst>
                                        </p:cTn>
                                        <p:tgtEl>
                                          <p:spTgt spid="417"/>
                                        </p:tgtEl>
                                        <p:attrNameLst>
                                          <p:attrName>style.visibility</p:attrName>
                                        </p:attrNameLst>
                                      </p:cBhvr>
                                      <p:to>
                                        <p:strVal val="visible"/>
                                      </p:to>
                                    </p:set>
                                    <p:anim calcmode="lin" valueType="num">
                                      <p:cBhvr additive="base">
                                        <p:cTn id="1212" dur="500" fill="hold"/>
                                        <p:tgtEl>
                                          <p:spTgt spid="417"/>
                                        </p:tgtEl>
                                        <p:attrNameLst>
                                          <p:attrName>ppt_x</p:attrName>
                                        </p:attrNameLst>
                                      </p:cBhvr>
                                      <p:tavLst>
                                        <p:tav tm="0">
                                          <p:val>
                                            <p:strVal val="#ppt_x"/>
                                          </p:val>
                                        </p:tav>
                                        <p:tav tm="100000">
                                          <p:val>
                                            <p:strVal val="#ppt_x"/>
                                          </p:val>
                                        </p:tav>
                                      </p:tavLst>
                                    </p:anim>
                                    <p:anim calcmode="lin" valueType="num">
                                      <p:cBhvr additive="base">
                                        <p:cTn id="1213" dur="500" fill="hold"/>
                                        <p:tgtEl>
                                          <p:spTgt spid="417"/>
                                        </p:tgtEl>
                                        <p:attrNameLst>
                                          <p:attrName>ppt_y</p:attrName>
                                        </p:attrNameLst>
                                      </p:cBhvr>
                                      <p:tavLst>
                                        <p:tav tm="0">
                                          <p:val>
                                            <p:strVal val="1+#ppt_h/2"/>
                                          </p:val>
                                        </p:tav>
                                        <p:tav tm="100000">
                                          <p:val>
                                            <p:strVal val="#ppt_y"/>
                                          </p:val>
                                        </p:tav>
                                      </p:tavLst>
                                    </p:anim>
                                  </p:childTnLst>
                                </p:cTn>
                              </p:par>
                            </p:childTnLst>
                          </p:cTn>
                        </p:par>
                      </p:childTnLst>
                    </p:cTn>
                  </p:par>
                  <p:par>
                    <p:cTn id="1214" nodeType="clickEffect" fill="hold">
                      <p:stCondLst>
                        <p:cond delay="indefinite"/>
                      </p:stCondLst>
                      <p:childTnLst>
                        <p:par>
                          <p:cTn id="1215" nodeType="withEffect" fill="hold">
                            <p:stCondLst>
                              <p:cond delay="0"/>
                            </p:stCondLst>
                            <p:childTnLst>
                              <p:par>
                                <p:cTn id="1216" nodeType="clickEffect" fill="hold" presetClass="entr" presetID="27">
                                  <p:stCondLst>
                                    <p:cond delay="0"/>
                                  </p:stCondLst>
                                  <p:iterate type="lt">
                                    <p:tmAbs val="40"/>
                                  </p:iterate>
                                  <p:childTnLst>
                                    <p:set>
                                      <p:cBhvr>
                                        <p:cTn id="1217" dur="1" fill="hold">
                                          <p:stCondLst>
                                            <p:cond delay="0"/>
                                          </p:stCondLst>
                                        </p:cTn>
                                        <p:tgtEl>
                                          <p:spTgt spid="448"/>
                                        </p:tgtEl>
                                        <p:attrNameLst>
                                          <p:attrName>style.visibility</p:attrName>
                                        </p:attrNameLst>
                                      </p:cBhvr>
                                      <p:to>
                                        <p:strVal val="visible"/>
                                      </p:to>
                                    </p:set>
                                    <p:anim calcmode="discrete" valueType="clr">
                                      <p:cBhvr additive="repl">
                                        <p:cTn id="1218" dur="80"/>
                                        <p:tgtEl>
                                          <p:spTgt spid="448"/>
                                        </p:tgtEl>
                                        <p:attrNameLst>
                                          <p:attrName>style.color</p:attrName>
                                        </p:attrNameLst>
                                      </p:cBhvr>
                                      <p:tavLst>
                                        <p:tav tm="0">
                                          <p:val>
                                            <p:strVal val="rgb(77,80,-64)"/>
                                          </p:val>
                                        </p:tav>
                                        <p:tav tm="50000">
                                          <p:val>
                                            <p:strVal val="rgb(-1,0,0)"/>
                                          </p:val>
                                        </p:tav>
                                      </p:tavLst>
                                    </p:anim>
                                    <p:anim calcmode="discrete" valueType="clr">
                                      <p:cBhvr additive="repl">
                                        <p:cTn id="1219" dur="80"/>
                                        <p:tgtEl>
                                          <p:spTgt spid="448"/>
                                        </p:tgtEl>
                                        <p:attrNameLst>
                                          <p:attrName>fillcolor</p:attrName>
                                        </p:attrNameLst>
                                      </p:cBhvr>
                                      <p:tavLst>
                                        <p:tav tm="0">
                                          <p:val>
                                            <p:strVal val="rgb(77,80,-64)"/>
                                          </p:val>
                                        </p:tav>
                                        <p:tav tm="50000">
                                          <p:val>
                                            <p:strVal val="rgb(-1,0,0)"/>
                                          </p:val>
                                        </p:tav>
                                      </p:tavLst>
                                    </p:anim>
                                    <p:set>
                                      <p:cBhvr>
                                        <p:cTn id="1220" dur="80"/>
                                        <p:tgtEl>
                                          <p:spTgt spid="448"/>
                                        </p:tgtEl>
                                        <p:attrNameLst>
                                          <p:attrName>fill.type</p:attrName>
                                        </p:attrNameLst>
                                      </p:cBhvr>
                                      <p:to>
                                        <p:strVal val="solid"/>
                                      </p:to>
                                    </p:set>
                                  </p:childTnLst>
                                </p:cTn>
                              </p:par>
                            </p:childTnLst>
                          </p:cTn>
                        </p:par>
                      </p:childTnLst>
                    </p:cTn>
                  </p:par>
                  <p:par>
                    <p:cTn id="1221" nodeType="clickEffect" fill="hold">
                      <p:stCondLst>
                        <p:cond delay="indefinite"/>
                      </p:stCondLst>
                      <p:childTnLst>
                        <p:par>
                          <p:cTn id="1222" nodeType="withEffect" fill="hold">
                            <p:stCondLst>
                              <p:cond delay="0"/>
                            </p:stCondLst>
                            <p:childTnLst>
                              <p:par>
                                <p:cTn id="1223" nodeType="clickEffect" fill="hold" presetClass="entr" presetID="22" presetSubtype="4">
                                  <p:stCondLst>
                                    <p:cond delay="0"/>
                                  </p:stCondLst>
                                  <p:childTnLst>
                                    <p:set>
                                      <p:cBhvr>
                                        <p:cTn id="1224" dur="1" fill="hold">
                                          <p:stCondLst>
                                            <p:cond delay="0"/>
                                          </p:stCondLst>
                                        </p:cTn>
                                        <p:tgtEl>
                                          <p:spTgt spid="449"/>
                                        </p:tgtEl>
                                        <p:attrNameLst>
                                          <p:attrName>style.visibility</p:attrName>
                                        </p:attrNameLst>
                                      </p:cBhvr>
                                      <p:to>
                                        <p:strVal val="visible"/>
                                      </p:to>
                                    </p:set>
                                    <p:animEffect filter="wipe(down)" transition="in">
                                      <p:cBhvr additive="repl">
                                        <p:cTn id="1225" dur="500"/>
                                        <p:tgtEl>
                                          <p:spTgt spid="449"/>
                                        </p:tgtEl>
                                      </p:cBhvr>
                                    </p:animEffect>
                                  </p:childTnLst>
                                </p:cTn>
                              </p:par>
                            </p:childTnLst>
                          </p:cTn>
                        </p:par>
                      </p:childTnLst>
                    </p:cTn>
                  </p:par>
                  <p:par>
                    <p:cTn id="1226" nodeType="clickEffect" fill="hold">
                      <p:stCondLst>
                        <p:cond delay="indefinite"/>
                      </p:stCondLst>
                      <p:childTnLst>
                        <p:par>
                          <p:cTn id="1227" nodeType="withEffect" fill="hold">
                            <p:stCondLst>
                              <p:cond delay="0"/>
                            </p:stCondLst>
                            <p:childTnLst>
                              <p:par>
                                <p:cTn id="1228" nodeType="clickEffect" fill="hold" presetClass="entr" presetID="48">
                                  <p:stCondLst>
                                    <p:cond delay="0"/>
                                  </p:stCondLst>
                                  <p:childTnLst>
                                    <p:set>
                                      <p:cBhvr>
                                        <p:cTn id="1229" dur="1" fill="hold">
                                          <p:stCondLst>
                                            <p:cond delay="0"/>
                                          </p:stCondLst>
                                        </p:cTn>
                                        <p:tgtEl>
                                          <p:spTgt spid="438"/>
                                        </p:tgtEl>
                                        <p:attrNameLst>
                                          <p:attrName>style.visibility</p:attrName>
                                        </p:attrNameLst>
                                      </p:cBhvr>
                                      <p:to>
                                        <p:strVal val="visible"/>
                                      </p:to>
                                    </p:set>
                                    <p:anim calcmode="lin" valueType="num">
                                      <p:cBhvr additive="repl">
                                        <p:cTn id="1230" dur="1000" fill="hold"/>
                                        <p:tgtEl>
                                          <p:spTgt spid="438"/>
                                        </p:tgtEl>
                                        <p:attrNameLst>
                                          <p:attrName>r</p:attrName>
                                        </p:attrNameLst>
                                      </p:cBhvr>
                                      <p:tavLst>
                                        <p:tav tm="0">
                                          <p:val>
                                            <p:strVal val="90"/>
                                          </p:val>
                                        </p:tav>
                                        <p:tav tm="80000">
                                          <p:val>
                                            <p:strVal val="90"/>
                                          </p:val>
                                        </p:tav>
                                        <p:tav tm="80000">
                                          <p:val>
                                            <p:strVal val="90"/>
                                          </p:val>
                                        </p:tav>
                                        <p:tav tm="100000">
                                          <p:val>
                                            <p:strVal val="0"/>
                                          </p:val>
                                        </p:tav>
                                      </p:tavLst>
                                    </p:anim>
                                    <p:anim calcmode="lin" valueType="num">
                                      <p:cBhvr additive="repl">
                                        <p:cTn id="1231" dur="1000" fill="hold"/>
                                        <p:tgtEl>
                                          <p:spTgt spid="438"/>
                                        </p:tgtEl>
                                        <p:attrNameLst>
                                          <p:attrName>ppt_x</p:attrName>
                                        </p:attrNameLst>
                                      </p:cBhvr>
                                      <p:tavLst>
                                        <p:tav tm="0">
                                          <p:val>
                                            <p:fltVal val="-1"/>
                                          </p:val>
                                        </p:tav>
                                        <p:tav tm="50000">
                                          <p:val>
                                            <p:fltVal val="0.949999988079071"/>
                                          </p:val>
                                        </p:tav>
                                        <p:tav tm="100000">
                                          <p:val>
                                            <p:strVal val="#ppt_x"/>
                                          </p:val>
                                        </p:tav>
                                      </p:tavLst>
                                    </p:anim>
                                    <p:anim calcmode="lin" valueType="num">
                                      <p:cBhvr additive="repl">
                                        <p:cTn id="1232" dur="1000" fill="hold"/>
                                        <p:tgtEl>
                                          <p:spTgt spid="438"/>
                                        </p:tgtEl>
                                        <p:attrNameLst>
                                          <p:attrName>ppt_y</p:attrName>
                                        </p:attrNameLst>
                                      </p:cBhvr>
                                      <p:tavLst>
                                        <p:tav tm="0">
                                          <p:val>
                                            <p:strVal val="#ppt_y"/>
                                          </p:val>
                                        </p:tav>
                                        <p:tav tm="100000">
                                          <p:val>
                                            <p:strVal val="#ppt_y"/>
                                          </p:val>
                                        </p:tav>
                                      </p:tavLst>
                                    </p:anim>
                                    <p:animEffect filter="fade" transition="in">
                                      <p:cBhvr additive="repl">
                                        <p:cTn id="1233" dur="1000"/>
                                        <p:tgtEl>
                                          <p:spTgt spid="438"/>
                                        </p:tgtEl>
                                      </p:cBhvr>
                                    </p:animEffect>
                                  </p:childTnLst>
                                </p:cTn>
                              </p:par>
                            </p:childTnLst>
                          </p:cTn>
                        </p:par>
                      </p:childTnLst>
                    </p:cTn>
                  </p:par>
                  <p:par>
                    <p:cTn id="1234" nodeType="clickEffect" fill="hold">
                      <p:stCondLst>
                        <p:cond delay="indefinite"/>
                      </p:stCondLst>
                      <p:childTnLst>
                        <p:par>
                          <p:cTn id="1235" nodeType="withEffect" fill="hold">
                            <p:stCondLst>
                              <p:cond delay="0"/>
                            </p:stCondLst>
                            <p:childTnLst>
                              <p:par>
                                <p:cTn id="1236" nodeType="clickEffect" fill="hold" presetClass="entr" presetID="48">
                                  <p:stCondLst>
                                    <p:cond delay="0"/>
                                  </p:stCondLst>
                                  <p:childTnLst>
                                    <p:set>
                                      <p:cBhvr>
                                        <p:cTn id="1237" dur="1" fill="hold">
                                          <p:stCondLst>
                                            <p:cond delay="0"/>
                                          </p:stCondLst>
                                        </p:cTn>
                                        <p:tgtEl>
                                          <p:spTgt spid="442"/>
                                        </p:tgtEl>
                                        <p:attrNameLst>
                                          <p:attrName>style.visibility</p:attrName>
                                        </p:attrNameLst>
                                      </p:cBhvr>
                                      <p:to>
                                        <p:strVal val="visible"/>
                                      </p:to>
                                    </p:set>
                                    <p:anim calcmode="lin" valueType="num">
                                      <p:cBhvr additive="repl">
                                        <p:cTn id="1238" dur="1000" fill="hold"/>
                                        <p:tgtEl>
                                          <p:spTgt spid="442"/>
                                        </p:tgtEl>
                                        <p:attrNameLst>
                                          <p:attrName>r</p:attrName>
                                        </p:attrNameLst>
                                      </p:cBhvr>
                                      <p:tavLst>
                                        <p:tav tm="0">
                                          <p:val>
                                            <p:strVal val="90"/>
                                          </p:val>
                                        </p:tav>
                                        <p:tav tm="80000">
                                          <p:val>
                                            <p:strVal val="90"/>
                                          </p:val>
                                        </p:tav>
                                        <p:tav tm="80000">
                                          <p:val>
                                            <p:strVal val="90"/>
                                          </p:val>
                                        </p:tav>
                                        <p:tav tm="100000">
                                          <p:val>
                                            <p:strVal val="0"/>
                                          </p:val>
                                        </p:tav>
                                      </p:tavLst>
                                    </p:anim>
                                    <p:anim calcmode="lin" valueType="num">
                                      <p:cBhvr additive="repl">
                                        <p:cTn id="1239" dur="1000" fill="hold"/>
                                        <p:tgtEl>
                                          <p:spTgt spid="442"/>
                                        </p:tgtEl>
                                        <p:attrNameLst>
                                          <p:attrName>ppt_x</p:attrName>
                                        </p:attrNameLst>
                                      </p:cBhvr>
                                      <p:tavLst>
                                        <p:tav tm="0">
                                          <p:val>
                                            <p:fltVal val="-1"/>
                                          </p:val>
                                        </p:tav>
                                        <p:tav tm="50000">
                                          <p:val>
                                            <p:fltVal val="0.949999988079071"/>
                                          </p:val>
                                        </p:tav>
                                        <p:tav tm="100000">
                                          <p:val>
                                            <p:strVal val="#ppt_x"/>
                                          </p:val>
                                        </p:tav>
                                      </p:tavLst>
                                    </p:anim>
                                    <p:anim calcmode="lin" valueType="num">
                                      <p:cBhvr additive="repl">
                                        <p:cTn id="1240" dur="1000" fill="hold"/>
                                        <p:tgtEl>
                                          <p:spTgt spid="442"/>
                                        </p:tgtEl>
                                        <p:attrNameLst>
                                          <p:attrName>ppt_y</p:attrName>
                                        </p:attrNameLst>
                                      </p:cBhvr>
                                      <p:tavLst>
                                        <p:tav tm="0">
                                          <p:val>
                                            <p:strVal val="#ppt_y"/>
                                          </p:val>
                                        </p:tav>
                                        <p:tav tm="100000">
                                          <p:val>
                                            <p:strVal val="#ppt_y"/>
                                          </p:val>
                                        </p:tav>
                                      </p:tavLst>
                                    </p:anim>
                                    <p:animEffect filter="fade" transition="in">
                                      <p:cBhvr additive="repl">
                                        <p:cTn id="1241" dur="1000"/>
                                        <p:tgtEl>
                                          <p:spTgt spid="442"/>
                                        </p:tgtEl>
                                      </p:cBhvr>
                                    </p:animEffect>
                                  </p:childTnLst>
                                </p:cTn>
                              </p:par>
                              <p:par>
                                <p:cTn id="1242" nodeType="withEffect" fill="hold" presetClass="entr" presetID="48">
                                  <p:stCondLst>
                                    <p:cond delay="0"/>
                                  </p:stCondLst>
                                  <p:childTnLst>
                                    <p:set>
                                      <p:cBhvr>
                                        <p:cTn id="1243" dur="1" fill="hold">
                                          <p:stCondLst>
                                            <p:cond delay="0"/>
                                          </p:stCondLst>
                                        </p:cTn>
                                        <p:tgtEl>
                                          <p:spTgt spid="446"/>
                                        </p:tgtEl>
                                        <p:attrNameLst>
                                          <p:attrName>style.visibility</p:attrName>
                                        </p:attrNameLst>
                                      </p:cBhvr>
                                      <p:to>
                                        <p:strVal val="visible"/>
                                      </p:to>
                                    </p:set>
                                    <p:anim calcmode="lin" valueType="num">
                                      <p:cBhvr additive="repl">
                                        <p:cTn id="1244" dur="1000" fill="hold"/>
                                        <p:tgtEl>
                                          <p:spTgt spid="446"/>
                                        </p:tgtEl>
                                        <p:attrNameLst>
                                          <p:attrName>r</p:attrName>
                                        </p:attrNameLst>
                                      </p:cBhvr>
                                      <p:tavLst>
                                        <p:tav tm="0">
                                          <p:val>
                                            <p:strVal val="90"/>
                                          </p:val>
                                        </p:tav>
                                        <p:tav tm="80000">
                                          <p:val>
                                            <p:strVal val="90"/>
                                          </p:val>
                                        </p:tav>
                                        <p:tav tm="80000">
                                          <p:val>
                                            <p:strVal val="90"/>
                                          </p:val>
                                        </p:tav>
                                        <p:tav tm="100000">
                                          <p:val>
                                            <p:strVal val="0"/>
                                          </p:val>
                                        </p:tav>
                                      </p:tavLst>
                                    </p:anim>
                                    <p:anim calcmode="lin" valueType="num">
                                      <p:cBhvr additive="repl">
                                        <p:cTn id="1245" dur="1000" fill="hold"/>
                                        <p:tgtEl>
                                          <p:spTgt spid="446"/>
                                        </p:tgtEl>
                                        <p:attrNameLst>
                                          <p:attrName>ppt_x</p:attrName>
                                        </p:attrNameLst>
                                      </p:cBhvr>
                                      <p:tavLst>
                                        <p:tav tm="0">
                                          <p:val>
                                            <p:fltVal val="-1"/>
                                          </p:val>
                                        </p:tav>
                                        <p:tav tm="50000">
                                          <p:val>
                                            <p:fltVal val="0.949999988079071"/>
                                          </p:val>
                                        </p:tav>
                                        <p:tav tm="100000">
                                          <p:val>
                                            <p:strVal val="#ppt_x"/>
                                          </p:val>
                                        </p:tav>
                                      </p:tavLst>
                                    </p:anim>
                                    <p:anim calcmode="lin" valueType="num">
                                      <p:cBhvr additive="repl">
                                        <p:cTn id="1246" dur="1000" fill="hold"/>
                                        <p:tgtEl>
                                          <p:spTgt spid="446"/>
                                        </p:tgtEl>
                                        <p:attrNameLst>
                                          <p:attrName>ppt_y</p:attrName>
                                        </p:attrNameLst>
                                      </p:cBhvr>
                                      <p:tavLst>
                                        <p:tav tm="0">
                                          <p:val>
                                            <p:strVal val="#ppt_y"/>
                                          </p:val>
                                        </p:tav>
                                        <p:tav tm="100000">
                                          <p:val>
                                            <p:strVal val="#ppt_y"/>
                                          </p:val>
                                        </p:tav>
                                      </p:tavLst>
                                    </p:anim>
                                    <p:animEffect filter="fade" transition="in">
                                      <p:cBhvr additive="repl">
                                        <p:cTn id="1247" dur="1000"/>
                                        <p:tgtEl>
                                          <p:spTgt spid="446"/>
                                        </p:tgtEl>
                                      </p:cBhvr>
                                    </p:animEffect>
                                  </p:childTnLst>
                                </p:cTn>
                              </p:par>
                              <p:par>
                                <p:cTn id="1248" nodeType="withEffect" fill="hold" presetClass="entr" presetID="48">
                                  <p:stCondLst>
                                    <p:cond delay="0"/>
                                  </p:stCondLst>
                                  <p:childTnLst>
                                    <p:set>
                                      <p:cBhvr>
                                        <p:cTn id="1249" dur="1" fill="hold">
                                          <p:stCondLst>
                                            <p:cond delay="0"/>
                                          </p:stCondLst>
                                        </p:cTn>
                                        <p:tgtEl>
                                          <p:spTgt spid="445"/>
                                        </p:tgtEl>
                                        <p:attrNameLst>
                                          <p:attrName>style.visibility</p:attrName>
                                        </p:attrNameLst>
                                      </p:cBhvr>
                                      <p:to>
                                        <p:strVal val="visible"/>
                                      </p:to>
                                    </p:set>
                                    <p:anim calcmode="lin" valueType="num">
                                      <p:cBhvr additive="repl">
                                        <p:cTn id="1250" dur="1000" fill="hold"/>
                                        <p:tgtEl>
                                          <p:spTgt spid="445"/>
                                        </p:tgtEl>
                                        <p:attrNameLst>
                                          <p:attrName>r</p:attrName>
                                        </p:attrNameLst>
                                      </p:cBhvr>
                                      <p:tavLst>
                                        <p:tav tm="0">
                                          <p:val>
                                            <p:strVal val="90"/>
                                          </p:val>
                                        </p:tav>
                                        <p:tav tm="80000">
                                          <p:val>
                                            <p:strVal val="90"/>
                                          </p:val>
                                        </p:tav>
                                        <p:tav tm="80000">
                                          <p:val>
                                            <p:strVal val="90"/>
                                          </p:val>
                                        </p:tav>
                                        <p:tav tm="100000">
                                          <p:val>
                                            <p:strVal val="0"/>
                                          </p:val>
                                        </p:tav>
                                      </p:tavLst>
                                    </p:anim>
                                    <p:anim calcmode="lin" valueType="num">
                                      <p:cBhvr additive="repl">
                                        <p:cTn id="1251" dur="1000" fill="hold"/>
                                        <p:tgtEl>
                                          <p:spTgt spid="445"/>
                                        </p:tgtEl>
                                        <p:attrNameLst>
                                          <p:attrName>ppt_x</p:attrName>
                                        </p:attrNameLst>
                                      </p:cBhvr>
                                      <p:tavLst>
                                        <p:tav tm="0">
                                          <p:val>
                                            <p:fltVal val="-1"/>
                                          </p:val>
                                        </p:tav>
                                        <p:tav tm="50000">
                                          <p:val>
                                            <p:fltVal val="0.949999988079071"/>
                                          </p:val>
                                        </p:tav>
                                        <p:tav tm="100000">
                                          <p:val>
                                            <p:strVal val="#ppt_x"/>
                                          </p:val>
                                        </p:tav>
                                      </p:tavLst>
                                    </p:anim>
                                    <p:anim calcmode="lin" valueType="num">
                                      <p:cBhvr additive="repl">
                                        <p:cTn id="1252" dur="1000" fill="hold"/>
                                        <p:tgtEl>
                                          <p:spTgt spid="445"/>
                                        </p:tgtEl>
                                        <p:attrNameLst>
                                          <p:attrName>ppt_y</p:attrName>
                                        </p:attrNameLst>
                                      </p:cBhvr>
                                      <p:tavLst>
                                        <p:tav tm="0">
                                          <p:val>
                                            <p:strVal val="#ppt_y"/>
                                          </p:val>
                                        </p:tav>
                                        <p:tav tm="100000">
                                          <p:val>
                                            <p:strVal val="#ppt_y"/>
                                          </p:val>
                                        </p:tav>
                                      </p:tavLst>
                                    </p:anim>
                                    <p:animEffect filter="fade" transition="in">
                                      <p:cBhvr additive="repl">
                                        <p:cTn id="1253" dur="1000"/>
                                        <p:tgtEl>
                                          <p:spTgt spid="44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50" name="Rectangle 42"/>
          <p:cNvSpPr/>
          <p:nvPr/>
        </p:nvSpPr>
        <p:spPr>
          <a:xfrm>
            <a:off x="228600" y="1193760"/>
            <a:ext cx="5372280" cy="3137040"/>
          </a:xfrm>
          <a:prstGeom prst="rect">
            <a:avLst/>
          </a:prstGeom>
          <a:solidFill>
            <a:srgbClr val="ccff99"/>
          </a:solidFill>
          <a:ln w="9360">
            <a:solidFill>
              <a:srgbClr val="000000"/>
            </a:solidFill>
            <a:miter/>
          </a:ln>
        </p:spPr>
        <p:style>
          <a:lnRef idx="0"/>
          <a:fillRef idx="0"/>
          <a:effectRef idx="0"/>
          <a:fontRef idx="minor"/>
        </p:style>
        <p:txBody>
          <a:bodyPr wrap="none" lIns="90000" rIns="90000" tIns="46800" bIns="46800" anchor="ctr">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trike="noStrike" u="none">
              <a:solidFill>
                <a:srgbClr val="000000"/>
              </a:solidFill>
              <a:effectLst/>
              <a:uFillTx/>
              <a:latin typeface="Arial"/>
            </a:endParaRPr>
          </a:p>
        </p:txBody>
      </p:sp>
      <p:sp>
        <p:nvSpPr>
          <p:cNvPr id="451" name="Rectangle 4"/>
          <p:cNvSpPr/>
          <p:nvPr/>
        </p:nvSpPr>
        <p:spPr>
          <a:xfrm>
            <a:off x="730800" y="645840"/>
            <a:ext cx="5575320" cy="520920"/>
          </a:xfrm>
          <a:prstGeom prst="rect">
            <a:avLst/>
          </a:prstGeom>
          <a:noFill/>
          <a:ln w="0">
            <a:noFill/>
          </a:ln>
        </p:spPr>
        <p:style>
          <a:lnRef idx="0"/>
          <a:fillRef idx="0"/>
          <a:effectRef idx="0"/>
          <a:fontRef idx="minor"/>
        </p:style>
        <p:txBody>
          <a:bodyPr wrap="none" lIns="90000" rIns="90000" tIns="46800" bIns="46800" anchor="ctr">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800" strike="noStrike" u="none">
                <a:solidFill>
                  <a:srgbClr val="c00000"/>
                </a:solidFill>
                <a:effectLst/>
                <a:uFillTx/>
                <a:latin typeface="Times New Roman"/>
                <a:ea typeface="Times New Roman"/>
              </a:rPr>
              <a:t>Compression isotherme quasi statique</a:t>
            </a:r>
            <a:endParaRPr b="0" lang="en-US" sz="2800" strike="noStrike" u="none">
              <a:solidFill>
                <a:srgbClr val="000000"/>
              </a:solidFill>
              <a:effectLst/>
              <a:uFillTx/>
              <a:latin typeface="Arial"/>
            </a:endParaRPr>
          </a:p>
        </p:txBody>
      </p:sp>
      <p:grpSp>
        <p:nvGrpSpPr>
          <p:cNvPr id="452" name="Group 6"/>
          <p:cNvGrpSpPr/>
          <p:nvPr/>
        </p:nvGrpSpPr>
        <p:grpSpPr>
          <a:xfrm>
            <a:off x="204840" y="1224000"/>
            <a:ext cx="5412960" cy="3144600"/>
            <a:chOff x="204840" y="1224000"/>
            <a:chExt cx="5412960" cy="3144600"/>
          </a:xfrm>
        </p:grpSpPr>
        <p:sp>
          <p:nvSpPr>
            <p:cNvPr id="453" name="AutoShape 7"/>
            <p:cNvSpPr/>
            <p:nvPr/>
          </p:nvSpPr>
          <p:spPr>
            <a:xfrm>
              <a:off x="204840" y="1224000"/>
              <a:ext cx="5412960" cy="3144600"/>
            </a:xfrm>
            <a:prstGeom prst="rect">
              <a:avLst/>
            </a:prstGeom>
            <a:noFill/>
            <a:ln w="9360">
              <a:solidFill>
                <a:srgbClr val="000000"/>
              </a:solidFill>
              <a:miter/>
            </a:ln>
          </p:spPr>
          <p:style>
            <a:lnRef idx="0"/>
            <a:fillRef idx="0"/>
            <a:effectRef idx="0"/>
            <a:fontRef idx="minor"/>
          </p:style>
          <p:txBody>
            <a:bodyPr lIns="90000" rIns="90000" tIns="46800" bIns="46800" anchor="t">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trike="noStrike" u="none">
                <a:solidFill>
                  <a:srgbClr val="000000"/>
                </a:solidFill>
                <a:effectLst/>
                <a:uFillTx/>
                <a:latin typeface="Arial"/>
              </a:endParaRPr>
            </a:p>
          </p:txBody>
        </p:sp>
        <p:grpSp>
          <p:nvGrpSpPr>
            <p:cNvPr id="454" name="Group 8"/>
            <p:cNvGrpSpPr/>
            <p:nvPr/>
          </p:nvGrpSpPr>
          <p:grpSpPr>
            <a:xfrm>
              <a:off x="2269080" y="1297080"/>
              <a:ext cx="2040120" cy="1973160"/>
              <a:chOff x="2269080" y="1297080"/>
              <a:chExt cx="2040120" cy="1973160"/>
            </a:xfrm>
          </p:grpSpPr>
          <p:sp>
            <p:nvSpPr>
              <p:cNvPr id="455" name="Freeform 9"/>
              <p:cNvSpPr/>
              <p:nvPr/>
            </p:nvSpPr>
            <p:spPr>
              <a:xfrm>
                <a:off x="3024000" y="2831760"/>
                <a:ext cx="767880" cy="123480"/>
              </a:xfrm>
              <a:custGeom>
                <a:avLst/>
                <a:gdLst>
                  <a:gd name="textAreaLeft" fmla="*/ 0 w 767880"/>
                  <a:gd name="textAreaRight" fmla="*/ 768240 w 767880"/>
                  <a:gd name="textAreaTop" fmla="*/ 0 h 123480"/>
                  <a:gd name="textAreaBottom" fmla="*/ 123840 h 123480"/>
                  <a:gd name="GluePoint1X" fmla="*/ 0 w 455"/>
                  <a:gd name="GluePoint1Y" fmla="*/ 3 h 76"/>
                  <a:gd name="GluePoint2X" fmla="*/ 38 w 455"/>
                  <a:gd name="GluePoint2Y" fmla="*/ 3 h 76"/>
                  <a:gd name="GluePoint3X" fmla="*/ 34 w 455"/>
                  <a:gd name="GluePoint3Y" fmla="*/ 0 h 76"/>
                  <a:gd name="GluePoint4X" fmla="*/ 4 w 455"/>
                  <a:gd name="GluePoint4Y" fmla="*/ 3 h 76"/>
                  <a:gd name="GluePoint5X" fmla="*/ 0 w 455"/>
                  <a:gd name="GluePoint5Y" fmla="*/ 3 h 76"/>
                </a:gdLst>
                <a:ahLst/>
                <a:cxnLst>
                  <a:cxn ang="0">
                    <a:pos x="GluePoint1X" y="GluePoint1Y"/>
                  </a:cxn>
                  <a:cxn ang="0">
                    <a:pos x="GluePoint2X" y="GluePoint2Y"/>
                  </a:cxn>
                  <a:cxn ang="0">
                    <a:pos x="GluePoint3X" y="GluePoint3Y"/>
                  </a:cxn>
                  <a:cxn ang="0">
                    <a:pos x="GluePoint4X" y="GluePoint4Y"/>
                  </a:cxn>
                  <a:cxn ang="0">
                    <a:pos x="GluePoint5X" y="GluePoint5Y"/>
                  </a:cxn>
                </a:cxnLst>
                <a:rect l="textAreaLeft" t="textAreaTop" r="textAreaRight" b="textAreaBottom"/>
                <a:pathLst>
                  <a:path w="455" h="76">
                    <a:moveTo>
                      <a:pt x="0" y="76"/>
                    </a:moveTo>
                    <a:lnTo>
                      <a:pt x="455" y="76"/>
                    </a:lnTo>
                    <a:lnTo>
                      <a:pt x="417" y="0"/>
                    </a:lnTo>
                    <a:lnTo>
                      <a:pt x="36" y="3"/>
                    </a:lnTo>
                    <a:lnTo>
                      <a:pt x="0" y="76"/>
                    </a:lnTo>
                    <a:close/>
                  </a:path>
                </a:pathLst>
              </a:custGeom>
              <a:solidFill>
                <a:srgbClr val="c0c0c0"/>
              </a:solidFill>
              <a:ln w="1800">
                <a:solidFill>
                  <a:srgbClr val="000000"/>
                </a:solidFill>
                <a:round/>
              </a:ln>
            </p:spPr>
            <p:style>
              <a:lnRef idx="0"/>
              <a:fillRef idx="0"/>
              <a:effectRef idx="0"/>
              <a:fontRef idx="minor"/>
            </p:style>
            <p:txBody>
              <a:bodyPr lIns="90000" rIns="90000" tIns="46800" bIns="46800" anchor="t">
                <a:noAutofit/>
              </a:bodyPr>
              <a:p>
                <a:endParaRPr b="0" lang="en-US" sz="1800" strike="noStrike" u="none">
                  <a:solidFill>
                    <a:srgbClr val="000000"/>
                  </a:solidFill>
                  <a:effectLst/>
                  <a:uFillTx/>
                  <a:latin typeface="Arial"/>
                </a:endParaRPr>
              </a:p>
            </p:txBody>
          </p:sp>
          <p:sp>
            <p:nvSpPr>
              <p:cNvPr id="456" name="Freeform 10"/>
              <p:cNvSpPr/>
              <p:nvPr/>
            </p:nvSpPr>
            <p:spPr>
              <a:xfrm>
                <a:off x="2854440" y="2575800"/>
                <a:ext cx="648720" cy="117360"/>
              </a:xfrm>
              <a:custGeom>
                <a:avLst/>
                <a:gdLst>
                  <a:gd name="textAreaLeft" fmla="*/ 0 w 648720"/>
                  <a:gd name="textAreaRight" fmla="*/ 649080 w 648720"/>
                  <a:gd name="textAreaTop" fmla="*/ 0 h 117360"/>
                  <a:gd name="textAreaBottom" fmla="*/ 117720 h 117360"/>
                  <a:gd name="GluePoint1X" fmla="*/ 0 w 382"/>
                  <a:gd name="GluePoint1Y" fmla="*/ 3 h 71"/>
                  <a:gd name="GluePoint2X" fmla="*/ 35 w 382"/>
                  <a:gd name="GluePoint2Y" fmla="*/ 3 h 71"/>
                  <a:gd name="GluePoint3X" fmla="*/ 32 w 382"/>
                  <a:gd name="GluePoint3Y" fmla="*/ 0 h 71"/>
                  <a:gd name="GluePoint4X" fmla="*/ 4 w 382"/>
                  <a:gd name="GluePoint4Y" fmla="*/ 0 h 71"/>
                  <a:gd name="GluePoint5X" fmla="*/ 0 w 382"/>
                  <a:gd name="GluePoint5Y" fmla="*/ 3 h 71"/>
                </a:gdLst>
                <a:ahLst/>
                <a:cxnLst>
                  <a:cxn ang="0">
                    <a:pos x="GluePoint1X" y="GluePoint1Y"/>
                  </a:cxn>
                  <a:cxn ang="0">
                    <a:pos x="GluePoint2X" y="GluePoint2Y"/>
                  </a:cxn>
                  <a:cxn ang="0">
                    <a:pos x="GluePoint3X" y="GluePoint3Y"/>
                  </a:cxn>
                  <a:cxn ang="0">
                    <a:pos x="GluePoint4X" y="GluePoint4Y"/>
                  </a:cxn>
                  <a:cxn ang="0">
                    <a:pos x="GluePoint5X" y="GluePoint5Y"/>
                  </a:cxn>
                </a:cxnLst>
                <a:rect l="textAreaLeft" t="textAreaTop" r="textAreaRight" b="textAreaBottom"/>
                <a:pathLst>
                  <a:path w="382" h="71">
                    <a:moveTo>
                      <a:pt x="0" y="71"/>
                    </a:moveTo>
                    <a:lnTo>
                      <a:pt x="382" y="69"/>
                    </a:lnTo>
                    <a:lnTo>
                      <a:pt x="343" y="0"/>
                    </a:lnTo>
                    <a:lnTo>
                      <a:pt x="40" y="0"/>
                    </a:lnTo>
                    <a:lnTo>
                      <a:pt x="0" y="71"/>
                    </a:lnTo>
                    <a:close/>
                  </a:path>
                </a:pathLst>
              </a:custGeom>
              <a:solidFill>
                <a:srgbClr val="c0c0c0"/>
              </a:solidFill>
              <a:ln w="1800">
                <a:solidFill>
                  <a:srgbClr val="000000"/>
                </a:solidFill>
                <a:round/>
              </a:ln>
            </p:spPr>
            <p:style>
              <a:lnRef idx="0"/>
              <a:fillRef idx="0"/>
              <a:effectRef idx="0"/>
              <a:fontRef idx="minor"/>
            </p:style>
            <p:txBody>
              <a:bodyPr lIns="90000" rIns="90000" tIns="46800" bIns="46800" anchor="t">
                <a:noAutofit/>
              </a:bodyPr>
              <a:p>
                <a:endParaRPr b="0" lang="en-US" sz="1800" strike="noStrike" u="none">
                  <a:solidFill>
                    <a:srgbClr val="000000"/>
                  </a:solidFill>
                  <a:effectLst/>
                  <a:uFillTx/>
                  <a:latin typeface="Arial"/>
                </a:endParaRPr>
              </a:p>
            </p:txBody>
          </p:sp>
          <p:sp>
            <p:nvSpPr>
              <p:cNvPr id="457" name="Freeform 11"/>
              <p:cNvSpPr/>
              <p:nvPr/>
            </p:nvSpPr>
            <p:spPr>
              <a:xfrm>
                <a:off x="2738880" y="2392560"/>
                <a:ext cx="513720" cy="123120"/>
              </a:xfrm>
              <a:custGeom>
                <a:avLst/>
                <a:gdLst>
                  <a:gd name="textAreaLeft" fmla="*/ 0 w 513720"/>
                  <a:gd name="textAreaRight" fmla="*/ 514080 w 513720"/>
                  <a:gd name="textAreaTop" fmla="*/ 0 h 123120"/>
                  <a:gd name="textAreaBottom" fmla="*/ 123480 h 123120"/>
                  <a:gd name="GluePoint1X" fmla="*/ 0 w 303"/>
                  <a:gd name="GluePoint1Y" fmla="*/ 3 h 75"/>
                  <a:gd name="GluePoint2X" fmla="*/ 27 w 303"/>
                  <a:gd name="GluePoint2Y" fmla="*/ 3 h 75"/>
                  <a:gd name="GluePoint3X" fmla="*/ 23 w 303"/>
                  <a:gd name="GluePoint3Y" fmla="*/ 0 h 75"/>
                  <a:gd name="GluePoint4X" fmla="*/ 4 w 303"/>
                  <a:gd name="GluePoint4Y" fmla="*/ 0 h 75"/>
                  <a:gd name="GluePoint5X" fmla="*/ 0 w 303"/>
                  <a:gd name="GluePoint5Y" fmla="*/ 3 h 75"/>
                </a:gdLst>
                <a:ahLst/>
                <a:cxnLst>
                  <a:cxn ang="0">
                    <a:pos x="GluePoint1X" y="GluePoint1Y"/>
                  </a:cxn>
                  <a:cxn ang="0">
                    <a:pos x="GluePoint2X" y="GluePoint2Y"/>
                  </a:cxn>
                  <a:cxn ang="0">
                    <a:pos x="GluePoint3X" y="GluePoint3Y"/>
                  </a:cxn>
                  <a:cxn ang="0">
                    <a:pos x="GluePoint4X" y="GluePoint4Y"/>
                  </a:cxn>
                  <a:cxn ang="0">
                    <a:pos x="GluePoint5X" y="GluePoint5Y"/>
                  </a:cxn>
                </a:cxnLst>
                <a:rect l="textAreaLeft" t="textAreaTop" r="textAreaRight" b="textAreaBottom"/>
                <a:pathLst>
                  <a:path w="303" h="75">
                    <a:moveTo>
                      <a:pt x="0" y="75"/>
                    </a:moveTo>
                    <a:lnTo>
                      <a:pt x="303" y="72"/>
                    </a:lnTo>
                    <a:lnTo>
                      <a:pt x="262" y="0"/>
                    </a:lnTo>
                    <a:lnTo>
                      <a:pt x="36" y="0"/>
                    </a:lnTo>
                    <a:lnTo>
                      <a:pt x="0" y="75"/>
                    </a:lnTo>
                    <a:close/>
                  </a:path>
                </a:pathLst>
              </a:custGeom>
              <a:solidFill>
                <a:srgbClr val="c0c0c0"/>
              </a:solidFill>
              <a:ln w="1800">
                <a:solidFill>
                  <a:srgbClr val="000000"/>
                </a:solidFill>
                <a:round/>
              </a:ln>
            </p:spPr>
            <p:style>
              <a:lnRef idx="0"/>
              <a:fillRef idx="0"/>
              <a:effectRef idx="0"/>
              <a:fontRef idx="minor"/>
            </p:style>
            <p:txBody>
              <a:bodyPr lIns="90000" rIns="90000" tIns="46800" bIns="46800" anchor="t">
                <a:noAutofit/>
              </a:bodyPr>
              <a:p>
                <a:endParaRPr b="0" lang="en-US" sz="1800" strike="noStrike" u="none">
                  <a:solidFill>
                    <a:srgbClr val="000000"/>
                  </a:solidFill>
                  <a:effectLst/>
                  <a:uFillTx/>
                  <a:latin typeface="Arial"/>
                </a:endParaRPr>
              </a:p>
            </p:txBody>
          </p:sp>
          <p:sp>
            <p:nvSpPr>
              <p:cNvPr id="458" name="Freeform 12"/>
              <p:cNvSpPr/>
              <p:nvPr/>
            </p:nvSpPr>
            <p:spPr>
              <a:xfrm>
                <a:off x="2484720" y="2225160"/>
                <a:ext cx="379440" cy="123480"/>
              </a:xfrm>
              <a:custGeom>
                <a:avLst/>
                <a:gdLst>
                  <a:gd name="textAreaLeft" fmla="*/ 0 w 379440"/>
                  <a:gd name="textAreaRight" fmla="*/ 379800 w 379440"/>
                  <a:gd name="textAreaTop" fmla="*/ 0 h 123480"/>
                  <a:gd name="textAreaBottom" fmla="*/ 123840 h 123480"/>
                  <a:gd name="GluePoint1X" fmla="*/ 0 w 228"/>
                  <a:gd name="GluePoint1Y" fmla="*/ 3 h 75"/>
                  <a:gd name="GluePoint2X" fmla="*/ 14 w 228"/>
                  <a:gd name="GluePoint2Y" fmla="*/ 3 h 75"/>
                  <a:gd name="GluePoint3X" fmla="*/ 12 w 228"/>
                  <a:gd name="GluePoint3Y" fmla="*/ 0 h 75"/>
                  <a:gd name="GluePoint4X" fmla="*/ 3 w 228"/>
                  <a:gd name="GluePoint4Y" fmla="*/ 3 h 75"/>
                  <a:gd name="GluePoint5X" fmla="*/ 0 w 228"/>
                  <a:gd name="GluePoint5Y" fmla="*/ 3 h 75"/>
                </a:gdLst>
                <a:ahLst/>
                <a:cxnLst>
                  <a:cxn ang="0">
                    <a:pos x="GluePoint1X" y="GluePoint1Y"/>
                  </a:cxn>
                  <a:cxn ang="0">
                    <a:pos x="GluePoint2X" y="GluePoint2Y"/>
                  </a:cxn>
                  <a:cxn ang="0">
                    <a:pos x="GluePoint3X" y="GluePoint3Y"/>
                  </a:cxn>
                  <a:cxn ang="0">
                    <a:pos x="GluePoint4X" y="GluePoint4Y"/>
                  </a:cxn>
                  <a:cxn ang="0">
                    <a:pos x="GluePoint5X" y="GluePoint5Y"/>
                  </a:cxn>
                </a:cxnLst>
                <a:rect l="textAreaLeft" t="textAreaTop" r="textAreaRight" b="textAreaBottom"/>
                <a:pathLst>
                  <a:path w="228" h="75">
                    <a:moveTo>
                      <a:pt x="0" y="75"/>
                    </a:moveTo>
                    <a:lnTo>
                      <a:pt x="228" y="72"/>
                    </a:lnTo>
                    <a:lnTo>
                      <a:pt x="189" y="0"/>
                    </a:lnTo>
                    <a:lnTo>
                      <a:pt x="33" y="3"/>
                    </a:lnTo>
                    <a:lnTo>
                      <a:pt x="0" y="75"/>
                    </a:lnTo>
                    <a:close/>
                  </a:path>
                </a:pathLst>
              </a:custGeom>
              <a:solidFill>
                <a:srgbClr val="c0c0c0"/>
              </a:solidFill>
              <a:ln w="1800">
                <a:solidFill>
                  <a:srgbClr val="000000"/>
                </a:solidFill>
                <a:round/>
              </a:ln>
            </p:spPr>
            <p:style>
              <a:lnRef idx="0"/>
              <a:fillRef idx="0"/>
              <a:effectRef idx="0"/>
              <a:fontRef idx="minor"/>
            </p:style>
            <p:txBody>
              <a:bodyPr lIns="90000" rIns="90000" tIns="46800" bIns="46800" anchor="t">
                <a:noAutofit/>
              </a:bodyPr>
              <a:p>
                <a:endParaRPr b="0" lang="en-US" sz="1800" strike="noStrike" u="none">
                  <a:solidFill>
                    <a:srgbClr val="000000"/>
                  </a:solidFill>
                  <a:effectLst/>
                  <a:uFillTx/>
                  <a:latin typeface="Arial"/>
                </a:endParaRPr>
              </a:p>
            </p:txBody>
          </p:sp>
          <p:sp>
            <p:nvSpPr>
              <p:cNvPr id="459" name="Freeform 13"/>
              <p:cNvSpPr/>
              <p:nvPr/>
            </p:nvSpPr>
            <p:spPr>
              <a:xfrm>
                <a:off x="2382480" y="2067480"/>
                <a:ext cx="257760" cy="123120"/>
              </a:xfrm>
              <a:custGeom>
                <a:avLst/>
                <a:gdLst>
                  <a:gd name="textAreaLeft" fmla="*/ 0 w 257760"/>
                  <a:gd name="textAreaRight" fmla="*/ 258120 w 257760"/>
                  <a:gd name="textAreaTop" fmla="*/ 0 h 123120"/>
                  <a:gd name="textAreaBottom" fmla="*/ 123480 h 123120"/>
                  <a:gd name="GluePoint1X" fmla="*/ 0 w 153"/>
                  <a:gd name="GluePoint1Y" fmla="*/ 3 h 75"/>
                  <a:gd name="GluePoint2X" fmla="*/ 12 w 153"/>
                  <a:gd name="GluePoint2Y" fmla="*/ 3 h 75"/>
                  <a:gd name="GluePoint3X" fmla="*/ 10 w 153"/>
                  <a:gd name="GluePoint3Y" fmla="*/ 0 h 75"/>
                  <a:gd name="GluePoint4X" fmla="*/ 4 w 153"/>
                  <a:gd name="GluePoint4Y" fmla="*/ 3 h 75"/>
                  <a:gd name="GluePoint5X" fmla="*/ 0 w 153"/>
                  <a:gd name="GluePoint5Y" fmla="*/ 3 h 75"/>
                </a:gdLst>
                <a:ahLst/>
                <a:cxnLst>
                  <a:cxn ang="0">
                    <a:pos x="GluePoint1X" y="GluePoint1Y"/>
                  </a:cxn>
                  <a:cxn ang="0">
                    <a:pos x="GluePoint2X" y="GluePoint2Y"/>
                  </a:cxn>
                  <a:cxn ang="0">
                    <a:pos x="GluePoint3X" y="GluePoint3Y"/>
                  </a:cxn>
                  <a:cxn ang="0">
                    <a:pos x="GluePoint4X" y="GluePoint4Y"/>
                  </a:cxn>
                  <a:cxn ang="0">
                    <a:pos x="GluePoint5X" y="GluePoint5Y"/>
                  </a:cxn>
                </a:cxnLst>
                <a:rect l="textAreaLeft" t="textAreaTop" r="textAreaRight" b="textAreaBottom"/>
                <a:pathLst>
                  <a:path w="153" h="75">
                    <a:moveTo>
                      <a:pt x="0" y="75"/>
                    </a:moveTo>
                    <a:lnTo>
                      <a:pt x="153" y="75"/>
                    </a:lnTo>
                    <a:lnTo>
                      <a:pt x="111" y="0"/>
                    </a:lnTo>
                    <a:lnTo>
                      <a:pt x="33" y="3"/>
                    </a:lnTo>
                    <a:lnTo>
                      <a:pt x="0" y="75"/>
                    </a:lnTo>
                    <a:close/>
                  </a:path>
                </a:pathLst>
              </a:custGeom>
              <a:solidFill>
                <a:srgbClr val="c0c0c0"/>
              </a:solidFill>
              <a:ln w="1800">
                <a:solidFill>
                  <a:srgbClr val="000000"/>
                </a:solidFill>
                <a:round/>
              </a:ln>
            </p:spPr>
            <p:style>
              <a:lnRef idx="0"/>
              <a:fillRef idx="0"/>
              <a:effectRef idx="0"/>
              <a:fontRef idx="minor"/>
            </p:style>
            <p:txBody>
              <a:bodyPr lIns="90000" rIns="90000" tIns="46800" bIns="46800" anchor="t">
                <a:noAutofit/>
              </a:bodyPr>
              <a:p>
                <a:endParaRPr b="0" lang="en-US" sz="1800" strike="noStrike" u="none">
                  <a:solidFill>
                    <a:srgbClr val="000000"/>
                  </a:solidFill>
                  <a:effectLst/>
                  <a:uFillTx/>
                  <a:latin typeface="Arial"/>
                </a:endParaRPr>
              </a:p>
            </p:txBody>
          </p:sp>
          <p:sp>
            <p:nvSpPr>
              <p:cNvPr id="460" name="Freeform 14"/>
              <p:cNvSpPr/>
              <p:nvPr/>
            </p:nvSpPr>
            <p:spPr>
              <a:xfrm>
                <a:off x="2269080" y="1842120"/>
                <a:ext cx="123120" cy="119160"/>
              </a:xfrm>
              <a:custGeom>
                <a:avLst/>
                <a:gdLst>
                  <a:gd name="textAreaLeft" fmla="*/ 0 w 123120"/>
                  <a:gd name="textAreaRight" fmla="*/ 123480 w 123120"/>
                  <a:gd name="textAreaTop" fmla="*/ 0 h 119160"/>
                  <a:gd name="textAreaBottom" fmla="*/ 119520 h 119160"/>
                  <a:gd name="GluePoint1X" fmla="*/ 0 w 81"/>
                  <a:gd name="GluePoint1Y" fmla="*/ 4 h 72"/>
                  <a:gd name="GluePoint2X" fmla="*/ 2 w 81"/>
                  <a:gd name="GluePoint2Y" fmla="*/ 4 h 72"/>
                  <a:gd name="GluePoint3X" fmla="*/ 2 w 81"/>
                  <a:gd name="GluePoint3Y" fmla="*/ 3 h 72"/>
                  <a:gd name="GluePoint4X" fmla="*/ 2 w 81"/>
                  <a:gd name="GluePoint4Y" fmla="*/ 0 h 72"/>
                  <a:gd name="GluePoint5X" fmla="*/ 0 w 81"/>
                  <a:gd name="GluePoint5Y" fmla="*/ 4 h 72"/>
                </a:gdLst>
                <a:ahLst/>
                <a:cxnLst>
                  <a:cxn ang="0">
                    <a:pos x="GluePoint1X" y="GluePoint1Y"/>
                  </a:cxn>
                  <a:cxn ang="0">
                    <a:pos x="GluePoint2X" y="GluePoint2Y"/>
                  </a:cxn>
                  <a:cxn ang="0">
                    <a:pos x="GluePoint3X" y="GluePoint3Y"/>
                  </a:cxn>
                  <a:cxn ang="0">
                    <a:pos x="GluePoint4X" y="GluePoint4Y"/>
                  </a:cxn>
                  <a:cxn ang="0">
                    <a:pos x="GluePoint5X" y="GluePoint5Y"/>
                  </a:cxn>
                </a:cxnLst>
                <a:rect l="textAreaLeft" t="textAreaTop" r="textAreaRight" b="textAreaBottom"/>
                <a:pathLst>
                  <a:path w="81" h="72">
                    <a:moveTo>
                      <a:pt x="0" y="72"/>
                    </a:moveTo>
                    <a:lnTo>
                      <a:pt x="81" y="69"/>
                    </a:lnTo>
                    <a:lnTo>
                      <a:pt x="36" y="3"/>
                    </a:lnTo>
                    <a:lnTo>
                      <a:pt x="42" y="0"/>
                    </a:lnTo>
                    <a:lnTo>
                      <a:pt x="0" y="72"/>
                    </a:lnTo>
                    <a:close/>
                  </a:path>
                </a:pathLst>
              </a:custGeom>
              <a:solidFill>
                <a:srgbClr val="c0c0c0"/>
              </a:solidFill>
              <a:ln w="1800">
                <a:solidFill>
                  <a:srgbClr val="000000"/>
                </a:solidFill>
                <a:round/>
              </a:ln>
            </p:spPr>
            <p:style>
              <a:lnRef idx="0"/>
              <a:fillRef idx="0"/>
              <a:effectRef idx="0"/>
              <a:fontRef idx="minor"/>
            </p:style>
            <p:txBody>
              <a:bodyPr lIns="90000" rIns="90000" tIns="46800" bIns="46800" anchor="t">
                <a:noAutofit/>
              </a:bodyPr>
              <a:p>
                <a:endParaRPr b="0" lang="en-US" sz="1800" strike="noStrike" u="none">
                  <a:solidFill>
                    <a:srgbClr val="000000"/>
                  </a:solidFill>
                  <a:effectLst/>
                  <a:uFillTx/>
                  <a:latin typeface="Arial"/>
                </a:endParaRPr>
              </a:p>
            </p:txBody>
          </p:sp>
          <p:sp>
            <p:nvSpPr>
              <p:cNvPr id="461" name="Freeform 15"/>
              <p:cNvSpPr/>
              <p:nvPr/>
            </p:nvSpPr>
            <p:spPr>
              <a:xfrm flipH="1" flipV="1" rot="1780200">
                <a:off x="2611080" y="1800720"/>
                <a:ext cx="1511640" cy="673560"/>
              </a:xfrm>
              <a:custGeom>
                <a:avLst/>
                <a:gdLst>
                  <a:gd name="textAreaLeft" fmla="*/ -360 w 1511640"/>
                  <a:gd name="textAreaRight" fmla="*/ 1511640 w 1511640"/>
                  <a:gd name="textAreaTop" fmla="*/ 0 h 673560"/>
                  <a:gd name="textAreaBottom" fmla="*/ 673560 h 673560"/>
                  <a:gd name="GluePoint1X" fmla="*/ 226810 w 573"/>
                  <a:gd name="GluePoint1Y" fmla="*/ 0 h 341"/>
                  <a:gd name="GluePoint2X" fmla="*/ 207718 w 573"/>
                  <a:gd name="GluePoint2Y" fmla="*/ 276 h 341"/>
                  <a:gd name="GluePoint3X" fmla="*/ 144822 w 573"/>
                  <a:gd name="GluePoint3Y" fmla="*/ 462 h 341"/>
                  <a:gd name="GluePoint4X" fmla="*/ 50070 w 573"/>
                  <a:gd name="GluePoint4Y" fmla="*/ 547 h 341"/>
                  <a:gd name="GluePoint5X" fmla="*/ 0 w 573"/>
                  <a:gd name="GluePoint5Y" fmla="*/ 547 h 341"/>
                </a:gdLst>
                <a:ahLst/>
                <a:cxnLst>
                  <a:cxn ang="0">
                    <a:pos x="GluePoint1X" y="GluePoint1Y"/>
                  </a:cxn>
                  <a:cxn ang="0">
                    <a:pos x="GluePoint2X" y="GluePoint2Y"/>
                  </a:cxn>
                  <a:cxn ang="0">
                    <a:pos x="GluePoint3X" y="GluePoint3Y"/>
                  </a:cxn>
                  <a:cxn ang="0">
                    <a:pos x="GluePoint4X" y="GluePoint4Y"/>
                  </a:cxn>
                  <a:cxn ang="0">
                    <a:pos x="GluePoint5X" y="GluePoint5Y"/>
                  </a:cxn>
                </a:cxnLst>
                <a:rect l="textAreaLeft" t="textAreaTop" r="textAreaRight" b="textAreaBottom"/>
                <a:pathLst>
                  <a:path w="573" h="341">
                    <a:moveTo>
                      <a:pt x="573" y="0"/>
                    </a:moveTo>
                    <a:cubicBezTo>
                      <a:pt x="566" y="60"/>
                      <a:pt x="560" y="121"/>
                      <a:pt x="525" y="168"/>
                    </a:cubicBezTo>
                    <a:cubicBezTo>
                      <a:pt x="490" y="215"/>
                      <a:pt x="432" y="255"/>
                      <a:pt x="366" y="282"/>
                    </a:cubicBezTo>
                    <a:cubicBezTo>
                      <a:pt x="300" y="309"/>
                      <a:pt x="187" y="325"/>
                      <a:pt x="126" y="333"/>
                    </a:cubicBezTo>
                    <a:cubicBezTo>
                      <a:pt x="65" y="341"/>
                      <a:pt x="32" y="337"/>
                      <a:pt x="0" y="333"/>
                    </a:cubicBezTo>
                  </a:path>
                </a:pathLst>
              </a:custGeom>
              <a:noFill/>
              <a:ln w="3240">
                <a:solidFill>
                  <a:srgbClr val="000000"/>
                </a:solidFill>
                <a:round/>
                <a:tailEnd len="sm" type="stealth" w="sm"/>
              </a:ln>
            </p:spPr>
            <p:style>
              <a:lnRef idx="0"/>
              <a:fillRef idx="0"/>
              <a:effectRef idx="0"/>
              <a:fontRef idx="minor"/>
            </p:style>
            <p:txBody>
              <a:bodyPr lIns="90000" rIns="90000" tIns="46800" bIns="46800" anchor="t">
                <a:noAutofit/>
              </a:bodyPr>
              <a:p>
                <a:endParaRPr b="0" lang="en-US" sz="1800" strike="noStrike" u="none">
                  <a:solidFill>
                    <a:srgbClr val="000000"/>
                  </a:solidFill>
                  <a:effectLst/>
                  <a:uFillTx/>
                  <a:latin typeface="Arial"/>
                </a:endParaRPr>
              </a:p>
            </p:txBody>
          </p:sp>
          <p:sp>
            <p:nvSpPr>
              <p:cNvPr id="462" name="Freeform 16"/>
              <p:cNvSpPr/>
              <p:nvPr/>
            </p:nvSpPr>
            <p:spPr>
              <a:xfrm flipH="1" flipV="1" rot="1829400">
                <a:off x="2739960" y="2101680"/>
                <a:ext cx="1507680" cy="534960"/>
              </a:xfrm>
              <a:custGeom>
                <a:avLst/>
                <a:gdLst>
                  <a:gd name="textAreaLeft" fmla="*/ 360 w 1507680"/>
                  <a:gd name="textAreaRight" fmla="*/ 1508400 w 1507680"/>
                  <a:gd name="textAreaTop" fmla="*/ 360 h 534960"/>
                  <a:gd name="textAreaBottom" fmla="*/ 535680 h 534960"/>
                  <a:gd name="GluePoint1X" fmla="*/ 216103 w 573"/>
                  <a:gd name="GluePoint1Y" fmla="*/ 0 h 341"/>
                  <a:gd name="GluePoint2X" fmla="*/ 198016 w 573"/>
                  <a:gd name="GluePoint2Y" fmla="*/ 4 h 341"/>
                  <a:gd name="GluePoint3X" fmla="*/ 137883 w 573"/>
                  <a:gd name="GluePoint3Y" fmla="*/ 6 h 341"/>
                  <a:gd name="GluePoint4X" fmla="*/ 47506 w 573"/>
                  <a:gd name="GluePoint4Y" fmla="*/ 7 h 341"/>
                  <a:gd name="GluePoint5X" fmla="*/ 0 w 573"/>
                  <a:gd name="GluePoint5Y" fmla="*/ 7 h 341"/>
                </a:gdLst>
                <a:ahLst/>
                <a:cxnLst>
                  <a:cxn ang="0">
                    <a:pos x="GluePoint1X" y="GluePoint1Y"/>
                  </a:cxn>
                  <a:cxn ang="0">
                    <a:pos x="GluePoint2X" y="GluePoint2Y"/>
                  </a:cxn>
                  <a:cxn ang="0">
                    <a:pos x="GluePoint3X" y="GluePoint3Y"/>
                  </a:cxn>
                  <a:cxn ang="0">
                    <a:pos x="GluePoint4X" y="GluePoint4Y"/>
                  </a:cxn>
                  <a:cxn ang="0">
                    <a:pos x="GluePoint5X" y="GluePoint5Y"/>
                  </a:cxn>
                </a:cxnLst>
                <a:rect l="textAreaLeft" t="textAreaTop" r="textAreaRight" b="textAreaBottom"/>
                <a:pathLst>
                  <a:path w="573" h="341">
                    <a:moveTo>
                      <a:pt x="573" y="0"/>
                    </a:moveTo>
                    <a:cubicBezTo>
                      <a:pt x="566" y="60"/>
                      <a:pt x="560" y="121"/>
                      <a:pt x="525" y="168"/>
                    </a:cubicBezTo>
                    <a:cubicBezTo>
                      <a:pt x="490" y="215"/>
                      <a:pt x="432" y="255"/>
                      <a:pt x="366" y="282"/>
                    </a:cubicBezTo>
                    <a:cubicBezTo>
                      <a:pt x="300" y="309"/>
                      <a:pt x="187" y="325"/>
                      <a:pt x="126" y="333"/>
                    </a:cubicBezTo>
                    <a:cubicBezTo>
                      <a:pt x="65" y="341"/>
                      <a:pt x="32" y="337"/>
                      <a:pt x="0" y="333"/>
                    </a:cubicBezTo>
                  </a:path>
                </a:pathLst>
              </a:custGeom>
              <a:noFill/>
              <a:ln w="3240">
                <a:solidFill>
                  <a:srgbClr val="000000"/>
                </a:solidFill>
                <a:round/>
                <a:tailEnd len="sm" type="stealth" w="sm"/>
              </a:ln>
            </p:spPr>
            <p:style>
              <a:lnRef idx="0"/>
              <a:fillRef idx="0"/>
              <a:effectRef idx="0"/>
              <a:fontRef idx="minor"/>
            </p:style>
            <p:txBody>
              <a:bodyPr lIns="90000" rIns="90000" tIns="46800" bIns="46800" anchor="t">
                <a:noAutofit/>
              </a:bodyPr>
              <a:p>
                <a:endParaRPr b="0" lang="en-US" sz="1800" strike="noStrike" u="none">
                  <a:solidFill>
                    <a:srgbClr val="000000"/>
                  </a:solidFill>
                  <a:effectLst/>
                  <a:uFillTx/>
                  <a:latin typeface="Arial"/>
                </a:endParaRPr>
              </a:p>
            </p:txBody>
          </p:sp>
          <p:sp>
            <p:nvSpPr>
              <p:cNvPr id="463" name="Freeform 17"/>
              <p:cNvSpPr/>
              <p:nvPr/>
            </p:nvSpPr>
            <p:spPr>
              <a:xfrm flipH="1" flipV="1" rot="1205400">
                <a:off x="2407320" y="1500840"/>
                <a:ext cx="1292040" cy="585360"/>
              </a:xfrm>
              <a:custGeom>
                <a:avLst/>
                <a:gdLst>
                  <a:gd name="textAreaLeft" fmla="*/ -360 w 1292040"/>
                  <a:gd name="textAreaRight" fmla="*/ 1292040 w 1292040"/>
                  <a:gd name="textAreaTop" fmla="*/ 360 h 585360"/>
                  <a:gd name="textAreaBottom" fmla="*/ 586080 h 585360"/>
                  <a:gd name="GluePoint1X" fmla="*/ 11509 w 573"/>
                  <a:gd name="GluePoint1Y" fmla="*/ 0 h 341"/>
                  <a:gd name="GluePoint2X" fmla="*/ 10546 w 573"/>
                  <a:gd name="GluePoint2Y" fmla="*/ 19 h 341"/>
                  <a:gd name="GluePoint3X" fmla="*/ 7362 w 573"/>
                  <a:gd name="GluePoint3Y" fmla="*/ 32 h 341"/>
                  <a:gd name="GluePoint4X" fmla="*/ 2548 w 573"/>
                  <a:gd name="GluePoint4Y" fmla="*/ 37 h 341"/>
                  <a:gd name="GluePoint5X" fmla="*/ 0 w 573"/>
                  <a:gd name="GluePoint5Y" fmla="*/ 37 h 341"/>
                </a:gdLst>
                <a:ahLst/>
                <a:cxnLst>
                  <a:cxn ang="0">
                    <a:pos x="GluePoint1X" y="GluePoint1Y"/>
                  </a:cxn>
                  <a:cxn ang="0">
                    <a:pos x="GluePoint2X" y="GluePoint2Y"/>
                  </a:cxn>
                  <a:cxn ang="0">
                    <a:pos x="GluePoint3X" y="GluePoint3Y"/>
                  </a:cxn>
                  <a:cxn ang="0">
                    <a:pos x="GluePoint4X" y="GluePoint4Y"/>
                  </a:cxn>
                  <a:cxn ang="0">
                    <a:pos x="GluePoint5X" y="GluePoint5Y"/>
                  </a:cxn>
                </a:cxnLst>
                <a:rect l="textAreaLeft" t="textAreaTop" r="textAreaRight" b="textAreaBottom"/>
                <a:pathLst>
                  <a:path w="573" h="341">
                    <a:moveTo>
                      <a:pt x="573" y="0"/>
                    </a:moveTo>
                    <a:cubicBezTo>
                      <a:pt x="566" y="60"/>
                      <a:pt x="560" y="121"/>
                      <a:pt x="525" y="168"/>
                    </a:cubicBezTo>
                    <a:cubicBezTo>
                      <a:pt x="490" y="215"/>
                      <a:pt x="432" y="255"/>
                      <a:pt x="366" y="282"/>
                    </a:cubicBezTo>
                    <a:cubicBezTo>
                      <a:pt x="300" y="309"/>
                      <a:pt x="187" y="325"/>
                      <a:pt x="126" y="333"/>
                    </a:cubicBezTo>
                    <a:cubicBezTo>
                      <a:pt x="65" y="341"/>
                      <a:pt x="32" y="337"/>
                      <a:pt x="0" y="333"/>
                    </a:cubicBezTo>
                  </a:path>
                </a:pathLst>
              </a:custGeom>
              <a:noFill/>
              <a:ln w="3240">
                <a:solidFill>
                  <a:srgbClr val="000000"/>
                </a:solidFill>
                <a:round/>
                <a:tailEnd len="sm" type="stealth" w="sm"/>
              </a:ln>
            </p:spPr>
            <p:style>
              <a:lnRef idx="0"/>
              <a:fillRef idx="0"/>
              <a:effectRef idx="0"/>
              <a:fontRef idx="minor"/>
            </p:style>
            <p:txBody>
              <a:bodyPr lIns="90000" rIns="90000" tIns="46800" bIns="46800" anchor="t">
                <a:noAutofit/>
              </a:bodyPr>
              <a:p>
                <a:endParaRPr b="0" lang="en-US" sz="1800" strike="noStrike" u="none">
                  <a:solidFill>
                    <a:srgbClr val="000000"/>
                  </a:solidFill>
                  <a:effectLst/>
                  <a:uFillTx/>
                  <a:latin typeface="Arial"/>
                </a:endParaRPr>
              </a:p>
            </p:txBody>
          </p:sp>
          <p:sp>
            <p:nvSpPr>
              <p:cNvPr id="464" name="Freeform 18"/>
              <p:cNvSpPr/>
              <p:nvPr/>
            </p:nvSpPr>
            <p:spPr>
              <a:xfrm flipH="1" flipV="1" rot="1660800">
                <a:off x="3144240" y="2359440"/>
                <a:ext cx="1124280" cy="265680"/>
              </a:xfrm>
              <a:custGeom>
                <a:avLst/>
                <a:gdLst>
                  <a:gd name="textAreaLeft" fmla="*/ -360 w 1124280"/>
                  <a:gd name="textAreaRight" fmla="*/ 1124280 w 1124280"/>
                  <a:gd name="textAreaTop" fmla="*/ 360 h 265680"/>
                  <a:gd name="textAreaBottom" fmla="*/ 266400 h 265680"/>
                  <a:gd name="GluePoint1X" fmla="*/ 822 w 573"/>
                  <a:gd name="GluePoint1Y" fmla="*/ 0 h 341"/>
                  <a:gd name="GluePoint2X" fmla="*/ 752 w 573"/>
                  <a:gd name="GluePoint2Y" fmla="*/ 0 h 341"/>
                  <a:gd name="GluePoint3X" fmla="*/ 525 w 573"/>
                  <a:gd name="GluePoint3Y" fmla="*/ 0 h 341"/>
                  <a:gd name="GluePoint4X" fmla="*/ 180 w 573"/>
                  <a:gd name="GluePoint4Y" fmla="*/ 0 h 341"/>
                  <a:gd name="GluePoint5X" fmla="*/ 0 w 573"/>
                  <a:gd name="GluePoint5Y" fmla="*/ 0 h 341"/>
                </a:gdLst>
                <a:ahLst/>
                <a:cxnLst>
                  <a:cxn ang="0">
                    <a:pos x="GluePoint1X" y="GluePoint1Y"/>
                  </a:cxn>
                  <a:cxn ang="0">
                    <a:pos x="GluePoint2X" y="GluePoint2Y"/>
                  </a:cxn>
                  <a:cxn ang="0">
                    <a:pos x="GluePoint3X" y="GluePoint3Y"/>
                  </a:cxn>
                  <a:cxn ang="0">
                    <a:pos x="GluePoint4X" y="GluePoint4Y"/>
                  </a:cxn>
                  <a:cxn ang="0">
                    <a:pos x="GluePoint5X" y="GluePoint5Y"/>
                  </a:cxn>
                </a:cxnLst>
                <a:rect l="textAreaLeft" t="textAreaTop" r="textAreaRight" b="textAreaBottom"/>
                <a:pathLst>
                  <a:path w="573" h="341">
                    <a:moveTo>
                      <a:pt x="573" y="0"/>
                    </a:moveTo>
                    <a:cubicBezTo>
                      <a:pt x="566" y="60"/>
                      <a:pt x="560" y="121"/>
                      <a:pt x="525" y="168"/>
                    </a:cubicBezTo>
                    <a:cubicBezTo>
                      <a:pt x="490" y="215"/>
                      <a:pt x="432" y="255"/>
                      <a:pt x="366" y="282"/>
                    </a:cubicBezTo>
                    <a:cubicBezTo>
                      <a:pt x="300" y="309"/>
                      <a:pt x="187" y="325"/>
                      <a:pt x="126" y="333"/>
                    </a:cubicBezTo>
                    <a:cubicBezTo>
                      <a:pt x="65" y="341"/>
                      <a:pt x="32" y="337"/>
                      <a:pt x="0" y="333"/>
                    </a:cubicBezTo>
                  </a:path>
                </a:pathLst>
              </a:custGeom>
              <a:noFill/>
              <a:ln w="3240">
                <a:solidFill>
                  <a:srgbClr val="000000"/>
                </a:solidFill>
                <a:round/>
                <a:tailEnd len="sm" type="stealth" w="sm"/>
              </a:ln>
            </p:spPr>
            <p:style>
              <a:lnRef idx="0"/>
              <a:fillRef idx="0"/>
              <a:effectRef idx="0"/>
              <a:fontRef idx="minor"/>
            </p:style>
            <p:txBody>
              <a:bodyPr lIns="90000" rIns="90000" tIns="46800" bIns="46800" anchor="t">
                <a:noAutofit/>
              </a:bodyPr>
              <a:p>
                <a:endParaRPr b="0" lang="en-US" sz="1800" strike="noStrike" u="none">
                  <a:solidFill>
                    <a:srgbClr val="000000"/>
                  </a:solidFill>
                  <a:effectLst/>
                  <a:uFillTx/>
                  <a:latin typeface="Arial"/>
                </a:endParaRPr>
              </a:p>
            </p:txBody>
          </p:sp>
          <p:sp>
            <p:nvSpPr>
              <p:cNvPr id="465" name="Freeform 19"/>
              <p:cNvSpPr/>
              <p:nvPr/>
            </p:nvSpPr>
            <p:spPr>
              <a:xfrm flipH="1" flipV="1" rot="1759200">
                <a:off x="3345480" y="2567520"/>
                <a:ext cx="962280" cy="256320"/>
              </a:xfrm>
              <a:custGeom>
                <a:avLst/>
                <a:gdLst>
                  <a:gd name="textAreaLeft" fmla="*/ -360 w 962280"/>
                  <a:gd name="textAreaRight" fmla="*/ 962280 w 962280"/>
                  <a:gd name="textAreaTop" fmla="*/ 360 h 256320"/>
                  <a:gd name="textAreaBottom" fmla="*/ 257040 h 256320"/>
                  <a:gd name="GluePoint1X" fmla="*/ 44 w 573"/>
                  <a:gd name="GluePoint1Y" fmla="*/ 0 h 341"/>
                  <a:gd name="GluePoint2X" fmla="*/ 39 w 573"/>
                  <a:gd name="GluePoint2Y" fmla="*/ 0 h 341"/>
                  <a:gd name="GluePoint3X" fmla="*/ 27 w 573"/>
                  <a:gd name="GluePoint3Y" fmla="*/ 0 h 341"/>
                  <a:gd name="GluePoint4X" fmla="*/ 10 w 573"/>
                  <a:gd name="GluePoint4Y" fmla="*/ 0 h 341"/>
                  <a:gd name="GluePoint5X" fmla="*/ 0 w 573"/>
                  <a:gd name="GluePoint5Y" fmla="*/ 0 h 341"/>
                </a:gdLst>
                <a:ahLst/>
                <a:cxnLst>
                  <a:cxn ang="0">
                    <a:pos x="GluePoint1X" y="GluePoint1Y"/>
                  </a:cxn>
                  <a:cxn ang="0">
                    <a:pos x="GluePoint2X" y="GluePoint2Y"/>
                  </a:cxn>
                  <a:cxn ang="0">
                    <a:pos x="GluePoint3X" y="GluePoint3Y"/>
                  </a:cxn>
                  <a:cxn ang="0">
                    <a:pos x="GluePoint4X" y="GluePoint4Y"/>
                  </a:cxn>
                  <a:cxn ang="0">
                    <a:pos x="GluePoint5X" y="GluePoint5Y"/>
                  </a:cxn>
                </a:cxnLst>
                <a:rect l="textAreaLeft" t="textAreaTop" r="textAreaRight" b="textAreaBottom"/>
                <a:pathLst>
                  <a:path w="573" h="341">
                    <a:moveTo>
                      <a:pt x="573" y="0"/>
                    </a:moveTo>
                    <a:cubicBezTo>
                      <a:pt x="566" y="60"/>
                      <a:pt x="560" y="121"/>
                      <a:pt x="525" y="168"/>
                    </a:cubicBezTo>
                    <a:cubicBezTo>
                      <a:pt x="490" y="215"/>
                      <a:pt x="432" y="255"/>
                      <a:pt x="366" y="282"/>
                    </a:cubicBezTo>
                    <a:cubicBezTo>
                      <a:pt x="300" y="309"/>
                      <a:pt x="187" y="325"/>
                      <a:pt x="126" y="333"/>
                    </a:cubicBezTo>
                    <a:cubicBezTo>
                      <a:pt x="65" y="341"/>
                      <a:pt x="32" y="337"/>
                      <a:pt x="0" y="333"/>
                    </a:cubicBezTo>
                  </a:path>
                </a:pathLst>
              </a:custGeom>
              <a:noFill/>
              <a:ln w="3240">
                <a:solidFill>
                  <a:srgbClr val="000000"/>
                </a:solidFill>
                <a:round/>
                <a:tailEnd len="sm" type="stealth" w="sm"/>
              </a:ln>
            </p:spPr>
            <p:style>
              <a:lnRef idx="0"/>
              <a:fillRef idx="0"/>
              <a:effectRef idx="0"/>
              <a:fontRef idx="minor"/>
            </p:style>
            <p:txBody>
              <a:bodyPr lIns="90000" rIns="90000" tIns="46800" bIns="46800" anchor="t">
                <a:noAutofit/>
              </a:bodyPr>
              <a:p>
                <a:endParaRPr b="0" lang="en-US" sz="1800" strike="noStrike" u="none">
                  <a:solidFill>
                    <a:srgbClr val="000000"/>
                  </a:solidFill>
                  <a:effectLst/>
                  <a:uFillTx/>
                  <a:latin typeface="Arial"/>
                </a:endParaRPr>
              </a:p>
            </p:txBody>
          </p:sp>
          <p:sp>
            <p:nvSpPr>
              <p:cNvPr id="466" name="Freeform 20"/>
              <p:cNvSpPr/>
              <p:nvPr/>
            </p:nvSpPr>
            <p:spPr>
              <a:xfrm flipH="1" flipV="1" rot="2380800">
                <a:off x="3486600" y="2764440"/>
                <a:ext cx="660600" cy="333000"/>
              </a:xfrm>
              <a:custGeom>
                <a:avLst/>
                <a:gdLst>
                  <a:gd name="textAreaLeft" fmla="*/ -360 w 660600"/>
                  <a:gd name="textAreaRight" fmla="*/ 660600 w 660600"/>
                  <a:gd name="textAreaTop" fmla="*/ 0 h 333000"/>
                  <a:gd name="textAreaBottom" fmla="*/ 333000 h 333000"/>
                  <a:gd name="GluePoint1X" fmla="*/ 1 w 573"/>
                  <a:gd name="GluePoint1Y" fmla="*/ 0 h 341"/>
                  <a:gd name="GluePoint2X" fmla="*/ 1 w 573"/>
                  <a:gd name="GluePoint2Y" fmla="*/ 1 h 341"/>
                  <a:gd name="GluePoint3X" fmla="*/ 1 w 573"/>
                  <a:gd name="GluePoint3Y" fmla="*/ 1 h 341"/>
                  <a:gd name="GluePoint4X" fmla="*/ 1 w 573"/>
                  <a:gd name="GluePoint4Y" fmla="*/ 1 h 341"/>
                  <a:gd name="GluePoint5X" fmla="*/ 0 w 573"/>
                  <a:gd name="GluePoint5Y" fmla="*/ 1 h 341"/>
                </a:gdLst>
                <a:ahLst/>
                <a:cxnLst>
                  <a:cxn ang="0">
                    <a:pos x="GluePoint1X" y="GluePoint1Y"/>
                  </a:cxn>
                  <a:cxn ang="0">
                    <a:pos x="GluePoint2X" y="GluePoint2Y"/>
                  </a:cxn>
                  <a:cxn ang="0">
                    <a:pos x="GluePoint3X" y="GluePoint3Y"/>
                  </a:cxn>
                  <a:cxn ang="0">
                    <a:pos x="GluePoint4X" y="GluePoint4Y"/>
                  </a:cxn>
                  <a:cxn ang="0">
                    <a:pos x="GluePoint5X" y="GluePoint5Y"/>
                  </a:cxn>
                </a:cxnLst>
                <a:rect l="textAreaLeft" t="textAreaTop" r="textAreaRight" b="textAreaBottom"/>
                <a:pathLst>
                  <a:path w="573" h="341">
                    <a:moveTo>
                      <a:pt x="573" y="0"/>
                    </a:moveTo>
                    <a:cubicBezTo>
                      <a:pt x="566" y="60"/>
                      <a:pt x="560" y="121"/>
                      <a:pt x="525" y="168"/>
                    </a:cubicBezTo>
                    <a:cubicBezTo>
                      <a:pt x="490" y="215"/>
                      <a:pt x="432" y="255"/>
                      <a:pt x="366" y="282"/>
                    </a:cubicBezTo>
                    <a:cubicBezTo>
                      <a:pt x="300" y="309"/>
                      <a:pt x="187" y="325"/>
                      <a:pt x="126" y="333"/>
                    </a:cubicBezTo>
                    <a:cubicBezTo>
                      <a:pt x="65" y="341"/>
                      <a:pt x="32" y="337"/>
                      <a:pt x="0" y="333"/>
                    </a:cubicBezTo>
                  </a:path>
                </a:pathLst>
              </a:custGeom>
              <a:noFill/>
              <a:ln w="3240">
                <a:solidFill>
                  <a:srgbClr val="000000"/>
                </a:solidFill>
                <a:round/>
                <a:tailEnd len="sm" type="stealth" w="sm"/>
              </a:ln>
            </p:spPr>
            <p:style>
              <a:lnRef idx="0"/>
              <a:fillRef idx="0"/>
              <a:effectRef idx="0"/>
              <a:fontRef idx="minor"/>
            </p:style>
            <p:txBody>
              <a:bodyPr lIns="90000" rIns="90000" tIns="46800" bIns="46800" anchor="t">
                <a:noAutofit/>
              </a:bodyPr>
              <a:p>
                <a:endParaRPr b="0" lang="en-US" sz="1800" strike="noStrike" u="none">
                  <a:solidFill>
                    <a:srgbClr val="000000"/>
                  </a:solidFill>
                  <a:effectLst/>
                  <a:uFillTx/>
                  <a:latin typeface="Arial"/>
                </a:endParaRPr>
              </a:p>
            </p:txBody>
          </p:sp>
        </p:grpSp>
        <p:grpSp>
          <p:nvGrpSpPr>
            <p:cNvPr id="467" name="Group 21"/>
            <p:cNvGrpSpPr/>
            <p:nvPr/>
          </p:nvGrpSpPr>
          <p:grpSpPr>
            <a:xfrm>
              <a:off x="381600" y="1558800"/>
              <a:ext cx="1513080" cy="2601360"/>
              <a:chOff x="381600" y="1558800"/>
              <a:chExt cx="1513080" cy="2601360"/>
            </a:xfrm>
          </p:grpSpPr>
          <p:sp>
            <p:nvSpPr>
              <p:cNvPr id="468" name="Rectangle 22"/>
              <p:cNvSpPr/>
              <p:nvPr/>
            </p:nvSpPr>
            <p:spPr>
              <a:xfrm>
                <a:off x="397800" y="2511360"/>
                <a:ext cx="1478880" cy="1648800"/>
              </a:xfrm>
              <a:prstGeom prst="rect">
                <a:avLst/>
              </a:prstGeom>
              <a:gradFill rotWithShape="0">
                <a:gsLst>
                  <a:gs pos="0">
                    <a:srgbClr val="185e5e"/>
                  </a:gs>
                  <a:gs pos="50000">
                    <a:srgbClr val="33cccc"/>
                  </a:gs>
                  <a:gs pos="100000">
                    <a:srgbClr val="185e5e"/>
                  </a:gs>
                </a:gsLst>
                <a:lin ang="0"/>
              </a:gradFill>
              <a:ln w="9360">
                <a:solidFill>
                  <a:srgbClr val="000000"/>
                </a:solidFill>
                <a:miter/>
              </a:ln>
            </p:spPr>
            <p:style>
              <a:lnRef idx="0"/>
              <a:fillRef idx="0"/>
              <a:effectRef idx="0"/>
              <a:fontRef idx="minor"/>
            </p:style>
            <p:txBody>
              <a:bodyPr lIns="90000" rIns="90000" tIns="46800" bIns="46800" anchor="t">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trike="noStrike" u="none">
                  <a:solidFill>
                    <a:srgbClr val="000000"/>
                  </a:solidFill>
                  <a:effectLst/>
                  <a:uFillTx/>
                  <a:latin typeface="Arial"/>
                </a:endParaRPr>
              </a:p>
            </p:txBody>
          </p:sp>
          <p:sp>
            <p:nvSpPr>
              <p:cNvPr id="469" name="Rectangle 23"/>
              <p:cNvSpPr/>
              <p:nvPr/>
            </p:nvSpPr>
            <p:spPr>
              <a:xfrm>
                <a:off x="677520" y="2973600"/>
                <a:ext cx="952200" cy="776880"/>
              </a:xfrm>
              <a:prstGeom prst="rect">
                <a:avLst/>
              </a:prstGeom>
              <a:noFill/>
              <a:ln w="0">
                <a:noFill/>
              </a:ln>
            </p:spPr>
            <p:style>
              <a:lnRef idx="0"/>
              <a:fillRef idx="0"/>
              <a:effectRef idx="0"/>
              <a:fontRef idx="minor"/>
            </p:style>
            <p:txBody>
              <a:bodyPr lIns="78480" rIns="78480" tIns="39240" bIns="39240" anchor="t">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i="1" lang="fr-FR" sz="2800" strike="noStrike" u="none">
                    <a:solidFill>
                      <a:srgbClr val="003300"/>
                    </a:solidFill>
                    <a:effectLst/>
                    <a:uFillTx/>
                    <a:latin typeface="Times New Roman"/>
                    <a:ea typeface="Times New Roman"/>
                  </a:rPr>
                  <a:t>P</a:t>
                </a:r>
                <a:r>
                  <a:rPr b="0" lang="fr-FR" sz="2800" strike="noStrike" u="none" baseline="-25000">
                    <a:solidFill>
                      <a:srgbClr val="003300"/>
                    </a:solidFill>
                    <a:effectLst/>
                    <a:uFillTx/>
                    <a:latin typeface="Times New Roman"/>
                    <a:ea typeface="Times New Roman"/>
                  </a:rPr>
                  <a:t>1</a:t>
                </a:r>
                <a:endParaRPr b="0" lang="en-US" sz="2800" strike="noStrike" u="none">
                  <a:solidFill>
                    <a:srgbClr val="000000"/>
                  </a:solidFill>
                  <a:effectLst/>
                  <a:uFillTx/>
                  <a:latin typeface="Arial"/>
                </a:endParaRPr>
              </a:p>
            </p:txBody>
          </p:sp>
          <p:grpSp>
            <p:nvGrpSpPr>
              <p:cNvPr id="470" name="Group 24"/>
              <p:cNvGrpSpPr/>
              <p:nvPr/>
            </p:nvGrpSpPr>
            <p:grpSpPr>
              <a:xfrm>
                <a:off x="381600" y="1963440"/>
                <a:ext cx="1496520" cy="2188080"/>
                <a:chOff x="381600" y="1963440"/>
                <a:chExt cx="1496520" cy="2188080"/>
              </a:xfrm>
            </p:grpSpPr>
            <p:sp>
              <p:nvSpPr>
                <p:cNvPr id="471" name="Freeform 25"/>
                <p:cNvSpPr/>
                <p:nvPr/>
              </p:nvSpPr>
              <p:spPr>
                <a:xfrm>
                  <a:off x="381600" y="1963440"/>
                  <a:ext cx="1496520" cy="2188080"/>
                </a:xfrm>
                <a:custGeom>
                  <a:avLst/>
                  <a:gdLst>
                    <a:gd name="textAreaLeft" fmla="*/ 0 w 1496520"/>
                    <a:gd name="textAreaRight" fmla="*/ 1496880 w 1496520"/>
                    <a:gd name="textAreaTop" fmla="*/ 0 h 2188080"/>
                    <a:gd name="textAreaBottom" fmla="*/ 2188440 h 2188080"/>
                    <a:gd name="GluePoint1X" fmla="*/ 0 w 910"/>
                    <a:gd name="GluePoint1Y" fmla="*/ 10 h 1330"/>
                    <a:gd name="GluePoint2X" fmla="*/ 0 w 910"/>
                    <a:gd name="GluePoint2Y" fmla="*/ 1330 h 1330"/>
                    <a:gd name="GluePoint3X" fmla="*/ 910 w 910"/>
                    <a:gd name="GluePoint3Y" fmla="*/ 1330 h 1330"/>
                    <a:gd name="GluePoint4X" fmla="*/ 910 w 910"/>
                    <a:gd name="GluePoint4Y" fmla="*/ 0 h 1330"/>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910" h="1330">
                      <a:moveTo>
                        <a:pt x="0" y="10"/>
                      </a:moveTo>
                      <a:lnTo>
                        <a:pt x="0" y="1330"/>
                      </a:lnTo>
                      <a:lnTo>
                        <a:pt x="910" y="1330"/>
                      </a:lnTo>
                      <a:lnTo>
                        <a:pt x="910" y="0"/>
                      </a:lnTo>
                    </a:path>
                  </a:pathLst>
                </a:custGeom>
                <a:noFill/>
                <a:ln w="9360">
                  <a:solidFill>
                    <a:srgbClr val="000000"/>
                  </a:solidFill>
                  <a:round/>
                </a:ln>
              </p:spPr>
              <p:style>
                <a:lnRef idx="0"/>
                <a:fillRef idx="0"/>
                <a:effectRef idx="0"/>
                <a:fontRef idx="minor"/>
              </p:style>
              <p:txBody>
                <a:bodyPr lIns="90000" rIns="90000" tIns="46800" bIns="46800" anchor="t">
                  <a:noAutofit/>
                </a:bodyPr>
                <a:p>
                  <a:endParaRPr b="0" lang="en-US" sz="1800" strike="noStrike" u="none">
                    <a:solidFill>
                      <a:srgbClr val="000000"/>
                    </a:solidFill>
                    <a:effectLst/>
                    <a:uFillTx/>
                    <a:latin typeface="Arial"/>
                  </a:endParaRPr>
                </a:p>
              </p:txBody>
            </p:sp>
            <p:sp>
              <p:nvSpPr>
                <p:cNvPr id="472" name="Rectangle 26"/>
                <p:cNvSpPr/>
                <p:nvPr/>
              </p:nvSpPr>
              <p:spPr>
                <a:xfrm>
                  <a:off x="710280" y="2178720"/>
                  <a:ext cx="772920" cy="246960"/>
                </a:xfrm>
                <a:prstGeom prst="rect">
                  <a:avLst/>
                </a:prstGeom>
                <a:solidFill>
                  <a:srgbClr val="808080"/>
                </a:solidFill>
                <a:ln w="0">
                  <a:noFill/>
                </a:ln>
              </p:spPr>
              <p:style>
                <a:lnRef idx="0"/>
                <a:fillRef idx="0"/>
                <a:effectRef idx="0"/>
                <a:fontRef idx="minor"/>
              </p:style>
              <p:txBody>
                <a:bodyPr lIns="90000" rIns="90000" tIns="46800" bIns="46800" anchor="t">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trike="noStrike" u="none">
                    <a:solidFill>
                      <a:srgbClr val="000000"/>
                    </a:solidFill>
                    <a:effectLst/>
                    <a:uFillTx/>
                    <a:latin typeface="Arial"/>
                  </a:endParaRPr>
                </a:p>
              </p:txBody>
            </p:sp>
          </p:grpSp>
          <p:sp>
            <p:nvSpPr>
              <p:cNvPr id="473" name="Line 27"/>
              <p:cNvSpPr/>
              <p:nvPr/>
            </p:nvSpPr>
            <p:spPr>
              <a:xfrm>
                <a:off x="381600" y="2457360"/>
                <a:ext cx="1513080" cy="1440"/>
              </a:xfrm>
              <a:prstGeom prst="line">
                <a:avLst/>
              </a:prstGeom>
              <a:ln w="38160">
                <a:solidFill>
                  <a:srgbClr val="000000"/>
                </a:solidFill>
                <a:miter/>
              </a:ln>
            </p:spPr>
            <p:style>
              <a:lnRef idx="0"/>
              <a:fillRef idx="0"/>
              <a:effectRef idx="0"/>
              <a:fontRef idx="minor"/>
            </p:style>
            <p:txBody>
              <a:bodyPr lIns="90000" rIns="90000" tIns="-45360" bIns="-45360" anchor="t">
                <a:noAutofit/>
              </a:bodyPr>
              <a:p>
                <a:endParaRPr b="0" lang="en-US" sz="1800" strike="noStrike" u="none">
                  <a:solidFill>
                    <a:srgbClr val="000000"/>
                  </a:solidFill>
                  <a:effectLst/>
                  <a:uFillTx/>
                  <a:latin typeface="Arial"/>
                </a:endParaRPr>
              </a:p>
            </p:txBody>
          </p:sp>
          <p:sp>
            <p:nvSpPr>
              <p:cNvPr id="474" name="Rectangle 28"/>
              <p:cNvSpPr/>
              <p:nvPr/>
            </p:nvSpPr>
            <p:spPr>
              <a:xfrm>
                <a:off x="628200" y="1558800"/>
                <a:ext cx="952200" cy="776520"/>
              </a:xfrm>
              <a:prstGeom prst="rect">
                <a:avLst/>
              </a:prstGeom>
              <a:noFill/>
              <a:ln w="0">
                <a:noFill/>
              </a:ln>
            </p:spPr>
            <p:style>
              <a:lnRef idx="0"/>
              <a:fillRef idx="0"/>
              <a:effectRef idx="0"/>
              <a:fontRef idx="minor"/>
            </p:style>
            <p:txBody>
              <a:bodyPr lIns="78480" rIns="78480" tIns="39240" bIns="39240" anchor="t">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i="1" lang="fr-FR" sz="3200" strike="noStrike" u="none">
                    <a:solidFill>
                      <a:srgbClr val="003300"/>
                    </a:solidFill>
                    <a:effectLst/>
                    <a:uFillTx/>
                    <a:latin typeface="Times New Roman"/>
                    <a:ea typeface="Times New Roman"/>
                  </a:rPr>
                  <a:t>m</a:t>
                </a:r>
                <a:r>
                  <a:rPr b="0" lang="fr-FR" sz="3200" strike="noStrike" u="none" baseline="-25000">
                    <a:solidFill>
                      <a:srgbClr val="003300"/>
                    </a:solidFill>
                    <a:effectLst/>
                    <a:uFillTx/>
                    <a:latin typeface="Times New Roman"/>
                    <a:ea typeface="Times New Roman"/>
                  </a:rPr>
                  <a:t>1</a:t>
                </a:r>
                <a:endParaRPr b="0" lang="en-US" sz="3200" strike="noStrike" u="none">
                  <a:solidFill>
                    <a:srgbClr val="000000"/>
                  </a:solidFill>
                  <a:effectLst/>
                  <a:uFillTx/>
                  <a:latin typeface="Arial"/>
                </a:endParaRPr>
              </a:p>
            </p:txBody>
          </p:sp>
        </p:grpSp>
        <p:grpSp>
          <p:nvGrpSpPr>
            <p:cNvPr id="475" name="Group 29"/>
            <p:cNvGrpSpPr/>
            <p:nvPr/>
          </p:nvGrpSpPr>
          <p:grpSpPr>
            <a:xfrm>
              <a:off x="3965760" y="1737720"/>
              <a:ext cx="1497600" cy="2553480"/>
              <a:chOff x="3965760" y="1737720"/>
              <a:chExt cx="1497600" cy="2553480"/>
            </a:xfrm>
          </p:grpSpPr>
          <p:sp>
            <p:nvSpPr>
              <p:cNvPr id="476" name="Rectangle 30"/>
              <p:cNvSpPr/>
              <p:nvPr/>
            </p:nvSpPr>
            <p:spPr>
              <a:xfrm>
                <a:off x="3981960" y="3580560"/>
                <a:ext cx="1479960" cy="562680"/>
              </a:xfrm>
              <a:prstGeom prst="rect">
                <a:avLst/>
              </a:prstGeom>
              <a:gradFill rotWithShape="0">
                <a:gsLst>
                  <a:gs pos="0">
                    <a:srgbClr val="185e5e"/>
                  </a:gs>
                  <a:gs pos="50000">
                    <a:srgbClr val="33cccc"/>
                  </a:gs>
                  <a:gs pos="100000">
                    <a:srgbClr val="185e5e"/>
                  </a:gs>
                </a:gsLst>
                <a:lin ang="0"/>
              </a:gradFill>
              <a:ln w="9360">
                <a:solidFill>
                  <a:srgbClr val="000000"/>
                </a:solidFill>
                <a:miter/>
              </a:ln>
            </p:spPr>
            <p:style>
              <a:lnRef idx="0"/>
              <a:fillRef idx="0"/>
              <a:effectRef idx="0"/>
              <a:fontRef idx="minor"/>
            </p:style>
            <p:txBody>
              <a:bodyPr lIns="90000" rIns="90000" tIns="46800" bIns="46800" anchor="t">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trike="noStrike" u="none">
                  <a:solidFill>
                    <a:srgbClr val="000000"/>
                  </a:solidFill>
                  <a:effectLst/>
                  <a:uFillTx/>
                  <a:latin typeface="Arial"/>
                </a:endParaRPr>
              </a:p>
            </p:txBody>
          </p:sp>
          <p:sp>
            <p:nvSpPr>
              <p:cNvPr id="477" name="Freeform 31"/>
              <p:cNvSpPr/>
              <p:nvPr/>
            </p:nvSpPr>
            <p:spPr>
              <a:xfrm>
                <a:off x="3965760" y="1961280"/>
                <a:ext cx="1497600" cy="2188440"/>
              </a:xfrm>
              <a:custGeom>
                <a:avLst/>
                <a:gdLst>
                  <a:gd name="textAreaLeft" fmla="*/ 0 w 1497600"/>
                  <a:gd name="textAreaRight" fmla="*/ 1497960 w 1497600"/>
                  <a:gd name="textAreaTop" fmla="*/ 0 h 2188440"/>
                  <a:gd name="textAreaBottom" fmla="*/ 2188800 h 2188440"/>
                  <a:gd name="GluePoint1X" fmla="*/ 0 w 910"/>
                  <a:gd name="GluePoint1Y" fmla="*/ 10 h 1330"/>
                  <a:gd name="GluePoint2X" fmla="*/ 0 w 910"/>
                  <a:gd name="GluePoint2Y" fmla="*/ 1330 h 1330"/>
                  <a:gd name="GluePoint3X" fmla="*/ 910 w 910"/>
                  <a:gd name="GluePoint3Y" fmla="*/ 1330 h 1330"/>
                  <a:gd name="GluePoint4X" fmla="*/ 910 w 910"/>
                  <a:gd name="GluePoint4Y" fmla="*/ 0 h 1330"/>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910" h="1330">
                    <a:moveTo>
                      <a:pt x="0" y="10"/>
                    </a:moveTo>
                    <a:lnTo>
                      <a:pt x="0" y="1330"/>
                    </a:lnTo>
                    <a:lnTo>
                      <a:pt x="910" y="1330"/>
                    </a:lnTo>
                    <a:lnTo>
                      <a:pt x="910" y="0"/>
                    </a:lnTo>
                  </a:path>
                </a:pathLst>
              </a:custGeom>
              <a:noFill/>
              <a:ln w="9360">
                <a:solidFill>
                  <a:srgbClr val="000000"/>
                </a:solidFill>
                <a:round/>
              </a:ln>
            </p:spPr>
            <p:style>
              <a:lnRef idx="0"/>
              <a:fillRef idx="0"/>
              <a:effectRef idx="0"/>
              <a:fontRef idx="minor"/>
            </p:style>
            <p:txBody>
              <a:bodyPr lIns="90000" rIns="90000" tIns="46800" bIns="46800" anchor="t">
                <a:noAutofit/>
              </a:bodyPr>
              <a:p>
                <a:endParaRPr b="0" lang="en-US" sz="1800" strike="noStrike" u="none">
                  <a:solidFill>
                    <a:srgbClr val="000000"/>
                  </a:solidFill>
                  <a:effectLst/>
                  <a:uFillTx/>
                  <a:latin typeface="Arial"/>
                </a:endParaRPr>
              </a:p>
            </p:txBody>
          </p:sp>
          <p:sp>
            <p:nvSpPr>
              <p:cNvPr id="478" name="Rectangle 32"/>
              <p:cNvSpPr/>
              <p:nvPr/>
            </p:nvSpPr>
            <p:spPr>
              <a:xfrm>
                <a:off x="4311360" y="3246480"/>
                <a:ext cx="773640" cy="246600"/>
              </a:xfrm>
              <a:prstGeom prst="rect">
                <a:avLst/>
              </a:prstGeom>
              <a:solidFill>
                <a:srgbClr val="808080"/>
              </a:solidFill>
              <a:ln w="1800">
                <a:solidFill>
                  <a:srgbClr val="000000"/>
                </a:solidFill>
                <a:miter/>
              </a:ln>
            </p:spPr>
            <p:style>
              <a:lnRef idx="0"/>
              <a:fillRef idx="0"/>
              <a:effectRef idx="0"/>
              <a:fontRef idx="minor"/>
            </p:style>
            <p:txBody>
              <a:bodyPr lIns="90000" rIns="90000" tIns="46800" bIns="46800" anchor="t">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trike="noStrike" u="none">
                  <a:solidFill>
                    <a:srgbClr val="000000"/>
                  </a:solidFill>
                  <a:effectLst/>
                  <a:uFillTx/>
                  <a:latin typeface="Arial"/>
                </a:endParaRPr>
              </a:p>
            </p:txBody>
          </p:sp>
          <p:sp>
            <p:nvSpPr>
              <p:cNvPr id="479" name="Line 33"/>
              <p:cNvSpPr/>
              <p:nvPr/>
            </p:nvSpPr>
            <p:spPr>
              <a:xfrm>
                <a:off x="3981960" y="3540960"/>
                <a:ext cx="1474560" cy="1440"/>
              </a:xfrm>
              <a:prstGeom prst="line">
                <a:avLst/>
              </a:prstGeom>
              <a:ln w="38160">
                <a:solidFill>
                  <a:srgbClr val="000000"/>
                </a:solidFill>
                <a:miter/>
              </a:ln>
            </p:spPr>
            <p:style>
              <a:lnRef idx="0"/>
              <a:fillRef idx="0"/>
              <a:effectRef idx="0"/>
              <a:fontRef idx="minor"/>
            </p:style>
            <p:txBody>
              <a:bodyPr lIns="90000" rIns="90000" tIns="-45360" bIns="-45360" anchor="t">
                <a:noAutofit/>
              </a:bodyPr>
              <a:p>
                <a:endParaRPr b="0" lang="en-US" sz="1800" strike="noStrike" u="none">
                  <a:solidFill>
                    <a:srgbClr val="000000"/>
                  </a:solidFill>
                  <a:effectLst/>
                  <a:uFillTx/>
                  <a:latin typeface="Arial"/>
                </a:endParaRPr>
              </a:p>
            </p:txBody>
          </p:sp>
          <p:sp>
            <p:nvSpPr>
              <p:cNvPr id="480" name="Freeform 34"/>
              <p:cNvSpPr/>
              <p:nvPr/>
            </p:nvSpPr>
            <p:spPr>
              <a:xfrm>
                <a:off x="4311360" y="3119760"/>
                <a:ext cx="768600" cy="124920"/>
              </a:xfrm>
              <a:custGeom>
                <a:avLst/>
                <a:gdLst>
                  <a:gd name="textAreaLeft" fmla="*/ 0 w 768600"/>
                  <a:gd name="textAreaRight" fmla="*/ 768960 w 768600"/>
                  <a:gd name="textAreaTop" fmla="*/ 0 h 124920"/>
                  <a:gd name="textAreaBottom" fmla="*/ 124920 h 124920"/>
                  <a:gd name="GluePoint1X" fmla="*/ 0 w 455"/>
                  <a:gd name="GluePoint1Y" fmla="*/ 76 h 76"/>
                  <a:gd name="GluePoint2X" fmla="*/ 746 w 455"/>
                  <a:gd name="GluePoint2Y" fmla="*/ 76 h 76"/>
                  <a:gd name="GluePoint3X" fmla="*/ 685 w 455"/>
                  <a:gd name="GluePoint3Y" fmla="*/ 0 h 76"/>
                  <a:gd name="GluePoint4X" fmla="*/ 55 w 455"/>
                  <a:gd name="GluePoint4Y" fmla="*/ 3 h 76"/>
                  <a:gd name="GluePoint5X" fmla="*/ 0 w 455"/>
                  <a:gd name="GluePoint5Y" fmla="*/ 76 h 76"/>
                </a:gdLst>
                <a:ahLst/>
                <a:cxnLst>
                  <a:cxn ang="0">
                    <a:pos x="GluePoint1X" y="GluePoint1Y"/>
                  </a:cxn>
                  <a:cxn ang="0">
                    <a:pos x="GluePoint2X" y="GluePoint2Y"/>
                  </a:cxn>
                  <a:cxn ang="0">
                    <a:pos x="GluePoint3X" y="GluePoint3Y"/>
                  </a:cxn>
                  <a:cxn ang="0">
                    <a:pos x="GluePoint4X" y="GluePoint4Y"/>
                  </a:cxn>
                  <a:cxn ang="0">
                    <a:pos x="GluePoint5X" y="GluePoint5Y"/>
                  </a:cxn>
                </a:cxnLst>
                <a:rect l="textAreaLeft" t="textAreaTop" r="textAreaRight" b="textAreaBottom"/>
                <a:pathLst>
                  <a:path w="455" h="76">
                    <a:moveTo>
                      <a:pt x="0" y="76"/>
                    </a:moveTo>
                    <a:lnTo>
                      <a:pt x="455" y="76"/>
                    </a:lnTo>
                    <a:lnTo>
                      <a:pt x="417" y="0"/>
                    </a:lnTo>
                    <a:lnTo>
                      <a:pt x="36" y="3"/>
                    </a:lnTo>
                    <a:lnTo>
                      <a:pt x="0" y="76"/>
                    </a:lnTo>
                    <a:close/>
                  </a:path>
                </a:pathLst>
              </a:custGeom>
              <a:solidFill>
                <a:srgbClr val="c0c0c0"/>
              </a:solidFill>
              <a:ln w="1800">
                <a:solidFill>
                  <a:srgbClr val="000000"/>
                </a:solidFill>
                <a:round/>
              </a:ln>
            </p:spPr>
            <p:style>
              <a:lnRef idx="0"/>
              <a:fillRef idx="0"/>
              <a:effectRef idx="0"/>
              <a:fontRef idx="minor"/>
            </p:style>
            <p:txBody>
              <a:bodyPr lIns="90000" rIns="90000" tIns="46800" bIns="46800" anchor="t">
                <a:noAutofit/>
              </a:bodyPr>
              <a:p>
                <a:endParaRPr b="0" lang="en-US" sz="1800" strike="noStrike" u="none">
                  <a:solidFill>
                    <a:srgbClr val="000000"/>
                  </a:solidFill>
                  <a:effectLst/>
                  <a:uFillTx/>
                  <a:latin typeface="Arial"/>
                </a:endParaRPr>
              </a:p>
            </p:txBody>
          </p:sp>
          <p:sp>
            <p:nvSpPr>
              <p:cNvPr id="481" name="Freeform 35"/>
              <p:cNvSpPr/>
              <p:nvPr/>
            </p:nvSpPr>
            <p:spPr>
              <a:xfrm>
                <a:off x="4368960" y="3011040"/>
                <a:ext cx="648360" cy="116640"/>
              </a:xfrm>
              <a:custGeom>
                <a:avLst/>
                <a:gdLst>
                  <a:gd name="textAreaLeft" fmla="*/ 0 w 648360"/>
                  <a:gd name="textAreaRight" fmla="*/ 648360 w 648360"/>
                  <a:gd name="textAreaTop" fmla="*/ 0 h 116640"/>
                  <a:gd name="textAreaBottom" fmla="*/ 117000 h 116640"/>
                  <a:gd name="GluePoint1X" fmla="*/ 0 w 382"/>
                  <a:gd name="GluePoint1Y" fmla="*/ 71 h 71"/>
                  <a:gd name="GluePoint2X" fmla="*/ 686 w 382"/>
                  <a:gd name="GluePoint2Y" fmla="*/ 69 h 71"/>
                  <a:gd name="GluePoint3X" fmla="*/ 618 w 382"/>
                  <a:gd name="GluePoint3Y" fmla="*/ 0 h 71"/>
                  <a:gd name="GluePoint4X" fmla="*/ 70 w 382"/>
                  <a:gd name="GluePoint4Y" fmla="*/ 0 h 71"/>
                  <a:gd name="GluePoint5X" fmla="*/ 0 w 382"/>
                  <a:gd name="GluePoint5Y" fmla="*/ 71 h 71"/>
                </a:gdLst>
                <a:ahLst/>
                <a:cxnLst>
                  <a:cxn ang="0">
                    <a:pos x="GluePoint1X" y="GluePoint1Y"/>
                  </a:cxn>
                  <a:cxn ang="0">
                    <a:pos x="GluePoint2X" y="GluePoint2Y"/>
                  </a:cxn>
                  <a:cxn ang="0">
                    <a:pos x="GluePoint3X" y="GluePoint3Y"/>
                  </a:cxn>
                  <a:cxn ang="0">
                    <a:pos x="GluePoint4X" y="GluePoint4Y"/>
                  </a:cxn>
                  <a:cxn ang="0">
                    <a:pos x="GluePoint5X" y="GluePoint5Y"/>
                  </a:cxn>
                </a:cxnLst>
                <a:rect l="textAreaLeft" t="textAreaTop" r="textAreaRight" b="textAreaBottom"/>
                <a:pathLst>
                  <a:path w="382" h="71">
                    <a:moveTo>
                      <a:pt x="0" y="71"/>
                    </a:moveTo>
                    <a:lnTo>
                      <a:pt x="382" y="69"/>
                    </a:lnTo>
                    <a:lnTo>
                      <a:pt x="343" y="0"/>
                    </a:lnTo>
                    <a:lnTo>
                      <a:pt x="40" y="0"/>
                    </a:lnTo>
                    <a:lnTo>
                      <a:pt x="0" y="71"/>
                    </a:lnTo>
                    <a:close/>
                  </a:path>
                </a:pathLst>
              </a:custGeom>
              <a:solidFill>
                <a:srgbClr val="c0c0c0"/>
              </a:solidFill>
              <a:ln w="1800">
                <a:solidFill>
                  <a:srgbClr val="000000"/>
                </a:solidFill>
                <a:round/>
              </a:ln>
            </p:spPr>
            <p:style>
              <a:lnRef idx="0"/>
              <a:fillRef idx="0"/>
              <a:effectRef idx="0"/>
              <a:fontRef idx="minor"/>
            </p:style>
            <p:txBody>
              <a:bodyPr lIns="90000" rIns="90000" tIns="46800" bIns="46800" anchor="t">
                <a:noAutofit/>
              </a:bodyPr>
              <a:p>
                <a:endParaRPr b="0" lang="en-US" sz="1800" strike="noStrike" u="none">
                  <a:solidFill>
                    <a:srgbClr val="000000"/>
                  </a:solidFill>
                  <a:effectLst/>
                  <a:uFillTx/>
                  <a:latin typeface="Arial"/>
                </a:endParaRPr>
              </a:p>
            </p:txBody>
          </p:sp>
          <p:sp>
            <p:nvSpPr>
              <p:cNvPr id="482" name="Freeform 36"/>
              <p:cNvSpPr/>
              <p:nvPr/>
            </p:nvSpPr>
            <p:spPr>
              <a:xfrm>
                <a:off x="4434840" y="2887560"/>
                <a:ext cx="513360" cy="123480"/>
              </a:xfrm>
              <a:custGeom>
                <a:avLst/>
                <a:gdLst>
                  <a:gd name="textAreaLeft" fmla="*/ 0 w 513360"/>
                  <a:gd name="textAreaRight" fmla="*/ 513720 w 513360"/>
                  <a:gd name="textAreaTop" fmla="*/ 0 h 123480"/>
                  <a:gd name="textAreaBottom" fmla="*/ 123840 h 123480"/>
                  <a:gd name="GluePoint1X" fmla="*/ 0 w 303"/>
                  <a:gd name="GluePoint1Y" fmla="*/ 75 h 75"/>
                  <a:gd name="GluePoint2X" fmla="*/ 528 w 303"/>
                  <a:gd name="GluePoint2Y" fmla="*/ 72 h 75"/>
                  <a:gd name="GluePoint3X" fmla="*/ 456 w 303"/>
                  <a:gd name="GluePoint3Y" fmla="*/ 0 h 75"/>
                  <a:gd name="GluePoint4X" fmla="*/ 59 w 303"/>
                  <a:gd name="GluePoint4Y" fmla="*/ 0 h 75"/>
                  <a:gd name="GluePoint5X" fmla="*/ 0 w 303"/>
                  <a:gd name="GluePoint5Y" fmla="*/ 75 h 75"/>
                </a:gdLst>
                <a:ahLst/>
                <a:cxnLst>
                  <a:cxn ang="0">
                    <a:pos x="GluePoint1X" y="GluePoint1Y"/>
                  </a:cxn>
                  <a:cxn ang="0">
                    <a:pos x="GluePoint2X" y="GluePoint2Y"/>
                  </a:cxn>
                  <a:cxn ang="0">
                    <a:pos x="GluePoint3X" y="GluePoint3Y"/>
                  </a:cxn>
                  <a:cxn ang="0">
                    <a:pos x="GluePoint4X" y="GluePoint4Y"/>
                  </a:cxn>
                  <a:cxn ang="0">
                    <a:pos x="GluePoint5X" y="GluePoint5Y"/>
                  </a:cxn>
                </a:cxnLst>
                <a:rect l="textAreaLeft" t="textAreaTop" r="textAreaRight" b="textAreaBottom"/>
                <a:pathLst>
                  <a:path w="303" h="75">
                    <a:moveTo>
                      <a:pt x="0" y="75"/>
                    </a:moveTo>
                    <a:lnTo>
                      <a:pt x="303" y="72"/>
                    </a:lnTo>
                    <a:lnTo>
                      <a:pt x="262" y="0"/>
                    </a:lnTo>
                    <a:lnTo>
                      <a:pt x="36" y="0"/>
                    </a:lnTo>
                    <a:lnTo>
                      <a:pt x="0" y="75"/>
                    </a:lnTo>
                    <a:close/>
                  </a:path>
                </a:pathLst>
              </a:custGeom>
              <a:solidFill>
                <a:srgbClr val="c0c0c0"/>
              </a:solidFill>
              <a:ln w="1800">
                <a:solidFill>
                  <a:srgbClr val="000000"/>
                </a:solidFill>
                <a:round/>
              </a:ln>
            </p:spPr>
            <p:style>
              <a:lnRef idx="0"/>
              <a:fillRef idx="0"/>
              <a:effectRef idx="0"/>
              <a:fontRef idx="minor"/>
            </p:style>
            <p:txBody>
              <a:bodyPr lIns="90000" rIns="90000" tIns="46800" bIns="46800" anchor="t">
                <a:noAutofit/>
              </a:bodyPr>
              <a:p>
                <a:endParaRPr b="0" lang="en-US" sz="1800" strike="noStrike" u="none">
                  <a:solidFill>
                    <a:srgbClr val="000000"/>
                  </a:solidFill>
                  <a:effectLst/>
                  <a:uFillTx/>
                  <a:latin typeface="Arial"/>
                </a:endParaRPr>
              </a:p>
            </p:txBody>
          </p:sp>
          <p:sp>
            <p:nvSpPr>
              <p:cNvPr id="483" name="Freeform 37"/>
              <p:cNvSpPr/>
              <p:nvPr/>
            </p:nvSpPr>
            <p:spPr>
              <a:xfrm>
                <a:off x="4498920" y="2764440"/>
                <a:ext cx="380160" cy="123120"/>
              </a:xfrm>
              <a:custGeom>
                <a:avLst/>
                <a:gdLst>
                  <a:gd name="textAreaLeft" fmla="*/ 0 w 380160"/>
                  <a:gd name="textAreaRight" fmla="*/ 380520 w 380160"/>
                  <a:gd name="textAreaTop" fmla="*/ 0 h 123120"/>
                  <a:gd name="textAreaBottom" fmla="*/ 123480 h 123120"/>
                  <a:gd name="GluePoint1X" fmla="*/ 0 w 228"/>
                  <a:gd name="GluePoint1Y" fmla="*/ 75 h 75"/>
                  <a:gd name="GluePoint2X" fmla="*/ 291 w 228"/>
                  <a:gd name="GluePoint2Y" fmla="*/ 72 h 75"/>
                  <a:gd name="GluePoint3X" fmla="*/ 245 w 228"/>
                  <a:gd name="GluePoint3Y" fmla="*/ 0 h 75"/>
                  <a:gd name="GluePoint4X" fmla="*/ 33 w 228"/>
                  <a:gd name="GluePoint4Y" fmla="*/ 3 h 75"/>
                  <a:gd name="GluePoint5X" fmla="*/ 0 w 228"/>
                  <a:gd name="GluePoint5Y" fmla="*/ 75 h 75"/>
                </a:gdLst>
                <a:ahLst/>
                <a:cxnLst>
                  <a:cxn ang="0">
                    <a:pos x="GluePoint1X" y="GluePoint1Y"/>
                  </a:cxn>
                  <a:cxn ang="0">
                    <a:pos x="GluePoint2X" y="GluePoint2Y"/>
                  </a:cxn>
                  <a:cxn ang="0">
                    <a:pos x="GluePoint3X" y="GluePoint3Y"/>
                  </a:cxn>
                  <a:cxn ang="0">
                    <a:pos x="GluePoint4X" y="GluePoint4Y"/>
                  </a:cxn>
                  <a:cxn ang="0">
                    <a:pos x="GluePoint5X" y="GluePoint5Y"/>
                  </a:cxn>
                </a:cxnLst>
                <a:rect l="textAreaLeft" t="textAreaTop" r="textAreaRight" b="textAreaBottom"/>
                <a:pathLst>
                  <a:path w="228" h="75">
                    <a:moveTo>
                      <a:pt x="0" y="75"/>
                    </a:moveTo>
                    <a:lnTo>
                      <a:pt x="228" y="72"/>
                    </a:lnTo>
                    <a:lnTo>
                      <a:pt x="189" y="0"/>
                    </a:lnTo>
                    <a:lnTo>
                      <a:pt x="33" y="3"/>
                    </a:lnTo>
                    <a:lnTo>
                      <a:pt x="0" y="75"/>
                    </a:lnTo>
                    <a:close/>
                  </a:path>
                </a:pathLst>
              </a:custGeom>
              <a:solidFill>
                <a:srgbClr val="c0c0c0"/>
              </a:solidFill>
              <a:ln w="1800">
                <a:solidFill>
                  <a:srgbClr val="000000"/>
                </a:solidFill>
                <a:round/>
              </a:ln>
            </p:spPr>
            <p:style>
              <a:lnRef idx="0"/>
              <a:fillRef idx="0"/>
              <a:effectRef idx="0"/>
              <a:fontRef idx="minor"/>
            </p:style>
            <p:txBody>
              <a:bodyPr lIns="90000" rIns="90000" tIns="46800" bIns="46800" anchor="t">
                <a:noAutofit/>
              </a:bodyPr>
              <a:p>
                <a:endParaRPr b="0" lang="en-US" sz="1800" strike="noStrike" u="none">
                  <a:solidFill>
                    <a:srgbClr val="000000"/>
                  </a:solidFill>
                  <a:effectLst/>
                  <a:uFillTx/>
                  <a:latin typeface="Arial"/>
                </a:endParaRPr>
              </a:p>
            </p:txBody>
          </p:sp>
          <p:sp>
            <p:nvSpPr>
              <p:cNvPr id="484" name="Freeform 38"/>
              <p:cNvSpPr/>
              <p:nvPr/>
            </p:nvSpPr>
            <p:spPr>
              <a:xfrm>
                <a:off x="4558320" y="2645640"/>
                <a:ext cx="256680" cy="123480"/>
              </a:xfrm>
              <a:custGeom>
                <a:avLst/>
                <a:gdLst>
                  <a:gd name="textAreaLeft" fmla="*/ 0 w 256680"/>
                  <a:gd name="textAreaRight" fmla="*/ 257040 w 256680"/>
                  <a:gd name="textAreaTop" fmla="*/ 0 h 123480"/>
                  <a:gd name="textAreaBottom" fmla="*/ 123840 h 123480"/>
                  <a:gd name="GluePoint1X" fmla="*/ 0 w 153"/>
                  <a:gd name="GluePoint1Y" fmla="*/ 75 h 75"/>
                  <a:gd name="GluePoint2X" fmla="*/ 220 w 153"/>
                  <a:gd name="GluePoint2Y" fmla="*/ 75 h 75"/>
                  <a:gd name="GluePoint3X" fmla="*/ 159 w 153"/>
                  <a:gd name="GluePoint3Y" fmla="*/ 0 h 75"/>
                  <a:gd name="GluePoint4X" fmla="*/ 52 w 153"/>
                  <a:gd name="GluePoint4Y" fmla="*/ 3 h 75"/>
                  <a:gd name="GluePoint5X" fmla="*/ 0 w 153"/>
                  <a:gd name="GluePoint5Y" fmla="*/ 75 h 75"/>
                </a:gdLst>
                <a:ahLst/>
                <a:cxnLst>
                  <a:cxn ang="0">
                    <a:pos x="GluePoint1X" y="GluePoint1Y"/>
                  </a:cxn>
                  <a:cxn ang="0">
                    <a:pos x="GluePoint2X" y="GluePoint2Y"/>
                  </a:cxn>
                  <a:cxn ang="0">
                    <a:pos x="GluePoint3X" y="GluePoint3Y"/>
                  </a:cxn>
                  <a:cxn ang="0">
                    <a:pos x="GluePoint4X" y="GluePoint4Y"/>
                  </a:cxn>
                  <a:cxn ang="0">
                    <a:pos x="GluePoint5X" y="GluePoint5Y"/>
                  </a:cxn>
                </a:cxnLst>
                <a:rect l="textAreaLeft" t="textAreaTop" r="textAreaRight" b="textAreaBottom"/>
                <a:pathLst>
                  <a:path w="153" h="75">
                    <a:moveTo>
                      <a:pt x="0" y="75"/>
                    </a:moveTo>
                    <a:lnTo>
                      <a:pt x="153" y="75"/>
                    </a:lnTo>
                    <a:lnTo>
                      <a:pt x="111" y="0"/>
                    </a:lnTo>
                    <a:lnTo>
                      <a:pt x="33" y="3"/>
                    </a:lnTo>
                    <a:lnTo>
                      <a:pt x="0" y="75"/>
                    </a:lnTo>
                    <a:close/>
                  </a:path>
                </a:pathLst>
              </a:custGeom>
              <a:solidFill>
                <a:srgbClr val="c0c0c0"/>
              </a:solidFill>
              <a:ln w="1800">
                <a:solidFill>
                  <a:srgbClr val="000000"/>
                </a:solidFill>
                <a:round/>
              </a:ln>
            </p:spPr>
            <p:style>
              <a:lnRef idx="0"/>
              <a:fillRef idx="0"/>
              <a:effectRef idx="0"/>
              <a:fontRef idx="minor"/>
            </p:style>
            <p:txBody>
              <a:bodyPr lIns="90000" rIns="90000" tIns="46800" bIns="46800" anchor="t">
                <a:noAutofit/>
              </a:bodyPr>
              <a:p>
                <a:endParaRPr b="0" lang="en-US" sz="1800" strike="noStrike" u="none">
                  <a:solidFill>
                    <a:srgbClr val="000000"/>
                  </a:solidFill>
                  <a:effectLst/>
                  <a:uFillTx/>
                  <a:latin typeface="Arial"/>
                </a:endParaRPr>
              </a:p>
            </p:txBody>
          </p:sp>
          <p:sp>
            <p:nvSpPr>
              <p:cNvPr id="485" name="Freeform 39"/>
              <p:cNvSpPr/>
              <p:nvPr/>
            </p:nvSpPr>
            <p:spPr>
              <a:xfrm>
                <a:off x="4617360" y="2532240"/>
                <a:ext cx="123480" cy="118080"/>
              </a:xfrm>
              <a:custGeom>
                <a:avLst/>
                <a:gdLst>
                  <a:gd name="textAreaLeft" fmla="*/ 0 w 123480"/>
                  <a:gd name="textAreaRight" fmla="*/ 123840 w 123480"/>
                  <a:gd name="textAreaTop" fmla="*/ 0 h 118080"/>
                  <a:gd name="textAreaBottom" fmla="*/ 118440 h 118080"/>
                  <a:gd name="GluePoint1X" fmla="*/ 0 w 81"/>
                  <a:gd name="GluePoint1Y" fmla="*/ 72 h 72"/>
                  <a:gd name="GluePoint2X" fmla="*/ 19 w 81"/>
                  <a:gd name="GluePoint2Y" fmla="*/ 69 h 72"/>
                  <a:gd name="GluePoint3X" fmla="*/ 8 w 81"/>
                  <a:gd name="GluePoint3Y" fmla="*/ 3 h 72"/>
                  <a:gd name="GluePoint4X" fmla="*/ 10 w 81"/>
                  <a:gd name="GluePoint4Y" fmla="*/ 0 h 72"/>
                  <a:gd name="GluePoint5X" fmla="*/ 0 w 81"/>
                  <a:gd name="GluePoint5Y" fmla="*/ 72 h 72"/>
                </a:gdLst>
                <a:ahLst/>
                <a:cxnLst>
                  <a:cxn ang="0">
                    <a:pos x="GluePoint1X" y="GluePoint1Y"/>
                  </a:cxn>
                  <a:cxn ang="0">
                    <a:pos x="GluePoint2X" y="GluePoint2Y"/>
                  </a:cxn>
                  <a:cxn ang="0">
                    <a:pos x="GluePoint3X" y="GluePoint3Y"/>
                  </a:cxn>
                  <a:cxn ang="0">
                    <a:pos x="GluePoint4X" y="GluePoint4Y"/>
                  </a:cxn>
                  <a:cxn ang="0">
                    <a:pos x="GluePoint5X" y="GluePoint5Y"/>
                  </a:cxn>
                </a:cxnLst>
                <a:rect l="textAreaLeft" t="textAreaTop" r="textAreaRight" b="textAreaBottom"/>
                <a:pathLst>
                  <a:path w="81" h="72">
                    <a:moveTo>
                      <a:pt x="0" y="72"/>
                    </a:moveTo>
                    <a:lnTo>
                      <a:pt x="81" y="69"/>
                    </a:lnTo>
                    <a:lnTo>
                      <a:pt x="36" y="3"/>
                    </a:lnTo>
                    <a:lnTo>
                      <a:pt x="42" y="0"/>
                    </a:lnTo>
                    <a:lnTo>
                      <a:pt x="0" y="72"/>
                    </a:lnTo>
                    <a:close/>
                  </a:path>
                </a:pathLst>
              </a:custGeom>
              <a:solidFill>
                <a:srgbClr val="c0c0c0"/>
              </a:solidFill>
              <a:ln w="1800">
                <a:solidFill>
                  <a:srgbClr val="000000"/>
                </a:solidFill>
                <a:round/>
              </a:ln>
            </p:spPr>
            <p:style>
              <a:lnRef idx="0"/>
              <a:fillRef idx="0"/>
              <a:effectRef idx="0"/>
              <a:fontRef idx="minor"/>
            </p:style>
            <p:txBody>
              <a:bodyPr lIns="90000" rIns="90000" tIns="46800" bIns="46800" anchor="t">
                <a:noAutofit/>
              </a:bodyPr>
              <a:p>
                <a:endParaRPr b="0" lang="en-US" sz="1800" strike="noStrike" u="none">
                  <a:solidFill>
                    <a:srgbClr val="000000"/>
                  </a:solidFill>
                  <a:effectLst/>
                  <a:uFillTx/>
                  <a:latin typeface="Arial"/>
                </a:endParaRPr>
              </a:p>
            </p:txBody>
          </p:sp>
          <p:sp>
            <p:nvSpPr>
              <p:cNvPr id="486" name="Rectangle 40"/>
              <p:cNvSpPr/>
              <p:nvPr/>
            </p:nvSpPr>
            <p:spPr>
              <a:xfrm>
                <a:off x="4294800" y="3514320"/>
                <a:ext cx="952920" cy="776880"/>
              </a:xfrm>
              <a:prstGeom prst="rect">
                <a:avLst/>
              </a:prstGeom>
              <a:noFill/>
              <a:ln w="0">
                <a:noFill/>
              </a:ln>
            </p:spPr>
            <p:style>
              <a:lnRef idx="0"/>
              <a:fillRef idx="0"/>
              <a:effectRef idx="0"/>
              <a:fontRef idx="minor"/>
            </p:style>
            <p:txBody>
              <a:bodyPr lIns="78480" rIns="78480" tIns="39240" bIns="39240" anchor="t">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i="1" lang="fr-FR" sz="2800" strike="noStrike" u="none">
                    <a:solidFill>
                      <a:srgbClr val="003300"/>
                    </a:solidFill>
                    <a:effectLst/>
                    <a:uFillTx/>
                    <a:latin typeface="Times New Roman"/>
                    <a:ea typeface="Times New Roman"/>
                  </a:rPr>
                  <a:t>P</a:t>
                </a:r>
                <a:r>
                  <a:rPr b="0" lang="fr-FR" sz="2800" strike="noStrike" u="none" baseline="-25000">
                    <a:solidFill>
                      <a:srgbClr val="003300"/>
                    </a:solidFill>
                    <a:effectLst/>
                    <a:uFillTx/>
                    <a:latin typeface="Times New Roman"/>
                    <a:ea typeface="Times New Roman"/>
                  </a:rPr>
                  <a:t>2</a:t>
                </a:r>
                <a:endParaRPr b="0" lang="en-US" sz="2800" strike="noStrike" u="none">
                  <a:solidFill>
                    <a:srgbClr val="000000"/>
                  </a:solidFill>
                  <a:effectLst/>
                  <a:uFillTx/>
                  <a:latin typeface="Arial"/>
                </a:endParaRPr>
              </a:p>
            </p:txBody>
          </p:sp>
          <p:sp>
            <p:nvSpPr>
              <p:cNvPr id="487" name="Rectangle 41"/>
              <p:cNvSpPr/>
              <p:nvPr/>
            </p:nvSpPr>
            <p:spPr>
              <a:xfrm>
                <a:off x="4229280" y="1737720"/>
                <a:ext cx="952920" cy="776520"/>
              </a:xfrm>
              <a:prstGeom prst="rect">
                <a:avLst/>
              </a:prstGeom>
              <a:noFill/>
              <a:ln w="0">
                <a:noFill/>
              </a:ln>
            </p:spPr>
            <p:style>
              <a:lnRef idx="0"/>
              <a:fillRef idx="0"/>
              <a:effectRef idx="0"/>
              <a:fontRef idx="minor"/>
            </p:style>
            <p:txBody>
              <a:bodyPr lIns="78480" rIns="78480" tIns="39240" bIns="39240" anchor="t">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i="1" lang="fr-FR" sz="3200" strike="noStrike" u="none">
                    <a:solidFill>
                      <a:srgbClr val="003300"/>
                    </a:solidFill>
                    <a:effectLst/>
                    <a:uFillTx/>
                    <a:latin typeface="Times New Roman"/>
                    <a:ea typeface="Times New Roman"/>
                  </a:rPr>
                  <a:t>m</a:t>
                </a:r>
                <a:r>
                  <a:rPr b="0" lang="fr-FR" sz="3200" strike="noStrike" u="none" baseline="-25000">
                    <a:solidFill>
                      <a:srgbClr val="003300"/>
                    </a:solidFill>
                    <a:effectLst/>
                    <a:uFillTx/>
                    <a:latin typeface="Times New Roman"/>
                    <a:ea typeface="Times New Roman"/>
                  </a:rPr>
                  <a:t>2</a:t>
                </a:r>
                <a:endParaRPr b="0" lang="en-US" sz="3200" strike="noStrike" u="none">
                  <a:solidFill>
                    <a:srgbClr val="000000"/>
                  </a:solidFill>
                  <a:effectLst/>
                  <a:uFillTx/>
                  <a:latin typeface="Arial"/>
                </a:endParaRPr>
              </a:p>
            </p:txBody>
          </p:sp>
        </p:grpSp>
      </p:grpSp>
      <p:sp>
        <p:nvSpPr>
          <p:cNvPr id="488" name="Text Box 44"/>
          <p:cNvSpPr/>
          <p:nvPr/>
        </p:nvSpPr>
        <p:spPr>
          <a:xfrm>
            <a:off x="203040" y="4660920"/>
            <a:ext cx="8445600" cy="1647000"/>
          </a:xfrm>
          <a:prstGeom prst="rect">
            <a:avLst/>
          </a:prstGeom>
          <a:noFill/>
          <a:ln w="0">
            <a:noFill/>
          </a:ln>
        </p:spPr>
        <p:style>
          <a:lnRef idx="0"/>
          <a:fillRef idx="0"/>
          <a:effectRef idx="0"/>
          <a:fontRef idx="minor"/>
        </p:style>
        <p:txBody>
          <a:bodyPr lIns="90000" rIns="90000" tIns="46800" bIns="46800" anchor="t">
            <a:spAutoFit/>
          </a:bodyPr>
          <a:p>
            <a:pPr algn="just">
              <a:lnSpc>
                <a:spcPct val="100000"/>
              </a:lnSpc>
              <a:spcBef>
                <a:spcPts val="2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3200" strike="noStrike" u="none">
                <a:solidFill>
                  <a:srgbClr val="000000"/>
                </a:solidFill>
                <a:effectLst/>
                <a:uFillTx/>
                <a:latin typeface="Times New Roman"/>
                <a:ea typeface="Times New Roman"/>
              </a:rPr>
              <a:t>on passe de la masse </a:t>
            </a:r>
            <a:r>
              <a:rPr b="0" i="1" lang="fr-FR" sz="3200" strike="noStrike" u="none">
                <a:solidFill>
                  <a:srgbClr val="000000"/>
                </a:solidFill>
                <a:effectLst/>
                <a:uFillTx/>
                <a:latin typeface="Times New Roman"/>
                <a:ea typeface="Times New Roman"/>
              </a:rPr>
              <a:t>m</a:t>
            </a:r>
            <a:r>
              <a:rPr b="0" lang="fr-FR" sz="2000" strike="noStrike" u="none" baseline="-25000">
                <a:solidFill>
                  <a:srgbClr val="000000"/>
                </a:solidFill>
                <a:effectLst/>
                <a:uFillTx/>
                <a:latin typeface="Times New Roman"/>
                <a:ea typeface="Times New Roman"/>
              </a:rPr>
              <a:t>1</a:t>
            </a:r>
            <a:r>
              <a:rPr b="0" lang="fr-FR" sz="3200" strike="noStrike" u="none">
                <a:solidFill>
                  <a:srgbClr val="000000"/>
                </a:solidFill>
                <a:effectLst/>
                <a:uFillTx/>
                <a:latin typeface="Times New Roman"/>
                <a:ea typeface="Times New Roman"/>
              </a:rPr>
              <a:t> à la masse </a:t>
            </a:r>
            <a:r>
              <a:rPr b="0" i="1" lang="fr-FR" sz="3200" strike="noStrike" u="none">
                <a:solidFill>
                  <a:srgbClr val="000000"/>
                </a:solidFill>
                <a:effectLst/>
                <a:uFillTx/>
                <a:latin typeface="Times New Roman"/>
                <a:ea typeface="Times New Roman"/>
              </a:rPr>
              <a:t>m</a:t>
            </a:r>
            <a:r>
              <a:rPr b="0" lang="fr-FR" sz="2000" strike="noStrike" u="none" baseline="-25000">
                <a:solidFill>
                  <a:srgbClr val="000000"/>
                </a:solidFill>
                <a:effectLst/>
                <a:uFillTx/>
                <a:latin typeface="Times New Roman"/>
                <a:ea typeface="Times New Roman"/>
              </a:rPr>
              <a:t>2</a:t>
            </a:r>
            <a:r>
              <a:rPr b="0" lang="fr-FR" sz="3200" strike="noStrike" u="none">
                <a:solidFill>
                  <a:srgbClr val="000000"/>
                </a:solidFill>
                <a:effectLst/>
                <a:uFillTx/>
                <a:latin typeface="Times New Roman"/>
                <a:ea typeface="Times New Roman"/>
              </a:rPr>
              <a:t> en ajoutant progressivement des petites masses </a:t>
            </a:r>
            <a:r>
              <a:rPr b="0" lang="fr-FR" sz="3200" strike="noStrike" u="none">
                <a:solidFill>
                  <a:srgbClr val="000000"/>
                </a:solidFill>
                <a:effectLst/>
                <a:uFillTx/>
                <a:latin typeface="Symbol"/>
                <a:ea typeface="Symbol"/>
              </a:rPr>
              <a:t></a:t>
            </a:r>
            <a:r>
              <a:rPr b="0" i="1" lang="fr-FR" sz="3200" strike="noStrike" u="none">
                <a:solidFill>
                  <a:srgbClr val="000000"/>
                </a:solidFill>
                <a:effectLst/>
                <a:uFillTx/>
                <a:latin typeface="Times New Roman"/>
                <a:ea typeface="Times New Roman"/>
              </a:rPr>
              <a:t>m</a:t>
            </a:r>
            <a:r>
              <a:rPr b="0" lang="fr-FR" sz="3200" strike="noStrike" u="none">
                <a:solidFill>
                  <a:srgbClr val="000000"/>
                </a:solidFill>
                <a:effectLst/>
                <a:uFillTx/>
                <a:latin typeface="Times New Roman"/>
                <a:ea typeface="Times New Roman"/>
              </a:rPr>
              <a:t> à m</a:t>
            </a:r>
            <a:r>
              <a:rPr b="0" lang="fr-FR" sz="3200" strike="noStrike" u="none" baseline="-25000">
                <a:solidFill>
                  <a:srgbClr val="000000"/>
                </a:solidFill>
                <a:effectLst/>
                <a:uFillTx/>
                <a:latin typeface="Times New Roman"/>
                <a:ea typeface="Times New Roman"/>
              </a:rPr>
              <a:t>1</a:t>
            </a:r>
            <a:r>
              <a:rPr b="0" lang="fr-FR" sz="3200" strike="noStrike" u="none">
                <a:solidFill>
                  <a:srgbClr val="000000"/>
                </a:solidFill>
                <a:effectLst/>
                <a:uFillTx/>
                <a:latin typeface="Times New Roman"/>
                <a:ea typeface="Times New Roman"/>
              </a:rPr>
              <a:t> jusqu’à ce que la masse devienne égale à m</a:t>
            </a:r>
            <a:r>
              <a:rPr b="0" lang="fr-FR" sz="2000" strike="noStrike" u="none" baseline="-25000">
                <a:solidFill>
                  <a:srgbClr val="000000"/>
                </a:solidFill>
                <a:effectLst/>
                <a:uFillTx/>
                <a:latin typeface="Times New Roman"/>
                <a:ea typeface="Times New Roman"/>
              </a:rPr>
              <a:t>2</a:t>
            </a:r>
            <a:r>
              <a:rPr b="0" lang="fr-FR" sz="3200" strike="noStrike" u="none">
                <a:solidFill>
                  <a:srgbClr val="000000"/>
                </a:solidFill>
                <a:effectLst/>
                <a:uFillTx/>
                <a:latin typeface="Times New Roman"/>
                <a:ea typeface="Times New Roman"/>
              </a:rPr>
              <a:t>  </a:t>
            </a:r>
            <a:endParaRPr b="0" lang="en-US" sz="3200" strike="noStrike" u="none">
              <a:solidFill>
                <a:srgbClr val="000000"/>
              </a:solidFill>
              <a:effectLst/>
              <a:uFillTx/>
              <a:latin typeface="Arial"/>
            </a:endParaRPr>
          </a:p>
        </p:txBody>
      </p:sp>
      <p:sp>
        <p:nvSpPr>
          <p:cNvPr id="489" name="Rectangle 4"/>
          <p:cNvSpPr/>
          <p:nvPr/>
        </p:nvSpPr>
        <p:spPr>
          <a:xfrm>
            <a:off x="0" y="0"/>
            <a:ext cx="9144000" cy="571680"/>
          </a:xfrm>
          <a:prstGeom prst="rect">
            <a:avLst/>
          </a:prstGeom>
          <a:solidFill>
            <a:srgbClr val="4f81bd"/>
          </a:solidFill>
          <a:ln w="0">
            <a:noFill/>
          </a:ln>
        </p:spPr>
        <p:style>
          <a:lnRef idx="0"/>
          <a:fillRef idx="0"/>
          <a:effectRef idx="0"/>
          <a:fontRef idx="minor"/>
        </p:style>
        <p:txBody>
          <a:bodyPr lIns="90000" rIns="90000" tIns="46800" bIns="46800" anchor="b" anchorCtr="1">
            <a:noAutofit/>
          </a:bodyPr>
          <a:p>
            <a:pPr>
              <a:lnSpc>
                <a:spcPct val="15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800" strike="noStrike" u="none">
                <a:solidFill>
                  <a:srgbClr val="cc3300"/>
                </a:solidFill>
                <a:effectLst/>
                <a:uFillTx/>
                <a:latin typeface="Times New Roman"/>
                <a:ea typeface="Times New Roman"/>
              </a:rPr>
              <a:t>Séance 3 : </a:t>
            </a:r>
            <a:r>
              <a:rPr b="1" lang="fr-FR" sz="2800" strike="noStrike" u="none">
                <a:solidFill>
                  <a:srgbClr val="cc3300"/>
                </a:solidFill>
                <a:effectLst/>
                <a:uFillTx/>
                <a:latin typeface="Times New Roman"/>
                <a:ea typeface="Times New Roman"/>
              </a:rPr>
              <a:t>QUANTITE DE CHALEUR ET TRAVAIL</a:t>
            </a:r>
            <a:endParaRPr b="0" lang="en-US" sz="2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90" name="Rectangle 1"/>
          <p:cNvSpPr/>
          <p:nvPr/>
        </p:nvSpPr>
        <p:spPr>
          <a:xfrm>
            <a:off x="0" y="3252960"/>
            <a:ext cx="9144000" cy="1440"/>
          </a:xfrm>
          <a:prstGeom prst="rect">
            <a:avLst/>
          </a:prstGeom>
          <a:noFill/>
          <a:ln w="0">
            <a:noFill/>
          </a:ln>
        </p:spPr>
        <p:style>
          <a:lnRef idx="0"/>
          <a:fillRef idx="0"/>
          <a:effectRef idx="0"/>
          <a:fontRef idx="minor"/>
        </p:style>
        <p:txBody>
          <a:bodyPr wrap="none" lIns="90000" rIns="90000" tIns="-45360" bIns="-45360" anchor="ctr">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trike="noStrike" u="none">
              <a:solidFill>
                <a:srgbClr val="000000"/>
              </a:solidFill>
              <a:effectLst/>
              <a:uFillTx/>
              <a:latin typeface="Arial"/>
            </a:endParaRPr>
          </a:p>
        </p:txBody>
      </p:sp>
      <mc:AlternateContent>
        <mc:Choice xmlns:a14="http://schemas.microsoft.com/office/drawing/2010/main" Requires="a14">
          <p:sp>
            <p:nvSpPr>
              <p:cNvPr id="491" name="Object 2"/>
              <p:cNvSpPr txBox="1"/>
              <p:nvPr/>
            </p:nvSpPr>
            <p:spPr>
              <a:xfrm>
                <a:off x="4459320" y="3270240"/>
                <a:ext cx="152280" cy="317520"/>
              </a:xfrm>
              <a:prstGeom prst="rect">
                <a:avLst/>
              </a:prstGeom>
            </p:spPr>
            <p:txBody>
              <a:bodyPr/>
              <a:p>
                <a14:m>
                  <m:oMath xmlns:m="http://schemas.openxmlformats.org/officeDocument/2006/math"/>
                </a14:m>
              </a:p>
            </p:txBody>
          </p:sp>
        </mc:Choice>
        <mc:Fallback>
          <p:sp>
            <p:nvSpPr>
              <p:cNvPr id="491" name="Object 2"/>
              <p:cNvSpPr txBox="1"/>
              <p:nvPr/>
            </p:nvSpPr>
            <p:spPr>
              <a:xfrm>
                <a:off x="4459320" y="3270240"/>
                <a:ext cx="152280" cy="317520"/>
              </a:xfrm>
              <a:prstGeom prst="rect">
                <a:avLst/>
              </a:prstGeom>
              <a:blipFill>
                <a:blip r:embed="rId1"/>
                <a:stretch>
                  <a:fillRect/>
                </a:stretch>
              </a:blipFill>
            </p:spPr>
          </p:sp>
        </mc:Fallback>
      </mc:AlternateContent>
      <mc:AlternateContent>
        <mc:Choice xmlns:a14="http://schemas.microsoft.com/office/drawing/2010/main" Requires="a14">
          <p:sp>
            <p:nvSpPr>
              <p:cNvPr id="492" name="Object 3"/>
              <p:cNvSpPr txBox="1"/>
              <p:nvPr/>
            </p:nvSpPr>
            <p:spPr>
              <a:xfrm>
                <a:off x="1071720" y="2214720"/>
                <a:ext cx="7169040" cy="1023840"/>
              </a:xfrm>
              <a:prstGeom prst="rect">
                <a:avLst/>
              </a:prstGeom>
            </p:spPr>
            <p:txBody>
              <a:bodyPr/>
              <a:p>
                <a14:m>
                  <m:oMath xmlns:m="http://schemas.openxmlformats.org/officeDocument/2006/math">
                    <m:sSub>
                      <m:e>
                        <m:r>
                          <m:t xml:space="preserve">W</m:t>
                        </m:r>
                      </m:e>
                      <m:sub>
                        <m:r>
                          <m:rPr>
                            <m:lit/>
                            <m:nor/>
                          </m:rPr>
                          <m:t xml:space="preserve">12</m:t>
                        </m:r>
                      </m:sub>
                    </m:sSub>
                    <m:r>
                      <m:t xml:space="preserve">=</m:t>
                    </m:r>
                    <m:nary>
                      <m:naryPr>
                        <m:chr m:val="∫"/>
                        <m:subHide m:val="1"/>
                        <m:supHide m:val="1"/>
                      </m:naryPr>
                      <m:sub/>
                      <m:sup/>
                      <m:e>
                        <m:r>
                          <m:t xml:space="preserve">−</m:t>
                        </m:r>
                        <m:r>
                          <m:rPr>
                            <m:lit/>
                            <m:nor/>
                          </m:rPr>
                          <m:t xml:space="preserve">PdV</m:t>
                        </m:r>
                      </m:e>
                    </m:nary>
                    <m:r>
                      <m:t xml:space="preserve">=</m:t>
                    </m:r>
                    <m:nary>
                      <m:naryPr>
                        <m:chr m:val="∫"/>
                        <m:subHide m:val="1"/>
                        <m:supHide m:val="1"/>
                      </m:naryPr>
                      <m:sub/>
                      <m:sup/>
                      <m:e>
                        <m:r>
                          <m:t xml:space="preserve">−</m:t>
                        </m:r>
                        <m:r>
                          <m:rPr>
                            <m:lit/>
                            <m:nor/>
                          </m:rPr>
                          <m:t xml:space="preserve">nRT</m:t>
                        </m:r>
                        <m:f>
                          <m:num>
                            <m:r>
                              <m:rPr>
                                <m:lit/>
                                <m:nor/>
                              </m:rPr>
                              <m:t xml:space="preserve">dV</m:t>
                            </m:r>
                          </m:num>
                          <m:den>
                            <m:r>
                              <m:t xml:space="preserve">V</m:t>
                            </m:r>
                          </m:den>
                        </m:f>
                        <m:r>
                          <m:t xml:space="preserve">=</m:t>
                        </m:r>
                        <m:r>
                          <m:t xml:space="preserve">−</m:t>
                        </m:r>
                        <m:r>
                          <m:rPr>
                            <m:lit/>
                            <m:nor/>
                          </m:rPr>
                          <m:t xml:space="preserve">nR</m:t>
                        </m:r>
                        <m:nary>
                          <m:naryPr>
                            <m:chr m:val="∫"/>
                            <m:subHide m:val="1"/>
                            <m:supHide m:val="1"/>
                          </m:naryPr>
                          <m:sub/>
                          <m:sup/>
                          <m:e>
                            <m:r>
                              <m:t xml:space="preserve">T</m:t>
                            </m:r>
                            <m:f>
                              <m:num>
                                <m:r>
                                  <m:rPr>
                                    <m:lit/>
                                    <m:nor/>
                                  </m:rPr>
                                  <m:t xml:space="preserve">dV</m:t>
                                </m:r>
                              </m:num>
                              <m:den>
                                <m:r>
                                  <m:t xml:space="preserve">V</m:t>
                                </m:r>
                              </m:den>
                            </m:f>
                          </m:e>
                        </m:nary>
                      </m:e>
                    </m:nary>
                  </m:oMath>
                </a14:m>
              </a:p>
            </p:txBody>
          </p:sp>
        </mc:Choice>
        <mc:Fallback>
          <p:sp>
            <p:nvSpPr>
              <p:cNvPr id="492" name="Object 3"/>
              <p:cNvSpPr txBox="1"/>
              <p:nvPr/>
            </p:nvSpPr>
            <p:spPr>
              <a:xfrm>
                <a:off x="1071720" y="2214720"/>
                <a:ext cx="7169040" cy="1023840"/>
              </a:xfrm>
              <a:prstGeom prst="rect">
                <a:avLst/>
              </a:prstGeom>
              <a:blipFill>
                <a:blip r:embed="rId2"/>
                <a:stretch>
                  <a:fillRect/>
                </a:stretch>
              </a:blipFill>
            </p:spPr>
          </p:sp>
        </mc:Fallback>
      </mc:AlternateContent>
      <mc:AlternateContent>
        <mc:Choice xmlns:a14="http://schemas.microsoft.com/office/drawing/2010/main" Requires="a14">
          <p:sp>
            <p:nvSpPr>
              <p:cNvPr id="493" name="Object 4"/>
              <p:cNvSpPr txBox="1"/>
              <p:nvPr/>
            </p:nvSpPr>
            <p:spPr>
              <a:xfrm>
                <a:off x="2340000" y="5373720"/>
                <a:ext cx="4017960" cy="1438200"/>
              </a:xfrm>
              <a:prstGeom prst="rect">
                <a:avLst/>
              </a:prstGeom>
            </p:spPr>
            <p:txBody>
              <a:bodyPr/>
              <a:p>
                <a14:m>
                  <m:oMath xmlns:m="http://schemas.openxmlformats.org/officeDocument/2006/math">
                    <m:sSub>
                      <m:e>
                        <m:r>
                          <m:t xml:space="preserve">W</m:t>
                        </m:r>
                      </m:e>
                      <m:sub>
                        <m:r>
                          <m:rPr>
                            <m:lit/>
                            <m:nor/>
                          </m:rPr>
                          <m:t xml:space="preserve">12</m:t>
                        </m:r>
                      </m:sub>
                    </m:sSub>
                    <m:r>
                      <m:t xml:space="preserve">=</m:t>
                    </m:r>
                    <m:sSub>
                      <m:e>
                        <m:r>
                          <m:t xml:space="preserve">P</m:t>
                        </m:r>
                      </m:e>
                      <m:sub>
                        <m:r>
                          <m:t xml:space="preserve">1</m:t>
                        </m:r>
                      </m:sub>
                    </m:sSub>
                    <m:sSub>
                      <m:e>
                        <m:r>
                          <m:t xml:space="preserve">V</m:t>
                        </m:r>
                      </m:e>
                      <m:sub>
                        <m:r>
                          <m:t xml:space="preserve">1</m:t>
                        </m:r>
                      </m:sub>
                    </m:sSub>
                    <m:r>
                      <m:rPr>
                        <m:lit/>
                        <m:nor/>
                      </m:rPr>
                      <m:t xml:space="preserve">ln</m:t>
                    </m:r>
                    <m:f>
                      <m:num>
                        <m:sSub>
                          <m:e>
                            <m:r>
                              <m:t xml:space="preserve">P</m:t>
                            </m:r>
                          </m:e>
                          <m:sub>
                            <m:r>
                              <m:t xml:space="preserve">2</m:t>
                            </m:r>
                          </m:sub>
                        </m:sSub>
                      </m:num>
                      <m:den>
                        <m:sSub>
                          <m:e>
                            <m:r>
                              <m:t xml:space="preserve">P</m:t>
                            </m:r>
                          </m:e>
                          <m:sub>
                            <m:r>
                              <m:t xml:space="preserve">1</m:t>
                            </m:r>
                          </m:sub>
                        </m:sSub>
                      </m:den>
                    </m:f>
                    <m:r>
                      <m:t xml:space="preserve">&gt;</m:t>
                    </m:r>
                    <m:r>
                      <m:t xml:space="preserve">0</m:t>
                    </m:r>
                  </m:oMath>
                </a14:m>
              </a:p>
            </p:txBody>
          </p:sp>
        </mc:Choice>
        <mc:Fallback>
          <p:sp>
            <p:nvSpPr>
              <p:cNvPr id="493" name="Object 4"/>
              <p:cNvSpPr txBox="1"/>
              <p:nvPr/>
            </p:nvSpPr>
            <p:spPr>
              <a:xfrm>
                <a:off x="2340000" y="5373720"/>
                <a:ext cx="4017960" cy="1438200"/>
              </a:xfrm>
              <a:prstGeom prst="rect">
                <a:avLst/>
              </a:prstGeom>
              <a:blipFill>
                <a:blip r:embed="rId3"/>
                <a:stretch>
                  <a:fillRect/>
                </a:stretch>
              </a:blipFill>
            </p:spPr>
          </p:sp>
        </mc:Fallback>
      </mc:AlternateContent>
      <p:sp>
        <p:nvSpPr>
          <p:cNvPr id="494" name="Text Box 9"/>
          <p:cNvSpPr/>
          <p:nvPr/>
        </p:nvSpPr>
        <p:spPr>
          <a:xfrm>
            <a:off x="285840" y="5643720"/>
            <a:ext cx="1979640" cy="722160"/>
          </a:xfrm>
          <a:prstGeom prst="rect">
            <a:avLst/>
          </a:prstGeom>
          <a:noFill/>
          <a:ln w="0">
            <a:noFill/>
          </a:ln>
        </p:spPr>
        <p:style>
          <a:lnRef idx="0"/>
          <a:fillRef idx="0"/>
          <a:effectRef idx="0"/>
          <a:fontRef idx="minor"/>
        </p:style>
        <p:txBody>
          <a:bodyPr lIns="90000" rIns="90000" tIns="45000" bIns="45000" anchor="t">
            <a:noAutofit/>
          </a:bodyPr>
          <a:p>
            <a:pPr>
              <a:lnSpc>
                <a:spcPct val="82000"/>
              </a:lnSpc>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 algn="l" pos="9144000"/>
                <a:tab algn="l" pos="10058400"/>
              </a:tabLst>
            </a:pPr>
            <a:r>
              <a:rPr b="0" lang="en-GB" sz="1800" strike="noStrike" u="none">
                <a:solidFill>
                  <a:srgbClr val="800000"/>
                </a:solidFill>
                <a:effectLst/>
                <a:uFillTx/>
                <a:latin typeface="Arial"/>
              </a:rPr>
              <a:t>Ou bien :</a:t>
            </a:r>
            <a:endParaRPr b="0" lang="en-US" sz="1800" strike="noStrike" u="none">
              <a:solidFill>
                <a:srgbClr val="000000"/>
              </a:solidFill>
              <a:effectLst/>
              <a:uFillTx/>
              <a:latin typeface="Arial"/>
            </a:endParaRPr>
          </a:p>
        </p:txBody>
      </p:sp>
      <p:sp>
        <p:nvSpPr>
          <p:cNvPr id="495" name="Text Box 10"/>
          <p:cNvSpPr/>
          <p:nvPr/>
        </p:nvSpPr>
        <p:spPr>
          <a:xfrm>
            <a:off x="0" y="2278080"/>
            <a:ext cx="1979640" cy="722160"/>
          </a:xfrm>
          <a:prstGeom prst="rect">
            <a:avLst/>
          </a:prstGeom>
          <a:noFill/>
          <a:ln w="0">
            <a:noFill/>
          </a:ln>
        </p:spPr>
        <p:style>
          <a:lnRef idx="0"/>
          <a:fillRef idx="0"/>
          <a:effectRef idx="0"/>
          <a:fontRef idx="minor"/>
        </p:style>
        <p:txBody>
          <a:bodyPr lIns="90000" rIns="90000" tIns="45000" bIns="45000" anchor="t">
            <a:noAutofit/>
          </a:bodyPr>
          <a:p>
            <a:pPr>
              <a:lnSpc>
                <a:spcPct val="82000"/>
              </a:lnSpc>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 algn="l" pos="9144000"/>
                <a:tab algn="l" pos="10058400"/>
              </a:tabLst>
            </a:pPr>
            <a:r>
              <a:rPr b="0" lang="en-GB" sz="2400" strike="noStrike" u="none">
                <a:solidFill>
                  <a:srgbClr val="800000"/>
                </a:solidFill>
                <a:effectLst/>
                <a:uFillTx/>
                <a:latin typeface="Arial"/>
              </a:rPr>
              <a:t>Ainsi :</a:t>
            </a:r>
            <a:endParaRPr b="0" lang="en-US" sz="2400" strike="noStrike" u="none">
              <a:solidFill>
                <a:srgbClr val="000000"/>
              </a:solidFill>
              <a:effectLst/>
              <a:uFillTx/>
              <a:latin typeface="Arial"/>
            </a:endParaRPr>
          </a:p>
        </p:txBody>
      </p:sp>
      <p:sp>
        <p:nvSpPr>
          <p:cNvPr id="496" name="Text Box 11"/>
          <p:cNvSpPr/>
          <p:nvPr/>
        </p:nvSpPr>
        <p:spPr>
          <a:xfrm>
            <a:off x="0" y="3286080"/>
            <a:ext cx="9144000" cy="722520"/>
          </a:xfrm>
          <a:prstGeom prst="rect">
            <a:avLst/>
          </a:prstGeom>
          <a:noFill/>
          <a:ln w="0">
            <a:noFill/>
          </a:ln>
        </p:spPr>
        <p:style>
          <a:lnRef idx="0"/>
          <a:fillRef idx="0"/>
          <a:effectRef idx="0"/>
          <a:fontRef idx="minor"/>
        </p:style>
        <p:txBody>
          <a:bodyPr lIns="90000" rIns="90000" tIns="45000" bIns="45000" anchor="t">
            <a:noAutofit/>
          </a:bodyPr>
          <a:p>
            <a:pPr>
              <a:lnSpc>
                <a:spcPct val="82000"/>
              </a:lnSpc>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 algn="l" pos="9144000"/>
                <a:tab algn="l" pos="10058400"/>
              </a:tabLst>
            </a:pPr>
            <a:r>
              <a:rPr b="0" lang="en-GB" sz="2400" strike="noStrike" u="none">
                <a:solidFill>
                  <a:srgbClr val="800000"/>
                </a:solidFill>
                <a:effectLst/>
                <a:uFillTx/>
                <a:latin typeface="Times New Roman"/>
                <a:ea typeface="Times New Roman"/>
              </a:rPr>
              <a:t>Et puisque la transformation est isotherme:</a:t>
            </a:r>
            <a:endParaRPr b="0" lang="en-US" sz="2400" strike="noStrike" u="none">
              <a:solidFill>
                <a:srgbClr val="000000"/>
              </a:solidFill>
              <a:effectLst/>
              <a:uFillTx/>
              <a:latin typeface="Arial"/>
            </a:endParaRPr>
          </a:p>
        </p:txBody>
      </p:sp>
      <mc:AlternateContent>
        <mc:Choice xmlns:a14="http://schemas.microsoft.com/office/drawing/2010/main" Requires="a14">
          <p:sp>
            <p:nvSpPr>
              <p:cNvPr id="497" name="Object 5"/>
              <p:cNvSpPr txBox="1"/>
              <p:nvPr/>
            </p:nvSpPr>
            <p:spPr>
              <a:xfrm>
                <a:off x="857160" y="3962520"/>
                <a:ext cx="6215040" cy="1400040"/>
              </a:xfrm>
              <a:prstGeom prst="rect">
                <a:avLst/>
              </a:prstGeom>
            </p:spPr>
            <p:txBody>
              <a:bodyPr/>
              <a:p>
                <a14:m>
                  <m:oMath xmlns:m="http://schemas.openxmlformats.org/officeDocument/2006/math">
                    <m:sSub>
                      <m:e>
                        <m:r>
                          <m:t xml:space="preserve">W</m:t>
                        </m:r>
                      </m:e>
                      <m:sub>
                        <m:r>
                          <m:rPr>
                            <m:lit/>
                            <m:nor/>
                          </m:rPr>
                          <m:t xml:space="preserve">12</m:t>
                        </m:r>
                      </m:sub>
                    </m:sSub>
                    <m:r>
                      <m:t xml:space="preserve">=</m:t>
                    </m:r>
                    <m:r>
                      <m:t xml:space="preserve">−</m:t>
                    </m:r>
                    <m:r>
                      <m:rPr>
                        <m:lit/>
                        <m:nor/>
                      </m:rPr>
                      <m:t xml:space="preserve">nRT</m:t>
                    </m:r>
                    <m:nary>
                      <m:naryPr>
                        <m:chr m:val="∫"/>
                        <m:subHide m:val="1"/>
                        <m:supHide m:val="1"/>
                      </m:naryPr>
                      <m:sub/>
                      <m:sup/>
                      <m:e>
                        <m:f>
                          <m:num>
                            <m:r>
                              <m:rPr>
                                <m:lit/>
                                <m:nor/>
                              </m:rPr>
                              <m:t xml:space="preserve">dV</m:t>
                            </m:r>
                          </m:num>
                          <m:den>
                            <m:r>
                              <m:t xml:space="preserve">V</m:t>
                            </m:r>
                          </m:den>
                        </m:f>
                      </m:e>
                    </m:nary>
                    <m:r>
                      <m:t xml:space="preserve">=</m:t>
                    </m:r>
                    <m:r>
                      <m:rPr>
                        <m:lit/>
                        <m:nor/>
                      </m:rPr>
                      <m:t xml:space="preserve">nRTLn</m:t>
                    </m:r>
                    <m:f>
                      <m:num>
                        <m:sSub>
                          <m:e>
                            <m:r>
                              <m:t xml:space="preserve">V</m:t>
                            </m:r>
                          </m:e>
                          <m:sub>
                            <m:r>
                              <m:t xml:space="preserve">1</m:t>
                            </m:r>
                          </m:sub>
                        </m:sSub>
                      </m:num>
                      <m:den>
                        <m:sSub>
                          <m:e>
                            <m:r>
                              <m:t xml:space="preserve">V</m:t>
                            </m:r>
                          </m:e>
                          <m:sub>
                            <m:r>
                              <m:t xml:space="preserve">2</m:t>
                            </m:r>
                          </m:sub>
                        </m:sSub>
                      </m:den>
                    </m:f>
                  </m:oMath>
                </a14:m>
              </a:p>
            </p:txBody>
          </p:sp>
        </mc:Choice>
        <mc:Fallback>
          <p:sp>
            <p:nvSpPr>
              <p:cNvPr id="497" name="Object 5"/>
              <p:cNvSpPr txBox="1"/>
              <p:nvPr/>
            </p:nvSpPr>
            <p:spPr>
              <a:xfrm>
                <a:off x="857160" y="3962520"/>
                <a:ext cx="6215040" cy="1400040"/>
              </a:xfrm>
              <a:prstGeom prst="rect">
                <a:avLst/>
              </a:prstGeom>
              <a:blipFill>
                <a:blip r:embed="rId4"/>
                <a:stretch>
                  <a:fillRect/>
                </a:stretch>
              </a:blipFill>
            </p:spPr>
          </p:sp>
        </mc:Fallback>
      </mc:AlternateContent>
      <p:sp>
        <p:nvSpPr>
          <p:cNvPr id="498" name="Rectangle 9"/>
          <p:cNvSpPr/>
          <p:nvPr/>
        </p:nvSpPr>
        <p:spPr>
          <a:xfrm>
            <a:off x="357120" y="857160"/>
            <a:ext cx="8643960" cy="745560"/>
          </a:xfrm>
          <a:prstGeom prst="rect">
            <a:avLst/>
          </a:prstGeom>
          <a:noFill/>
          <a:ln w="0">
            <a:noFill/>
          </a:ln>
        </p:spPr>
        <p:style>
          <a:lnRef idx="0"/>
          <a:fillRef idx="0"/>
          <a:effectRef idx="0"/>
          <a:fontRef idx="minor"/>
        </p:style>
        <p:txBody>
          <a:bodyPr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2000" strike="noStrike" u="none">
                <a:solidFill>
                  <a:srgbClr val="000000"/>
                </a:solidFill>
                <a:effectLst/>
                <a:uFillTx/>
                <a:latin typeface="Times New Roman"/>
                <a:ea typeface="Times New Roman"/>
              </a:rPr>
              <a:t>Puisque la transformation est </a:t>
            </a:r>
            <a:r>
              <a:rPr b="0" lang="en-GB" sz="2000" strike="noStrike" u="none">
                <a:solidFill>
                  <a:srgbClr val="c00000"/>
                </a:solidFill>
                <a:effectLst/>
                <a:uFillTx/>
                <a:latin typeface="Times New Roman"/>
                <a:ea typeface="Times New Roman"/>
              </a:rPr>
              <a:t>quasi-statique</a:t>
            </a:r>
            <a:r>
              <a:rPr b="0" lang="en-GB" sz="2000" strike="noStrike" u="none">
                <a:solidFill>
                  <a:srgbClr val="000000"/>
                </a:solidFill>
                <a:effectLst/>
                <a:uFillTx/>
                <a:latin typeface="Times New Roman"/>
                <a:ea typeface="Times New Roman"/>
              </a:rPr>
              <a:t>, on considère alors qu’à chaque instant, la pression extérieure </a:t>
            </a:r>
            <a:r>
              <a:rPr b="0" lang="en-GB" sz="2000" strike="noStrike" u="none">
                <a:solidFill>
                  <a:srgbClr val="c00000"/>
                </a:solidFill>
                <a:effectLst/>
                <a:uFillTx/>
                <a:latin typeface="Times New Roman"/>
                <a:ea typeface="Times New Roman"/>
              </a:rPr>
              <a:t>P</a:t>
            </a:r>
            <a:r>
              <a:rPr b="0" lang="en-GB" sz="2000" strike="noStrike" u="none" baseline="-25000">
                <a:solidFill>
                  <a:srgbClr val="c00000"/>
                </a:solidFill>
                <a:effectLst/>
                <a:uFillTx/>
                <a:latin typeface="Times New Roman"/>
                <a:ea typeface="Times New Roman"/>
              </a:rPr>
              <a:t>ext</a:t>
            </a:r>
            <a:r>
              <a:rPr b="0" lang="en-GB" sz="2000" strike="noStrike" u="none">
                <a:solidFill>
                  <a:srgbClr val="000000"/>
                </a:solidFill>
                <a:effectLst/>
                <a:uFillTx/>
                <a:latin typeface="Times New Roman"/>
                <a:ea typeface="Times New Roman"/>
              </a:rPr>
              <a:t> est égale à la pression </a:t>
            </a:r>
            <a:r>
              <a:rPr b="0" lang="en-GB" sz="2000" strike="noStrike" u="none">
                <a:solidFill>
                  <a:srgbClr val="c00000"/>
                </a:solidFill>
                <a:effectLst/>
                <a:uFillTx/>
                <a:latin typeface="Times New Roman"/>
                <a:ea typeface="Times New Roman"/>
              </a:rPr>
              <a:t>P</a:t>
            </a:r>
            <a:r>
              <a:rPr b="0" lang="en-GB" sz="2000" strike="noStrike" u="none">
                <a:solidFill>
                  <a:srgbClr val="000000"/>
                </a:solidFill>
                <a:effectLst/>
                <a:uFillTx/>
                <a:latin typeface="Times New Roman"/>
                <a:ea typeface="Times New Roman"/>
              </a:rPr>
              <a:t> du système</a:t>
            </a:r>
            <a:endParaRPr b="0" lang="en-US" sz="2000" strike="noStrike" u="none">
              <a:solidFill>
                <a:srgbClr val="000000"/>
              </a:solidFill>
              <a:effectLst/>
              <a:uFillTx/>
              <a:latin typeface="Arial"/>
            </a:endParaRPr>
          </a:p>
        </p:txBody>
      </p:sp>
      <p:sp>
        <p:nvSpPr>
          <p:cNvPr id="499" name="Rectangle 4"/>
          <p:cNvSpPr/>
          <p:nvPr/>
        </p:nvSpPr>
        <p:spPr>
          <a:xfrm>
            <a:off x="0" y="0"/>
            <a:ext cx="9144000" cy="571680"/>
          </a:xfrm>
          <a:prstGeom prst="rect">
            <a:avLst/>
          </a:prstGeom>
          <a:solidFill>
            <a:srgbClr val="4f81bd"/>
          </a:solidFill>
          <a:ln w="0">
            <a:noFill/>
          </a:ln>
        </p:spPr>
        <p:style>
          <a:lnRef idx="0"/>
          <a:fillRef idx="0"/>
          <a:effectRef idx="0"/>
          <a:fontRef idx="minor"/>
        </p:style>
        <p:txBody>
          <a:bodyPr lIns="90000" rIns="90000" tIns="46800" bIns="46800" anchor="b" anchorCtr="1">
            <a:noAutofit/>
          </a:bodyPr>
          <a:p>
            <a:pPr>
              <a:lnSpc>
                <a:spcPct val="15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fr-FR" sz="2800" strike="noStrike" u="none">
                <a:solidFill>
                  <a:srgbClr val="cc3300"/>
                </a:solidFill>
                <a:effectLst/>
                <a:uFillTx/>
                <a:latin typeface="Times New Roman"/>
                <a:ea typeface="Times New Roman"/>
              </a:rPr>
              <a:t>Séance 3 : </a:t>
            </a:r>
            <a:r>
              <a:rPr b="1" lang="fr-FR" sz="2800" strike="noStrike" u="none">
                <a:solidFill>
                  <a:srgbClr val="cc3300"/>
                </a:solidFill>
                <a:effectLst/>
                <a:uFillTx/>
                <a:latin typeface="Times New Roman"/>
                <a:ea typeface="Times New Roman"/>
              </a:rPr>
              <a:t>QUANTITE DE CHALEUR ET TRAVAIL</a:t>
            </a:r>
            <a:endParaRPr b="0" lang="en-US" sz="2800" strike="noStrike" u="none">
              <a:solidFill>
                <a:srgbClr val="000000"/>
              </a:solidFill>
              <a:effectLst/>
              <a:uFillTx/>
              <a:latin typeface="Arial"/>
            </a:endParaRPr>
          </a:p>
        </p:txBody>
      </p:sp>
    </p:spTree>
  </p:cSld>
</p:sld>
</file>

<file path=ppt/slides/slide3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0" name="PlaceHolder 1"/>
          <p:cNvSpPr>
            <a:spLocks noGrp="1"/>
          </p:cNvSpPr>
          <p:nvPr>
            <p:ph type="title"/>
          </p:nvPr>
        </p:nvSpPr>
        <p:spPr>
          <a:xfrm>
            <a:off x="457200" y="274320"/>
            <a:ext cx="8229600" cy="1143000"/>
          </a:xfrm>
          <a:prstGeom prst="rect">
            <a:avLst/>
          </a:prstGeom>
          <a:noFill/>
          <a:ln w="0">
            <a:noFill/>
          </a:ln>
        </p:spPr>
        <p:txBody>
          <a:bodyPr lIns="91440" rIns="91440" tIns="45720" bIns="4572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4400" strike="noStrike" u="none">
                <a:solidFill>
                  <a:srgbClr val="000000"/>
                </a:solidFill>
                <a:effectLst/>
                <a:uFillTx/>
                <a:latin typeface="Calibri"/>
              </a:rPr>
              <a:t>Application : </a:t>
            </a:r>
            <a:r>
              <a:rPr b="0" lang="fr-FR" sz="1800" strike="noStrike" u="none">
                <a:solidFill>
                  <a:srgbClr val="000000"/>
                </a:solidFill>
                <a:effectLst/>
                <a:uFillTx/>
                <a:latin typeface="Times New Roman"/>
                <a:ea typeface="Times New Roman"/>
              </a:rPr>
              <a:t>Calculs de différents travaux reçus par un gaz parfait</a:t>
            </a:r>
            <a:br>
              <a:rPr sz="1800"/>
            </a:br>
            <a:endParaRPr b="0" lang="en-US" sz="1800" strike="noStrike" u="none">
              <a:solidFill>
                <a:srgbClr val="000000"/>
              </a:solidFill>
              <a:effectLst/>
              <a:uFillTx/>
              <a:latin typeface="Calibri"/>
            </a:endParaRPr>
          </a:p>
        </p:txBody>
      </p:sp>
      <p:sp>
        <p:nvSpPr>
          <p:cNvPr id="501" name=""/>
          <p:cNvSpPr txBox="1"/>
          <p:nvPr/>
        </p:nvSpPr>
        <p:spPr>
          <a:xfrm>
            <a:off x="0" y="1144440"/>
            <a:ext cx="9144000" cy="2694240"/>
          </a:xfrm>
          <a:prstGeom prst="rect">
            <a:avLst/>
          </a:prstGeom>
          <a:noFill/>
          <a:ln w="0">
            <a:noFill/>
          </a:ln>
        </p:spPr>
        <p:txBody>
          <a:bodyPr anchor="ctr">
            <a:normAutofit fontScale="92500" lnSpcReduction="9999"/>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fr-FR" sz="2000" strike="noStrike" u="none">
                <a:solidFill>
                  <a:srgbClr val="000000"/>
                </a:solidFill>
                <a:effectLst/>
                <a:uFillTx/>
                <a:latin typeface="Times New Roman"/>
                <a:ea typeface="Times New Roman"/>
              </a:rPr>
              <a:t>On comprime une masse d'air m= 1 kg, de température T</a:t>
            </a:r>
            <a:r>
              <a:rPr b="0" lang="fr-FR" sz="2000" strike="noStrike" u="none" baseline="-30000">
                <a:solidFill>
                  <a:srgbClr val="000000"/>
                </a:solidFill>
                <a:effectLst/>
                <a:uFillTx/>
                <a:latin typeface="Times New Roman"/>
                <a:ea typeface="Times New Roman"/>
              </a:rPr>
              <a:t>1</a:t>
            </a:r>
            <a:r>
              <a:rPr b="0" lang="fr-FR" sz="2000" strike="noStrike" u="none">
                <a:solidFill>
                  <a:srgbClr val="000000"/>
                </a:solidFill>
                <a:effectLst/>
                <a:uFillTx/>
                <a:latin typeface="Times New Roman"/>
                <a:ea typeface="Times New Roman"/>
              </a:rPr>
              <a:t>= 300 K et de pression P</a:t>
            </a:r>
            <a:r>
              <a:rPr b="0" lang="fr-FR" sz="2000" strike="noStrike" u="none" baseline="-30000">
                <a:solidFill>
                  <a:srgbClr val="000000"/>
                </a:solidFill>
                <a:effectLst/>
                <a:uFillTx/>
                <a:latin typeface="Times New Roman"/>
                <a:ea typeface="Times New Roman"/>
              </a:rPr>
              <a:t>1</a:t>
            </a:r>
            <a:r>
              <a:rPr b="0" lang="fr-FR" sz="2000" strike="noStrike" u="none">
                <a:solidFill>
                  <a:srgbClr val="000000"/>
                </a:solidFill>
                <a:effectLst/>
                <a:uFillTx/>
                <a:latin typeface="Times New Roman"/>
                <a:ea typeface="Times New Roman"/>
              </a:rPr>
              <a:t>=2 bar, de telle sorte que son volume initial soit réduit de moitié. Sachant que l'air peut être considéré comme un gaz parfait diatomique, de masse molaire M= 29 g/mol, calculer le travail qu'il reçoit dans les évolutions suivantes pour lesquelles l’équilibre mécanique est réalisé :</a:t>
            </a:r>
            <a:endParaRPr b="0" lang="en-US" sz="2000" strike="noStrike" u="none">
              <a:solidFill>
                <a:srgbClr val="000000"/>
              </a:solidFill>
              <a:effectLst/>
              <a:uFillTx/>
              <a:latin typeface="Calibri"/>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000" strike="noStrike" u="none">
              <a:solidFill>
                <a:srgbClr val="000000"/>
              </a:solidFill>
              <a:effectLst/>
              <a:uFillTx/>
              <a:latin typeface="Calibri"/>
            </a:endParaRPr>
          </a:p>
          <a:p>
            <a:pPr indent="114480">
              <a:lnSpc>
                <a:spcPct val="100000"/>
              </a:lnSpc>
              <a:buClr>
                <a:srgbClr val="000000"/>
              </a:buClr>
              <a:buFont typeface="Times New Roman"/>
              <a:buAutoNum type="arabicPeriod"/>
              <a:tabLst>
                <a:tab algn="l" pos="914400"/>
                <a:tab algn="l" pos="1828800"/>
                <a:tab algn="l" pos="2743200"/>
                <a:tab algn="l" pos="3657600"/>
                <a:tab algn="l" pos="4572000"/>
                <a:tab algn="l" pos="5486400"/>
                <a:tab algn="l" pos="6400800"/>
                <a:tab algn="l" pos="7315200"/>
                <a:tab algn="l" pos="8229600"/>
                <a:tab algn="l" pos="9144000"/>
                <a:tab algn="l" pos="10058400"/>
              </a:tabLst>
            </a:pPr>
            <a:r>
              <a:rPr b="0" lang="fr-FR" sz="2000" strike="noStrike" u="none">
                <a:solidFill>
                  <a:srgbClr val="000000"/>
                </a:solidFill>
                <a:effectLst/>
                <a:uFillTx/>
                <a:latin typeface="Times New Roman"/>
                <a:ea typeface="Times New Roman"/>
              </a:rPr>
              <a:t> La compression se fait à la pression constante P</a:t>
            </a:r>
            <a:r>
              <a:rPr b="0" lang="fr-FR" sz="2000" strike="noStrike" u="none" baseline="-30000">
                <a:solidFill>
                  <a:srgbClr val="000000"/>
                </a:solidFill>
                <a:effectLst/>
                <a:uFillTx/>
                <a:latin typeface="Times New Roman"/>
                <a:ea typeface="Times New Roman"/>
              </a:rPr>
              <a:t>1</a:t>
            </a:r>
            <a:r>
              <a:rPr b="0" lang="fr-FR" sz="2000" strike="noStrike" u="none">
                <a:solidFill>
                  <a:srgbClr val="000000"/>
                </a:solidFill>
                <a:effectLst/>
                <a:uFillTx/>
                <a:latin typeface="Times New Roman"/>
                <a:ea typeface="Times New Roman"/>
              </a:rPr>
              <a:t>.</a:t>
            </a:r>
            <a:endParaRPr b="0" lang="en-US" sz="2000" strike="noStrike" u="none">
              <a:solidFill>
                <a:srgbClr val="000000"/>
              </a:solidFill>
              <a:effectLst/>
              <a:uFillTx/>
              <a:latin typeface="Calibri"/>
            </a:endParaRPr>
          </a:p>
          <a:p>
            <a:pPr indent="114480">
              <a:lnSpc>
                <a:spcPct val="100000"/>
              </a:lnSpc>
              <a:buClr>
                <a:srgbClr val="000000"/>
              </a:buClr>
              <a:buFont typeface="Times New Roman"/>
              <a:buAutoNum type="arabicPeriod"/>
              <a:tabLst>
                <a:tab algn="l" pos="914400"/>
                <a:tab algn="l" pos="1828800"/>
                <a:tab algn="l" pos="2743200"/>
                <a:tab algn="l" pos="3657600"/>
                <a:tab algn="l" pos="4572000"/>
                <a:tab algn="l" pos="5486400"/>
                <a:tab algn="l" pos="6400800"/>
                <a:tab algn="l" pos="7315200"/>
                <a:tab algn="l" pos="8229600"/>
                <a:tab algn="l" pos="9144000"/>
                <a:tab algn="l" pos="10058400"/>
              </a:tabLst>
            </a:pPr>
            <a:r>
              <a:rPr b="0" lang="fr-FR" sz="2000" strike="noStrike" u="none">
                <a:solidFill>
                  <a:srgbClr val="000000"/>
                </a:solidFill>
                <a:effectLst/>
                <a:uFillTx/>
                <a:latin typeface="Times New Roman"/>
                <a:ea typeface="Times New Roman"/>
              </a:rPr>
              <a:t> La compression est isotherme à la température T</a:t>
            </a:r>
            <a:r>
              <a:rPr b="0" lang="fr-FR" sz="2000" strike="noStrike" u="none" baseline="-30000">
                <a:solidFill>
                  <a:srgbClr val="000000"/>
                </a:solidFill>
                <a:effectLst/>
                <a:uFillTx/>
                <a:latin typeface="Times New Roman"/>
                <a:ea typeface="Times New Roman"/>
              </a:rPr>
              <a:t>1</a:t>
            </a:r>
            <a:r>
              <a:rPr b="0" lang="fr-FR" sz="2000" strike="noStrike" u="none">
                <a:solidFill>
                  <a:srgbClr val="000000"/>
                </a:solidFill>
                <a:effectLst/>
                <a:uFillTx/>
                <a:latin typeface="Times New Roman"/>
                <a:ea typeface="Times New Roman"/>
              </a:rPr>
              <a:t>.</a:t>
            </a:r>
            <a:endParaRPr b="0" lang="en-US" sz="2000" strike="noStrike" u="none">
              <a:solidFill>
                <a:srgbClr val="000000"/>
              </a:solidFill>
              <a:effectLst/>
              <a:uFillTx/>
              <a:latin typeface="Calibri"/>
            </a:endParaRPr>
          </a:p>
        </p:txBody>
      </p:sp>
    </p:spTree>
  </p:cSld>
</p:sld>
</file>

<file path=ppt/theme/theme1.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4.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2224</TotalTime>
  <Application>LibreOffice/25.2.3.2$Linux_X86_64 LibreOffice_project/520$Build-2</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2009-09-27T11:23:05Z</dcterms:created>
  <dc:creator>Gsm Salam</dc:creator>
  <dc:description/>
  <dc:language>en-US</dc:language>
  <cp:lastModifiedBy>moi</cp:lastModifiedBy>
  <dcterms:modified xsi:type="dcterms:W3CDTF">2016-02-16T21:28:01Z</dcterms:modified>
  <cp:revision>193</cp:revision>
  <dc:subject/>
  <dc:title>Diapositive 1</dc:title>
</cp:coreProperties>
</file>